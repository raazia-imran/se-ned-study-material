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159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1-Data-structure-Graph-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2-Data-structure-Graph-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3-Data-structure-Graph-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4-Data-structure-Graph-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5-Data-structure-Graph-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6-Data-structure-Graph-6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7-Data-structure-Graph-7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8-Data-structure-Graph-8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9-Data-structure-Graph-9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0-Data-structure-Graph-10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1-Data-structure-Graph-1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2-Data-structure-Graph-1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3-Data-structure-Graph-1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4-Data-structure-Graph-1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5-Data-structure-Graph-1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6-Data-structure-Graph-16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7-Data-structure-Graph-17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8-Data-structure-Graph-18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9-Data-structure-Graph-19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0-Data-structure-Graph-20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1-Data-structure-Graph-2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2-Data-structure-Graph-2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3-Data-structure-Graph-2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4-Data-structure-Graph-2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5-Data-structure-Graph-2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6-Data-structure-Graph-26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7-Data-structure-Graph-27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8-Data-structure-Graph-28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0</Words>
  <Application>Microsoft Office PowerPoint</Application>
  <PresentationFormat>On-screen Show (4:3)</PresentationFormat>
  <Paragraphs>0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TLS</dc:creator>
  <cp:keywords/>
  <dc:description>generated using python-pptx</dc:description>
  <cp:lastModifiedBy>Dr. Raheela Asif</cp:lastModifiedBy>
  <cp:revision>1</cp:revision>
  <dcterms:created xsi:type="dcterms:W3CDTF">2013-01-27T09:14:16Z</dcterms:created>
  <dcterms:modified xsi:type="dcterms:W3CDTF">2025-11-10T19:19:08Z</dcterms:modified>
  <cp:category/>
</cp:coreProperties>
</file>