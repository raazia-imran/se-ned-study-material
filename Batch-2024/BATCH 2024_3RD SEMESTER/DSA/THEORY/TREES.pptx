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6" r:id="rId61"/>
    <p:sldId id="317" r:id="rId62"/>
    <p:sldId id="318" r:id="rId6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395" autoAdjust="0"/>
  </p:normalViewPr>
  <p:slideViewPr>
    <p:cSldViewPr snapToGrid="0" snapToObjects="1">
      <p:cViewPr>
        <p:scale>
          <a:sx n="95" d="100"/>
          <a:sy n="95" d="100"/>
        </p:scale>
        <p:origin x="666" y="-9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Tree-Data-Structure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1308"/>
            <a:ext cx="9144000" cy="692165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8793" y="3416531"/>
            <a:ext cx="2128058" cy="172073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TREES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Tree-Data-Structure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" y="124691"/>
            <a:ext cx="9144000" cy="673330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Tree-Data-Structure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4771"/>
            <a:ext cx="9144000" cy="694819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Tree-Data-Structure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3207"/>
            <a:ext cx="9144000" cy="56675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Tree-Data-Structure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Tree-Data-Structure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Tree-Data-Structure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Tree-Data-Structure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Tree-Data-Structure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Tree-Data-Structure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Tree-Data-Structure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Tree-Data-Structure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98764" y="6251171"/>
            <a:ext cx="3208712" cy="822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Tree-Data-Structure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8189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Tree-Data-Structure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8189" y="223197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Tree-Data-Structure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4637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Tree-Data-Structure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295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Tree-Data-Structure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502" y="11513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Tree-Data-Structure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295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-Tree-Data-Structure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-Tree-Data-Structure-2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6448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1-Tree-Data-Structure-2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1262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2-Tree-Data-Structure-2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3-Tree-Data-Structure-2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6573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4-Tree-Data-Structure-2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764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5-Tree-Data-Structure-2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25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6-Tree-Data-Structure-2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138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7-Tree-Data-Structure-2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8-Tree-Data-Structure-2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818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9-Tree-Data-Structure-2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38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0-Tree-Data-Structure-3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632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1-Tree-Data-Structure-3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1633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2-Tree-Data-Structure-3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5008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3-Tree-Data-Structure-3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4637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4-Tree-Data-Structure-3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382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5-Tree-Data-Structure-3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2579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6-Tree-Data-Structure-3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801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7-Tree-Data-Structure-3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3073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8-Tree-Data-Structure-3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138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9-Tree-Data-Structure-3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332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0-Tree-Data-Structure-4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1263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1-Tree-Data-Structure-4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9822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2-Tree-Data-Structure-4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8189" y="14007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3-Tree-Data-Structure-4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25938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4-Tree-Data-Structure-4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3073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5-Tree-Data-Structure-4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818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6-Tree-Data-Structure-4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94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7-Tree-Data-Structure-4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8-Tree-Data-Structure-4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9-Tree-Data-Structure-4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50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0-Tree-Data-Structure-5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6572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1-Tree-Data-Structure-5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6448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2-Tree-Data-Structure-5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437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3-Tree-Data-Structure-5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4-Tree-Data-Structure-5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069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5-Tree-Data-Structure-5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94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6-Tree-Data-Structure-5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6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7-Tree-Data-Structure-5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476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8-Tree-Data-Structure-5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2949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9-Tree-Data-Structure-5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620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1-Tree-Data-Structure-6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2-Tree-Data-Structure-6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3-Tree-Data-Structure-6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</Words>
  <Application>Microsoft Office PowerPoint</Application>
  <PresentationFormat>On-screen Show (4:3)</PresentationFormat>
  <Paragraphs>1</Paragraphs>
  <Slides>62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Administrator</dc:creator>
  <cp:keywords/>
  <dc:description>generated using python-pptx</dc:description>
  <cp:lastModifiedBy>Dr. Raheela Asif</cp:lastModifiedBy>
  <cp:revision>4</cp:revision>
  <dcterms:created xsi:type="dcterms:W3CDTF">2013-01-27T09:14:16Z</dcterms:created>
  <dcterms:modified xsi:type="dcterms:W3CDTF">2025-11-04T03:35:49Z</dcterms:modified>
  <cp:category/>
</cp:coreProperties>
</file>