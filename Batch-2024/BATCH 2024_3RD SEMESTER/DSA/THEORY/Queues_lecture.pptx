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8608" y="1863969"/>
            <a:ext cx="2620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 smtClean="0"/>
              <a:t>QUEUES</a:t>
            </a:r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3326385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queue-its-application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queue-its-application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queue-its-application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queue-its-application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queue-its-application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queue-its-application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queue-its-application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queue-its-application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queue-its-application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queue-its-application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queue-its-application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queue-its-application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queue-its-application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queue-its-application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queue-its-application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queue-its-application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queue-its-application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queue-its-application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queue-its-application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queue-its-application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queue-its-application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queue-its-application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queue-its-application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Office PowerPoint</Application>
  <PresentationFormat>On-screen Show (4:3)</PresentationFormat>
  <Paragraphs>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2025-10-23T10:38:12Z</dcterms:modified>
  <cp:category/>
</cp:coreProperties>
</file>