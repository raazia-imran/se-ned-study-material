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6858000" cx="9144000"/>
  <p:notesSz cx="7315200" cy="9601200"/>
  <p:embeddedFontLst>
    <p:embeddedFont>
      <p:font typeface="Book Antiqua"/>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4" roundtripDataSignature="AMtx7mh/T/4mRTKjs1+epf5+GJGbVmsg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BookAntiqua-bold.fntdata"/><Relationship Id="rId50" Type="http://schemas.openxmlformats.org/officeDocument/2006/relationships/font" Target="fonts/BookAntiqua-regular.fntdata"/><Relationship Id="rId53" Type="http://schemas.openxmlformats.org/officeDocument/2006/relationships/font" Target="fonts/BookAntiqua-boldItalic.fntdata"/><Relationship Id="rId52" Type="http://schemas.openxmlformats.org/officeDocument/2006/relationships/font" Target="fonts/BookAntiqua-italic.fntdata"/><Relationship Id="rId11" Type="http://schemas.openxmlformats.org/officeDocument/2006/relationships/slide" Target="slides/slide6.xml"/><Relationship Id="rId10" Type="http://schemas.openxmlformats.org/officeDocument/2006/relationships/slide" Target="slides/slide5.xml"/><Relationship Id="rId54"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8650" cy="479425"/>
          </a:xfrm>
          <a:prstGeom prst="rect">
            <a:avLst/>
          </a:prstGeom>
          <a:noFill/>
          <a:ln>
            <a:noFill/>
          </a:ln>
        </p:spPr>
        <p:txBody>
          <a:bodyPr anchorCtr="0" anchor="t" bIns="48325" lIns="96625" spcFirstLastPara="1" rIns="96625" wrap="square" tIns="48325">
            <a:noAutofit/>
          </a:bodyPr>
          <a:lstStyle>
            <a:lvl1pPr lvl="0" marR="0" rtl="0" algn="l">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3375" y="0"/>
            <a:ext cx="3170238" cy="479425"/>
          </a:xfrm>
          <a:prstGeom prst="rect">
            <a:avLst/>
          </a:prstGeom>
          <a:noFill/>
          <a:ln>
            <a:noFill/>
          </a:ln>
        </p:spPr>
        <p:txBody>
          <a:bodyPr anchorCtr="0" anchor="t" bIns="48325" lIns="96625" spcFirstLastPara="1" rIns="96625" wrap="square" tIns="48325">
            <a:noAutofit/>
          </a:bodyPr>
          <a:lstStyle>
            <a:lvl1pPr lvl="0" marR="0" rtl="0" algn="r">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0250" y="4560888"/>
            <a:ext cx="5854700" cy="4319587"/>
          </a:xfrm>
          <a:prstGeom prst="rect">
            <a:avLst/>
          </a:prstGeom>
          <a:noFill/>
          <a:ln>
            <a:noFill/>
          </a:ln>
        </p:spPr>
        <p:txBody>
          <a:bodyPr anchorCtr="0" anchor="t" bIns="48325" lIns="96625" spcFirstLastPara="1" rIns="96625" wrap="square" tIns="48325">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20188"/>
            <a:ext cx="3168650" cy="479425"/>
          </a:xfrm>
          <a:prstGeom prst="rect">
            <a:avLst/>
          </a:prstGeom>
          <a:noFill/>
          <a:ln>
            <a:noFill/>
          </a:ln>
        </p:spPr>
        <p:txBody>
          <a:bodyPr anchorCtr="0" anchor="b" bIns="48325" lIns="96625" spcFirstLastPara="1" rIns="96625" wrap="square" tIns="48325">
            <a:noAutofit/>
          </a:bodyPr>
          <a:lstStyle>
            <a:lvl1pPr lvl="0" marR="0" rtl="0" algn="l">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3375" y="9120188"/>
            <a:ext cx="3170238" cy="479425"/>
          </a:xfrm>
          <a:prstGeom prst="rect">
            <a:avLst/>
          </a:prstGeom>
          <a:noFill/>
          <a:ln>
            <a:noFill/>
          </a:ln>
        </p:spPr>
        <p:txBody>
          <a:bodyPr anchorCtr="0" anchor="b" bIns="48325" lIns="96625" spcFirstLastPara="1" rIns="96625" wrap="square" tIns="4832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6" name="Google Shape;86;p1:notes"/>
          <p:cNvSpPr txBox="1"/>
          <p:nvPr>
            <p:ph idx="1" type="body"/>
          </p:nvPr>
        </p:nvSpPr>
        <p:spPr>
          <a:xfrm>
            <a:off x="730250" y="4560888"/>
            <a:ext cx="5854700" cy="4319587"/>
          </a:xfrm>
          <a:prstGeom prst="rect">
            <a:avLst/>
          </a:prstGeom>
          <a:noFill/>
          <a:ln>
            <a:noFill/>
          </a:ln>
        </p:spPr>
        <p:txBody>
          <a:bodyPr anchorCtr="0" anchor="t" bIns="48325" lIns="96625" spcFirstLastPara="1" rIns="96625" wrap="square" tIns="48325">
            <a:noAutofit/>
          </a:bodyPr>
          <a:lstStyle/>
          <a:p>
            <a:pPr indent="0" lvl="0" marL="0" rtl="0" algn="l">
              <a:spcBef>
                <a:spcPts val="0"/>
              </a:spcBef>
              <a:spcAft>
                <a:spcPts val="0"/>
              </a:spcAft>
              <a:buNone/>
            </a:pPr>
            <a:r>
              <a:t/>
            </a:r>
            <a:endParaRPr/>
          </a:p>
        </p:txBody>
      </p:sp>
      <p:sp>
        <p:nvSpPr>
          <p:cNvPr id="87" name="Google Shape;87;p1:notes"/>
          <p:cNvSpPr txBox="1"/>
          <p:nvPr>
            <p:ph idx="11" type="ftr"/>
          </p:nvPr>
        </p:nvSpPr>
        <p:spPr>
          <a:xfrm>
            <a:off x="0" y="9120188"/>
            <a:ext cx="3168650" cy="479425"/>
          </a:xfrm>
          <a:prstGeom prst="rect">
            <a:avLst/>
          </a:prstGeom>
          <a:noFill/>
          <a:ln>
            <a:noFill/>
          </a:ln>
        </p:spPr>
        <p:txBody>
          <a:bodyPr anchorCtr="0" anchor="b" bIns="48325" lIns="96625" spcFirstLastPara="1" rIns="96625" wrap="square" tIns="48325">
            <a:noAutofit/>
          </a:bodyPr>
          <a:lstStyle/>
          <a:p>
            <a:pPr indent="0" lvl="0" marL="0" rtl="0" algn="l">
              <a:spcBef>
                <a:spcPts val="0"/>
              </a:spcBef>
              <a:spcAft>
                <a:spcPts val="0"/>
              </a:spcAft>
              <a:buNone/>
            </a:pPr>
            <a:r>
              <a:rPr lang="en-US"/>
              <a:t>CS-222: Database Management Systems</a:t>
            </a:r>
            <a:endParaRPr/>
          </a:p>
        </p:txBody>
      </p:sp>
      <p:sp>
        <p:nvSpPr>
          <p:cNvPr id="88" name="Google Shape;88;p1:notes"/>
          <p:cNvSpPr txBox="1"/>
          <p:nvPr>
            <p:ph idx="12" type="sldNum"/>
          </p:nvPr>
        </p:nvSpPr>
        <p:spPr>
          <a:xfrm>
            <a:off x="4143375" y="9120188"/>
            <a:ext cx="3170238" cy="479425"/>
          </a:xfrm>
          <a:prstGeom prst="rect">
            <a:avLst/>
          </a:prstGeom>
          <a:noFill/>
          <a:ln>
            <a:noFill/>
          </a:ln>
        </p:spPr>
        <p:txBody>
          <a:bodyPr anchorCtr="0" anchor="b" bIns="48325" lIns="96625" spcFirstLastPara="1" rIns="96625"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96" name="Google Shape;96;p2: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103" name="Google Shape;103;p3: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110" name="Google Shape;110;p4: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117" name="Google Shape;117;p5: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127" name="Google Shape;127;p6: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134" name="Google Shape;134;p7: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140" name="Google Shape;140;p8: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147" name="Google Shape;147;p9: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155" name="Google Shape;155;p10: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163" name="Google Shape;163;p11: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170" name="Google Shape;170;p12: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177" name="Google Shape;177;p13: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186" name="Google Shape;186;p14: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5: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197" name="Google Shape;197;p15: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6: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204" name="Google Shape;204;p16: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7: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213" name="Google Shape;213;p17: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8: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220" name="Google Shape;220;p18: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9: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227" name="Google Shape;227;p19: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0: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234" name="Google Shape;234;p20: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1: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241" name="Google Shape;241;p21: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2: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248" name="Google Shape;248;p22: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3: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255" name="Google Shape;255;p23: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4: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262" name="Google Shape;262;p24: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5: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269" name="Google Shape;269;p25: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6: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278" name="Google Shape;278;p26: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7: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308" name="Google Shape;308;p27: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8: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315" name="Google Shape;315;p28: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9: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322" name="Google Shape;322;p29: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0: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331" name="Google Shape;331;p30: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1: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340" name="Google Shape;340;p31: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2: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348" name="Google Shape;348;p32: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3: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356" name="Google Shape;356;p33: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4: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365" name="Google Shape;365;p34: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5: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372" name="Google Shape;372;p35: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6: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379" name="Google Shape;379;p36: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7: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386" name="Google Shape;386;p37: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8: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394" name="Google Shape;394;p38: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9: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401" name="Google Shape;401;p39: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0: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412" name="Google Shape;412;p40: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41: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419" name="Google Shape;419;p41: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2: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426" name="Google Shape;426;p42: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43: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36" name="Google Shape;436;p43:notes"/>
          <p:cNvSpPr txBox="1"/>
          <p:nvPr>
            <p:ph idx="1" type="body"/>
          </p:nvPr>
        </p:nvSpPr>
        <p:spPr>
          <a:xfrm>
            <a:off x="730250" y="4560888"/>
            <a:ext cx="5854700" cy="4319587"/>
          </a:xfrm>
          <a:prstGeom prst="rect">
            <a:avLst/>
          </a:prstGeom>
          <a:noFill/>
          <a:ln>
            <a:noFill/>
          </a:ln>
        </p:spPr>
        <p:txBody>
          <a:bodyPr anchorCtr="0" anchor="t" bIns="48325" lIns="96625" spcFirstLastPara="1" rIns="96625" wrap="square" tIns="48325">
            <a:noAutofit/>
          </a:bodyPr>
          <a:lstStyle/>
          <a:p>
            <a:pPr indent="0" lvl="0" marL="0" rtl="0" algn="l">
              <a:spcBef>
                <a:spcPts val="0"/>
              </a:spcBef>
              <a:spcAft>
                <a:spcPts val="0"/>
              </a:spcAft>
              <a:buNone/>
            </a:pPr>
            <a:r>
              <a:t/>
            </a:r>
            <a:endParaRPr/>
          </a:p>
        </p:txBody>
      </p:sp>
      <p:sp>
        <p:nvSpPr>
          <p:cNvPr id="437" name="Google Shape;437;p43:notes"/>
          <p:cNvSpPr txBox="1"/>
          <p:nvPr>
            <p:ph idx="11" type="ftr"/>
          </p:nvPr>
        </p:nvSpPr>
        <p:spPr>
          <a:xfrm>
            <a:off x="0" y="9120188"/>
            <a:ext cx="3168650" cy="479425"/>
          </a:xfrm>
          <a:prstGeom prst="rect">
            <a:avLst/>
          </a:prstGeom>
          <a:noFill/>
          <a:ln>
            <a:noFill/>
          </a:ln>
        </p:spPr>
        <p:txBody>
          <a:bodyPr anchorCtr="0" anchor="b" bIns="48325" lIns="96625" spcFirstLastPara="1" rIns="96625" wrap="square" tIns="48325">
            <a:noAutofit/>
          </a:bodyPr>
          <a:lstStyle/>
          <a:p>
            <a:pPr indent="0" lvl="0" marL="0" rtl="0" algn="l">
              <a:spcBef>
                <a:spcPts val="0"/>
              </a:spcBef>
              <a:spcAft>
                <a:spcPts val="0"/>
              </a:spcAft>
              <a:buNone/>
            </a:pPr>
            <a:r>
              <a:rPr lang="en-US"/>
              <a:t>CS-222: Database Management Systems</a:t>
            </a:r>
            <a:endParaRPr/>
          </a:p>
        </p:txBody>
      </p:sp>
      <p:sp>
        <p:nvSpPr>
          <p:cNvPr id="438" name="Google Shape;438;p43:notes"/>
          <p:cNvSpPr txBox="1"/>
          <p:nvPr>
            <p:ph idx="12" type="sldNum"/>
          </p:nvPr>
        </p:nvSpPr>
        <p:spPr>
          <a:xfrm>
            <a:off x="4143375" y="9120188"/>
            <a:ext cx="3170238" cy="479425"/>
          </a:xfrm>
          <a:prstGeom prst="rect">
            <a:avLst/>
          </a:prstGeom>
          <a:noFill/>
          <a:ln>
            <a:noFill/>
          </a:ln>
        </p:spPr>
        <p:txBody>
          <a:bodyPr anchorCtr="0" anchor="b" bIns="48325" lIns="96625" spcFirstLastPara="1" rIns="96625"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4:notes"/>
          <p:cNvSpPr txBox="1"/>
          <p:nvPr>
            <p:ph idx="1" type="body"/>
          </p:nvPr>
        </p:nvSpPr>
        <p:spPr>
          <a:xfrm>
            <a:off x="730250" y="4560888"/>
            <a:ext cx="5854700" cy="4319587"/>
          </a:xfrm>
          <a:prstGeom prst="rect">
            <a:avLst/>
          </a:prstGeom>
        </p:spPr>
        <p:txBody>
          <a:bodyPr anchorCtr="0" anchor="t" bIns="48325" lIns="96625" spcFirstLastPara="1" rIns="96625" wrap="square" tIns="48325">
            <a:noAutofit/>
          </a:bodyPr>
          <a:lstStyle/>
          <a:p>
            <a:pPr indent="0" lvl="0" marL="0" rtl="0" algn="l">
              <a:spcBef>
                <a:spcPts val="360"/>
              </a:spcBef>
              <a:spcAft>
                <a:spcPts val="0"/>
              </a:spcAft>
              <a:buNone/>
            </a:pPr>
            <a:r>
              <a:t/>
            </a:r>
            <a:endParaRPr/>
          </a:p>
        </p:txBody>
      </p:sp>
      <p:sp>
        <p:nvSpPr>
          <p:cNvPr id="447" name="Google Shape;447;p44:notes"/>
          <p:cNvSpPr/>
          <p:nvPr>
            <p:ph idx="2" type="sldImg"/>
          </p:nvPr>
        </p:nvSpPr>
        <p:spPr>
          <a:xfrm>
            <a:off x="1257300" y="720725"/>
            <a:ext cx="4802188"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6"/>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6"/>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4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solidFill>
                  <a:srgbClr val="000000"/>
                </a:solidFill>
              </a:defRPr>
            </a:lvl1pPr>
            <a:lvl2pPr indent="0" lvl="1" marL="0" algn="r">
              <a:spcBef>
                <a:spcPts val="0"/>
              </a:spcBef>
              <a:spcAft>
                <a:spcPts val="0"/>
              </a:spcAft>
              <a:buNone/>
              <a:defRPr>
                <a:solidFill>
                  <a:srgbClr val="000000"/>
                </a:solidFill>
              </a:defRPr>
            </a:lvl2pPr>
            <a:lvl3pPr indent="0" lvl="2" marL="0" algn="r">
              <a:spcBef>
                <a:spcPts val="0"/>
              </a:spcBef>
              <a:spcAft>
                <a:spcPts val="0"/>
              </a:spcAft>
              <a:buNone/>
              <a:defRPr>
                <a:solidFill>
                  <a:srgbClr val="000000"/>
                </a:solidFill>
              </a:defRPr>
            </a:lvl3pPr>
            <a:lvl4pPr indent="0" lvl="3" marL="0" algn="r">
              <a:spcBef>
                <a:spcPts val="0"/>
              </a:spcBef>
              <a:spcAft>
                <a:spcPts val="0"/>
              </a:spcAft>
              <a:buNone/>
              <a:defRPr>
                <a:solidFill>
                  <a:srgbClr val="000000"/>
                </a:solidFill>
              </a:defRPr>
            </a:lvl4pPr>
            <a:lvl5pPr indent="0" lvl="4" marL="0" algn="r">
              <a:spcBef>
                <a:spcPts val="0"/>
              </a:spcBef>
              <a:spcAft>
                <a:spcPts val="0"/>
              </a:spcAft>
              <a:buNone/>
              <a:defRPr>
                <a:solidFill>
                  <a:srgbClr val="000000"/>
                </a:solidFill>
              </a:defRPr>
            </a:lvl5pPr>
            <a:lvl6pPr indent="0" lvl="5" marL="0" algn="r">
              <a:spcBef>
                <a:spcPts val="0"/>
              </a:spcBef>
              <a:spcAft>
                <a:spcPts val="0"/>
              </a:spcAft>
              <a:buNone/>
              <a:defRPr>
                <a:solidFill>
                  <a:srgbClr val="000000"/>
                </a:solidFill>
              </a:defRPr>
            </a:lvl6pPr>
            <a:lvl7pPr indent="0" lvl="6" marL="0" algn="r">
              <a:spcBef>
                <a:spcPts val="0"/>
              </a:spcBef>
              <a:spcAft>
                <a:spcPts val="0"/>
              </a:spcAft>
              <a:buNone/>
              <a:defRPr>
                <a:solidFill>
                  <a:srgbClr val="000000"/>
                </a:solidFill>
              </a:defRPr>
            </a:lvl7pPr>
            <a:lvl8pPr indent="0" lvl="7" marL="0" algn="r">
              <a:spcBef>
                <a:spcPts val="0"/>
              </a:spcBef>
              <a:spcAft>
                <a:spcPts val="0"/>
              </a:spcAft>
              <a:buNone/>
              <a:defRPr>
                <a:solidFill>
                  <a:srgbClr val="000000"/>
                </a:solidFill>
              </a:defRPr>
            </a:lvl8pPr>
            <a:lvl9pPr indent="0" lvl="8" marL="0" algn="r">
              <a:spcBef>
                <a:spcPts val="0"/>
              </a:spcBef>
              <a:spcAft>
                <a:spcPts val="0"/>
              </a:spcAft>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500">
        <p14:doors dir="vert"/>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4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solidFill>
                  <a:srgbClr val="000000"/>
                </a:solidFill>
              </a:defRPr>
            </a:lvl1pPr>
            <a:lvl2pPr indent="0" lvl="1" marL="0" algn="r">
              <a:spcBef>
                <a:spcPts val="0"/>
              </a:spcBef>
              <a:spcAft>
                <a:spcPts val="0"/>
              </a:spcAft>
              <a:buNone/>
              <a:defRPr>
                <a:solidFill>
                  <a:srgbClr val="000000"/>
                </a:solidFill>
              </a:defRPr>
            </a:lvl2pPr>
            <a:lvl3pPr indent="0" lvl="2" marL="0" algn="r">
              <a:spcBef>
                <a:spcPts val="0"/>
              </a:spcBef>
              <a:spcAft>
                <a:spcPts val="0"/>
              </a:spcAft>
              <a:buNone/>
              <a:defRPr>
                <a:solidFill>
                  <a:srgbClr val="000000"/>
                </a:solidFill>
              </a:defRPr>
            </a:lvl3pPr>
            <a:lvl4pPr indent="0" lvl="3" marL="0" algn="r">
              <a:spcBef>
                <a:spcPts val="0"/>
              </a:spcBef>
              <a:spcAft>
                <a:spcPts val="0"/>
              </a:spcAft>
              <a:buNone/>
              <a:defRPr>
                <a:solidFill>
                  <a:srgbClr val="000000"/>
                </a:solidFill>
              </a:defRPr>
            </a:lvl4pPr>
            <a:lvl5pPr indent="0" lvl="4" marL="0" algn="r">
              <a:spcBef>
                <a:spcPts val="0"/>
              </a:spcBef>
              <a:spcAft>
                <a:spcPts val="0"/>
              </a:spcAft>
              <a:buNone/>
              <a:defRPr>
                <a:solidFill>
                  <a:srgbClr val="000000"/>
                </a:solidFill>
              </a:defRPr>
            </a:lvl5pPr>
            <a:lvl6pPr indent="0" lvl="5" marL="0" algn="r">
              <a:spcBef>
                <a:spcPts val="0"/>
              </a:spcBef>
              <a:spcAft>
                <a:spcPts val="0"/>
              </a:spcAft>
              <a:buNone/>
              <a:defRPr>
                <a:solidFill>
                  <a:srgbClr val="000000"/>
                </a:solidFill>
              </a:defRPr>
            </a:lvl6pPr>
            <a:lvl7pPr indent="0" lvl="6" marL="0" algn="r">
              <a:spcBef>
                <a:spcPts val="0"/>
              </a:spcBef>
              <a:spcAft>
                <a:spcPts val="0"/>
              </a:spcAft>
              <a:buNone/>
              <a:defRPr>
                <a:solidFill>
                  <a:srgbClr val="000000"/>
                </a:solidFill>
              </a:defRPr>
            </a:lvl7pPr>
            <a:lvl8pPr indent="0" lvl="7" marL="0" algn="r">
              <a:spcBef>
                <a:spcPts val="0"/>
              </a:spcBef>
              <a:spcAft>
                <a:spcPts val="0"/>
              </a:spcAft>
              <a:buNone/>
              <a:defRPr>
                <a:solidFill>
                  <a:srgbClr val="000000"/>
                </a:solidFill>
              </a:defRPr>
            </a:lvl8pPr>
            <a:lvl9pPr indent="0" lvl="8" marL="0" algn="r">
              <a:spcBef>
                <a:spcPts val="0"/>
              </a:spcBef>
              <a:spcAft>
                <a:spcPts val="0"/>
              </a:spcAft>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500">
        <p14:doors dir="vert"/>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8"/>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8"/>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0" name="Google Shape;30;p4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solidFill>
                  <a:srgbClr val="000000"/>
                </a:solidFill>
              </a:defRPr>
            </a:lvl1pPr>
            <a:lvl2pPr indent="0" lvl="1" marL="0" algn="r">
              <a:spcBef>
                <a:spcPts val="0"/>
              </a:spcBef>
              <a:spcAft>
                <a:spcPts val="0"/>
              </a:spcAft>
              <a:buNone/>
              <a:defRPr>
                <a:solidFill>
                  <a:srgbClr val="000000"/>
                </a:solidFill>
              </a:defRPr>
            </a:lvl2pPr>
            <a:lvl3pPr indent="0" lvl="2" marL="0" algn="r">
              <a:spcBef>
                <a:spcPts val="0"/>
              </a:spcBef>
              <a:spcAft>
                <a:spcPts val="0"/>
              </a:spcAft>
              <a:buNone/>
              <a:defRPr>
                <a:solidFill>
                  <a:srgbClr val="000000"/>
                </a:solidFill>
              </a:defRPr>
            </a:lvl3pPr>
            <a:lvl4pPr indent="0" lvl="3" marL="0" algn="r">
              <a:spcBef>
                <a:spcPts val="0"/>
              </a:spcBef>
              <a:spcAft>
                <a:spcPts val="0"/>
              </a:spcAft>
              <a:buNone/>
              <a:defRPr>
                <a:solidFill>
                  <a:srgbClr val="000000"/>
                </a:solidFill>
              </a:defRPr>
            </a:lvl4pPr>
            <a:lvl5pPr indent="0" lvl="4" marL="0" algn="r">
              <a:spcBef>
                <a:spcPts val="0"/>
              </a:spcBef>
              <a:spcAft>
                <a:spcPts val="0"/>
              </a:spcAft>
              <a:buNone/>
              <a:defRPr>
                <a:solidFill>
                  <a:srgbClr val="000000"/>
                </a:solidFill>
              </a:defRPr>
            </a:lvl5pPr>
            <a:lvl6pPr indent="0" lvl="5" marL="0" algn="r">
              <a:spcBef>
                <a:spcPts val="0"/>
              </a:spcBef>
              <a:spcAft>
                <a:spcPts val="0"/>
              </a:spcAft>
              <a:buNone/>
              <a:defRPr>
                <a:solidFill>
                  <a:srgbClr val="000000"/>
                </a:solidFill>
              </a:defRPr>
            </a:lvl6pPr>
            <a:lvl7pPr indent="0" lvl="6" marL="0" algn="r">
              <a:spcBef>
                <a:spcPts val="0"/>
              </a:spcBef>
              <a:spcAft>
                <a:spcPts val="0"/>
              </a:spcAft>
              <a:buNone/>
              <a:defRPr>
                <a:solidFill>
                  <a:srgbClr val="000000"/>
                </a:solidFill>
              </a:defRPr>
            </a:lvl7pPr>
            <a:lvl8pPr indent="0" lvl="7" marL="0" algn="r">
              <a:spcBef>
                <a:spcPts val="0"/>
              </a:spcBef>
              <a:spcAft>
                <a:spcPts val="0"/>
              </a:spcAft>
              <a:buNone/>
              <a:defRPr>
                <a:solidFill>
                  <a:srgbClr val="000000"/>
                </a:solidFill>
              </a:defRPr>
            </a:lvl8pPr>
            <a:lvl9pPr indent="0" lvl="8" marL="0" algn="r">
              <a:spcBef>
                <a:spcPts val="0"/>
              </a:spcBef>
              <a:spcAft>
                <a:spcPts val="0"/>
              </a:spcAft>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500">
        <p14:doors dir="vert"/>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9"/>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49"/>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4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solidFill>
                  <a:srgbClr val="000000"/>
                </a:solidFill>
              </a:defRPr>
            </a:lvl1pPr>
            <a:lvl2pPr indent="0" lvl="1" marL="0" algn="r">
              <a:spcBef>
                <a:spcPts val="0"/>
              </a:spcBef>
              <a:spcAft>
                <a:spcPts val="0"/>
              </a:spcAft>
              <a:buNone/>
              <a:defRPr>
                <a:solidFill>
                  <a:srgbClr val="000000"/>
                </a:solidFill>
              </a:defRPr>
            </a:lvl2pPr>
            <a:lvl3pPr indent="0" lvl="2" marL="0" algn="r">
              <a:spcBef>
                <a:spcPts val="0"/>
              </a:spcBef>
              <a:spcAft>
                <a:spcPts val="0"/>
              </a:spcAft>
              <a:buNone/>
              <a:defRPr>
                <a:solidFill>
                  <a:srgbClr val="000000"/>
                </a:solidFill>
              </a:defRPr>
            </a:lvl3pPr>
            <a:lvl4pPr indent="0" lvl="3" marL="0" algn="r">
              <a:spcBef>
                <a:spcPts val="0"/>
              </a:spcBef>
              <a:spcAft>
                <a:spcPts val="0"/>
              </a:spcAft>
              <a:buNone/>
              <a:defRPr>
                <a:solidFill>
                  <a:srgbClr val="000000"/>
                </a:solidFill>
              </a:defRPr>
            </a:lvl4pPr>
            <a:lvl5pPr indent="0" lvl="4" marL="0" algn="r">
              <a:spcBef>
                <a:spcPts val="0"/>
              </a:spcBef>
              <a:spcAft>
                <a:spcPts val="0"/>
              </a:spcAft>
              <a:buNone/>
              <a:defRPr>
                <a:solidFill>
                  <a:srgbClr val="000000"/>
                </a:solidFill>
              </a:defRPr>
            </a:lvl5pPr>
            <a:lvl6pPr indent="0" lvl="5" marL="0" algn="r">
              <a:spcBef>
                <a:spcPts val="0"/>
              </a:spcBef>
              <a:spcAft>
                <a:spcPts val="0"/>
              </a:spcAft>
              <a:buNone/>
              <a:defRPr>
                <a:solidFill>
                  <a:srgbClr val="000000"/>
                </a:solidFill>
              </a:defRPr>
            </a:lvl6pPr>
            <a:lvl7pPr indent="0" lvl="6" marL="0" algn="r">
              <a:spcBef>
                <a:spcPts val="0"/>
              </a:spcBef>
              <a:spcAft>
                <a:spcPts val="0"/>
              </a:spcAft>
              <a:buNone/>
              <a:defRPr>
                <a:solidFill>
                  <a:srgbClr val="000000"/>
                </a:solidFill>
              </a:defRPr>
            </a:lvl7pPr>
            <a:lvl8pPr indent="0" lvl="7" marL="0" algn="r">
              <a:spcBef>
                <a:spcPts val="0"/>
              </a:spcBef>
              <a:spcAft>
                <a:spcPts val="0"/>
              </a:spcAft>
              <a:buNone/>
              <a:defRPr>
                <a:solidFill>
                  <a:srgbClr val="000000"/>
                </a:solidFill>
              </a:defRPr>
            </a:lvl8pPr>
            <a:lvl9pPr indent="0" lvl="8" marL="0" algn="r">
              <a:spcBef>
                <a:spcPts val="0"/>
              </a:spcBef>
              <a:spcAft>
                <a:spcPts val="0"/>
              </a:spcAft>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500">
        <p14:doors dir="vert"/>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0"/>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0"/>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3" name="Google Shape;43;p50"/>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50"/>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5" name="Google Shape;45;p50"/>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5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solidFill>
                  <a:srgbClr val="000000"/>
                </a:solidFill>
              </a:defRPr>
            </a:lvl1pPr>
            <a:lvl2pPr indent="0" lvl="1" marL="0" algn="r">
              <a:spcBef>
                <a:spcPts val="0"/>
              </a:spcBef>
              <a:spcAft>
                <a:spcPts val="0"/>
              </a:spcAft>
              <a:buNone/>
              <a:defRPr>
                <a:solidFill>
                  <a:srgbClr val="000000"/>
                </a:solidFill>
              </a:defRPr>
            </a:lvl2pPr>
            <a:lvl3pPr indent="0" lvl="2" marL="0" algn="r">
              <a:spcBef>
                <a:spcPts val="0"/>
              </a:spcBef>
              <a:spcAft>
                <a:spcPts val="0"/>
              </a:spcAft>
              <a:buNone/>
              <a:defRPr>
                <a:solidFill>
                  <a:srgbClr val="000000"/>
                </a:solidFill>
              </a:defRPr>
            </a:lvl3pPr>
            <a:lvl4pPr indent="0" lvl="3" marL="0" algn="r">
              <a:spcBef>
                <a:spcPts val="0"/>
              </a:spcBef>
              <a:spcAft>
                <a:spcPts val="0"/>
              </a:spcAft>
              <a:buNone/>
              <a:defRPr>
                <a:solidFill>
                  <a:srgbClr val="000000"/>
                </a:solidFill>
              </a:defRPr>
            </a:lvl4pPr>
            <a:lvl5pPr indent="0" lvl="4" marL="0" algn="r">
              <a:spcBef>
                <a:spcPts val="0"/>
              </a:spcBef>
              <a:spcAft>
                <a:spcPts val="0"/>
              </a:spcAft>
              <a:buNone/>
              <a:defRPr>
                <a:solidFill>
                  <a:srgbClr val="000000"/>
                </a:solidFill>
              </a:defRPr>
            </a:lvl5pPr>
            <a:lvl6pPr indent="0" lvl="5" marL="0" algn="r">
              <a:spcBef>
                <a:spcPts val="0"/>
              </a:spcBef>
              <a:spcAft>
                <a:spcPts val="0"/>
              </a:spcAft>
              <a:buNone/>
              <a:defRPr>
                <a:solidFill>
                  <a:srgbClr val="000000"/>
                </a:solidFill>
              </a:defRPr>
            </a:lvl6pPr>
            <a:lvl7pPr indent="0" lvl="6" marL="0" algn="r">
              <a:spcBef>
                <a:spcPts val="0"/>
              </a:spcBef>
              <a:spcAft>
                <a:spcPts val="0"/>
              </a:spcAft>
              <a:buNone/>
              <a:defRPr>
                <a:solidFill>
                  <a:srgbClr val="000000"/>
                </a:solidFill>
              </a:defRPr>
            </a:lvl7pPr>
            <a:lvl8pPr indent="0" lvl="7" marL="0" algn="r">
              <a:spcBef>
                <a:spcPts val="0"/>
              </a:spcBef>
              <a:spcAft>
                <a:spcPts val="0"/>
              </a:spcAft>
              <a:buNone/>
              <a:defRPr>
                <a:solidFill>
                  <a:srgbClr val="000000"/>
                </a:solidFill>
              </a:defRPr>
            </a:lvl8pPr>
            <a:lvl9pPr indent="0" lvl="8" marL="0" algn="r">
              <a:spcBef>
                <a:spcPts val="0"/>
              </a:spcBef>
              <a:spcAft>
                <a:spcPts val="0"/>
              </a:spcAft>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500">
        <p14:doors dir="vert"/>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solidFill>
                  <a:srgbClr val="000000"/>
                </a:solidFill>
              </a:defRPr>
            </a:lvl1pPr>
            <a:lvl2pPr indent="0" lvl="1" marL="0" algn="r">
              <a:spcBef>
                <a:spcPts val="0"/>
              </a:spcBef>
              <a:spcAft>
                <a:spcPts val="0"/>
              </a:spcAft>
              <a:buNone/>
              <a:defRPr>
                <a:solidFill>
                  <a:srgbClr val="000000"/>
                </a:solidFill>
              </a:defRPr>
            </a:lvl2pPr>
            <a:lvl3pPr indent="0" lvl="2" marL="0" algn="r">
              <a:spcBef>
                <a:spcPts val="0"/>
              </a:spcBef>
              <a:spcAft>
                <a:spcPts val="0"/>
              </a:spcAft>
              <a:buNone/>
              <a:defRPr>
                <a:solidFill>
                  <a:srgbClr val="000000"/>
                </a:solidFill>
              </a:defRPr>
            </a:lvl3pPr>
            <a:lvl4pPr indent="0" lvl="3" marL="0" algn="r">
              <a:spcBef>
                <a:spcPts val="0"/>
              </a:spcBef>
              <a:spcAft>
                <a:spcPts val="0"/>
              </a:spcAft>
              <a:buNone/>
              <a:defRPr>
                <a:solidFill>
                  <a:srgbClr val="000000"/>
                </a:solidFill>
              </a:defRPr>
            </a:lvl4pPr>
            <a:lvl5pPr indent="0" lvl="4" marL="0" algn="r">
              <a:spcBef>
                <a:spcPts val="0"/>
              </a:spcBef>
              <a:spcAft>
                <a:spcPts val="0"/>
              </a:spcAft>
              <a:buNone/>
              <a:defRPr>
                <a:solidFill>
                  <a:srgbClr val="000000"/>
                </a:solidFill>
              </a:defRPr>
            </a:lvl5pPr>
            <a:lvl6pPr indent="0" lvl="5" marL="0" algn="r">
              <a:spcBef>
                <a:spcPts val="0"/>
              </a:spcBef>
              <a:spcAft>
                <a:spcPts val="0"/>
              </a:spcAft>
              <a:buNone/>
              <a:defRPr>
                <a:solidFill>
                  <a:srgbClr val="000000"/>
                </a:solidFill>
              </a:defRPr>
            </a:lvl6pPr>
            <a:lvl7pPr indent="0" lvl="6" marL="0" algn="r">
              <a:spcBef>
                <a:spcPts val="0"/>
              </a:spcBef>
              <a:spcAft>
                <a:spcPts val="0"/>
              </a:spcAft>
              <a:buNone/>
              <a:defRPr>
                <a:solidFill>
                  <a:srgbClr val="000000"/>
                </a:solidFill>
              </a:defRPr>
            </a:lvl7pPr>
            <a:lvl8pPr indent="0" lvl="7" marL="0" algn="r">
              <a:spcBef>
                <a:spcPts val="0"/>
              </a:spcBef>
              <a:spcAft>
                <a:spcPts val="0"/>
              </a:spcAft>
              <a:buNone/>
              <a:defRPr>
                <a:solidFill>
                  <a:srgbClr val="000000"/>
                </a:solidFill>
              </a:defRPr>
            </a:lvl8pPr>
            <a:lvl9pPr indent="0" lvl="8" marL="0" algn="r">
              <a:spcBef>
                <a:spcPts val="0"/>
              </a:spcBef>
              <a:spcAft>
                <a:spcPts val="0"/>
              </a:spcAft>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500">
        <p14:doors dir="vert"/>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5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solidFill>
                  <a:srgbClr val="000000"/>
                </a:solidFill>
              </a:defRPr>
            </a:lvl1pPr>
            <a:lvl2pPr indent="0" lvl="1" marL="0" algn="r">
              <a:spcBef>
                <a:spcPts val="0"/>
              </a:spcBef>
              <a:spcAft>
                <a:spcPts val="0"/>
              </a:spcAft>
              <a:buNone/>
              <a:defRPr>
                <a:solidFill>
                  <a:srgbClr val="000000"/>
                </a:solidFill>
              </a:defRPr>
            </a:lvl2pPr>
            <a:lvl3pPr indent="0" lvl="2" marL="0" algn="r">
              <a:spcBef>
                <a:spcPts val="0"/>
              </a:spcBef>
              <a:spcAft>
                <a:spcPts val="0"/>
              </a:spcAft>
              <a:buNone/>
              <a:defRPr>
                <a:solidFill>
                  <a:srgbClr val="000000"/>
                </a:solidFill>
              </a:defRPr>
            </a:lvl3pPr>
            <a:lvl4pPr indent="0" lvl="3" marL="0" algn="r">
              <a:spcBef>
                <a:spcPts val="0"/>
              </a:spcBef>
              <a:spcAft>
                <a:spcPts val="0"/>
              </a:spcAft>
              <a:buNone/>
              <a:defRPr>
                <a:solidFill>
                  <a:srgbClr val="000000"/>
                </a:solidFill>
              </a:defRPr>
            </a:lvl4pPr>
            <a:lvl5pPr indent="0" lvl="4" marL="0" algn="r">
              <a:spcBef>
                <a:spcPts val="0"/>
              </a:spcBef>
              <a:spcAft>
                <a:spcPts val="0"/>
              </a:spcAft>
              <a:buNone/>
              <a:defRPr>
                <a:solidFill>
                  <a:srgbClr val="000000"/>
                </a:solidFill>
              </a:defRPr>
            </a:lvl5pPr>
            <a:lvl6pPr indent="0" lvl="5" marL="0" algn="r">
              <a:spcBef>
                <a:spcPts val="0"/>
              </a:spcBef>
              <a:spcAft>
                <a:spcPts val="0"/>
              </a:spcAft>
              <a:buNone/>
              <a:defRPr>
                <a:solidFill>
                  <a:srgbClr val="000000"/>
                </a:solidFill>
              </a:defRPr>
            </a:lvl6pPr>
            <a:lvl7pPr indent="0" lvl="6" marL="0" algn="r">
              <a:spcBef>
                <a:spcPts val="0"/>
              </a:spcBef>
              <a:spcAft>
                <a:spcPts val="0"/>
              </a:spcAft>
              <a:buNone/>
              <a:defRPr>
                <a:solidFill>
                  <a:srgbClr val="000000"/>
                </a:solidFill>
              </a:defRPr>
            </a:lvl7pPr>
            <a:lvl8pPr indent="0" lvl="7" marL="0" algn="r">
              <a:spcBef>
                <a:spcPts val="0"/>
              </a:spcBef>
              <a:spcAft>
                <a:spcPts val="0"/>
              </a:spcAft>
              <a:buNone/>
              <a:defRPr>
                <a:solidFill>
                  <a:srgbClr val="000000"/>
                </a:solidFill>
              </a:defRPr>
            </a:lvl8pPr>
            <a:lvl9pPr indent="0" lvl="8" marL="0" algn="r">
              <a:spcBef>
                <a:spcPts val="0"/>
              </a:spcBef>
              <a:spcAft>
                <a:spcPts val="0"/>
              </a:spcAft>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500">
        <p14:doors dir="vert"/>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3"/>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3"/>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53"/>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5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solidFill>
                  <a:srgbClr val="000000"/>
                </a:solidFill>
              </a:defRPr>
            </a:lvl1pPr>
            <a:lvl2pPr indent="0" lvl="1" marL="0" algn="r">
              <a:spcBef>
                <a:spcPts val="0"/>
              </a:spcBef>
              <a:spcAft>
                <a:spcPts val="0"/>
              </a:spcAft>
              <a:buNone/>
              <a:defRPr>
                <a:solidFill>
                  <a:srgbClr val="000000"/>
                </a:solidFill>
              </a:defRPr>
            </a:lvl2pPr>
            <a:lvl3pPr indent="0" lvl="2" marL="0" algn="r">
              <a:spcBef>
                <a:spcPts val="0"/>
              </a:spcBef>
              <a:spcAft>
                <a:spcPts val="0"/>
              </a:spcAft>
              <a:buNone/>
              <a:defRPr>
                <a:solidFill>
                  <a:srgbClr val="000000"/>
                </a:solidFill>
              </a:defRPr>
            </a:lvl3pPr>
            <a:lvl4pPr indent="0" lvl="3" marL="0" algn="r">
              <a:spcBef>
                <a:spcPts val="0"/>
              </a:spcBef>
              <a:spcAft>
                <a:spcPts val="0"/>
              </a:spcAft>
              <a:buNone/>
              <a:defRPr>
                <a:solidFill>
                  <a:srgbClr val="000000"/>
                </a:solidFill>
              </a:defRPr>
            </a:lvl4pPr>
            <a:lvl5pPr indent="0" lvl="4" marL="0" algn="r">
              <a:spcBef>
                <a:spcPts val="0"/>
              </a:spcBef>
              <a:spcAft>
                <a:spcPts val="0"/>
              </a:spcAft>
              <a:buNone/>
              <a:defRPr>
                <a:solidFill>
                  <a:srgbClr val="000000"/>
                </a:solidFill>
              </a:defRPr>
            </a:lvl5pPr>
            <a:lvl6pPr indent="0" lvl="5" marL="0" algn="r">
              <a:spcBef>
                <a:spcPts val="0"/>
              </a:spcBef>
              <a:spcAft>
                <a:spcPts val="0"/>
              </a:spcAft>
              <a:buNone/>
              <a:defRPr>
                <a:solidFill>
                  <a:srgbClr val="000000"/>
                </a:solidFill>
              </a:defRPr>
            </a:lvl6pPr>
            <a:lvl7pPr indent="0" lvl="6" marL="0" algn="r">
              <a:spcBef>
                <a:spcPts val="0"/>
              </a:spcBef>
              <a:spcAft>
                <a:spcPts val="0"/>
              </a:spcAft>
              <a:buNone/>
              <a:defRPr>
                <a:solidFill>
                  <a:srgbClr val="000000"/>
                </a:solidFill>
              </a:defRPr>
            </a:lvl7pPr>
            <a:lvl8pPr indent="0" lvl="7" marL="0" algn="r">
              <a:spcBef>
                <a:spcPts val="0"/>
              </a:spcBef>
              <a:spcAft>
                <a:spcPts val="0"/>
              </a:spcAft>
              <a:buNone/>
              <a:defRPr>
                <a:solidFill>
                  <a:srgbClr val="000000"/>
                </a:solidFill>
              </a:defRPr>
            </a:lvl8pPr>
            <a:lvl9pPr indent="0" lvl="8" marL="0" algn="r">
              <a:spcBef>
                <a:spcPts val="0"/>
              </a:spcBef>
              <a:spcAft>
                <a:spcPts val="0"/>
              </a:spcAft>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500">
        <p14:doors dir="vert"/>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4"/>
          <p:cNvSpPr/>
          <p:nvPr>
            <p:ph idx="2" type="pic"/>
          </p:nvPr>
        </p:nvSpPr>
        <p:spPr>
          <a:xfrm>
            <a:off x="3887391" y="987426"/>
            <a:ext cx="4629150" cy="4873625"/>
          </a:xfrm>
          <a:prstGeom prst="rect">
            <a:avLst/>
          </a:prstGeom>
          <a:noFill/>
          <a:ln>
            <a:noFill/>
          </a:ln>
        </p:spPr>
      </p:sp>
      <p:sp>
        <p:nvSpPr>
          <p:cNvPr id="68" name="Google Shape;68;p54"/>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5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solidFill>
                  <a:srgbClr val="000000"/>
                </a:solidFill>
              </a:defRPr>
            </a:lvl1pPr>
            <a:lvl2pPr indent="0" lvl="1" marL="0" algn="r">
              <a:spcBef>
                <a:spcPts val="0"/>
              </a:spcBef>
              <a:spcAft>
                <a:spcPts val="0"/>
              </a:spcAft>
              <a:buNone/>
              <a:defRPr>
                <a:solidFill>
                  <a:srgbClr val="000000"/>
                </a:solidFill>
              </a:defRPr>
            </a:lvl2pPr>
            <a:lvl3pPr indent="0" lvl="2" marL="0" algn="r">
              <a:spcBef>
                <a:spcPts val="0"/>
              </a:spcBef>
              <a:spcAft>
                <a:spcPts val="0"/>
              </a:spcAft>
              <a:buNone/>
              <a:defRPr>
                <a:solidFill>
                  <a:srgbClr val="000000"/>
                </a:solidFill>
              </a:defRPr>
            </a:lvl3pPr>
            <a:lvl4pPr indent="0" lvl="3" marL="0" algn="r">
              <a:spcBef>
                <a:spcPts val="0"/>
              </a:spcBef>
              <a:spcAft>
                <a:spcPts val="0"/>
              </a:spcAft>
              <a:buNone/>
              <a:defRPr>
                <a:solidFill>
                  <a:srgbClr val="000000"/>
                </a:solidFill>
              </a:defRPr>
            </a:lvl4pPr>
            <a:lvl5pPr indent="0" lvl="4" marL="0" algn="r">
              <a:spcBef>
                <a:spcPts val="0"/>
              </a:spcBef>
              <a:spcAft>
                <a:spcPts val="0"/>
              </a:spcAft>
              <a:buNone/>
              <a:defRPr>
                <a:solidFill>
                  <a:srgbClr val="000000"/>
                </a:solidFill>
              </a:defRPr>
            </a:lvl5pPr>
            <a:lvl6pPr indent="0" lvl="5" marL="0" algn="r">
              <a:spcBef>
                <a:spcPts val="0"/>
              </a:spcBef>
              <a:spcAft>
                <a:spcPts val="0"/>
              </a:spcAft>
              <a:buNone/>
              <a:defRPr>
                <a:solidFill>
                  <a:srgbClr val="000000"/>
                </a:solidFill>
              </a:defRPr>
            </a:lvl6pPr>
            <a:lvl7pPr indent="0" lvl="6" marL="0" algn="r">
              <a:spcBef>
                <a:spcPts val="0"/>
              </a:spcBef>
              <a:spcAft>
                <a:spcPts val="0"/>
              </a:spcAft>
              <a:buNone/>
              <a:defRPr>
                <a:solidFill>
                  <a:srgbClr val="000000"/>
                </a:solidFill>
              </a:defRPr>
            </a:lvl7pPr>
            <a:lvl8pPr indent="0" lvl="7" marL="0" algn="r">
              <a:spcBef>
                <a:spcPts val="0"/>
              </a:spcBef>
              <a:spcAft>
                <a:spcPts val="0"/>
              </a:spcAft>
              <a:buNone/>
              <a:defRPr>
                <a:solidFill>
                  <a:srgbClr val="000000"/>
                </a:solidFill>
              </a:defRPr>
            </a:lvl8pPr>
            <a:lvl9pPr indent="0" lvl="8" marL="0" algn="r">
              <a:spcBef>
                <a:spcPts val="0"/>
              </a:spcBef>
              <a:spcAft>
                <a:spcPts val="0"/>
              </a:spcAft>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500">
        <p14:doors dir="vert"/>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5"/>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5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solidFill>
                  <a:srgbClr val="000000"/>
                </a:solidFill>
              </a:defRPr>
            </a:lvl1pPr>
            <a:lvl2pPr indent="0" lvl="1" marL="0" algn="r">
              <a:spcBef>
                <a:spcPts val="0"/>
              </a:spcBef>
              <a:spcAft>
                <a:spcPts val="0"/>
              </a:spcAft>
              <a:buNone/>
              <a:defRPr>
                <a:solidFill>
                  <a:srgbClr val="000000"/>
                </a:solidFill>
              </a:defRPr>
            </a:lvl2pPr>
            <a:lvl3pPr indent="0" lvl="2" marL="0" algn="r">
              <a:spcBef>
                <a:spcPts val="0"/>
              </a:spcBef>
              <a:spcAft>
                <a:spcPts val="0"/>
              </a:spcAft>
              <a:buNone/>
              <a:defRPr>
                <a:solidFill>
                  <a:srgbClr val="000000"/>
                </a:solidFill>
              </a:defRPr>
            </a:lvl3pPr>
            <a:lvl4pPr indent="0" lvl="3" marL="0" algn="r">
              <a:spcBef>
                <a:spcPts val="0"/>
              </a:spcBef>
              <a:spcAft>
                <a:spcPts val="0"/>
              </a:spcAft>
              <a:buNone/>
              <a:defRPr>
                <a:solidFill>
                  <a:srgbClr val="000000"/>
                </a:solidFill>
              </a:defRPr>
            </a:lvl4pPr>
            <a:lvl5pPr indent="0" lvl="4" marL="0" algn="r">
              <a:spcBef>
                <a:spcPts val="0"/>
              </a:spcBef>
              <a:spcAft>
                <a:spcPts val="0"/>
              </a:spcAft>
              <a:buNone/>
              <a:defRPr>
                <a:solidFill>
                  <a:srgbClr val="000000"/>
                </a:solidFill>
              </a:defRPr>
            </a:lvl5pPr>
            <a:lvl6pPr indent="0" lvl="5" marL="0" algn="r">
              <a:spcBef>
                <a:spcPts val="0"/>
              </a:spcBef>
              <a:spcAft>
                <a:spcPts val="0"/>
              </a:spcAft>
              <a:buNone/>
              <a:defRPr>
                <a:solidFill>
                  <a:srgbClr val="000000"/>
                </a:solidFill>
              </a:defRPr>
            </a:lvl6pPr>
            <a:lvl7pPr indent="0" lvl="6" marL="0" algn="r">
              <a:spcBef>
                <a:spcPts val="0"/>
              </a:spcBef>
              <a:spcAft>
                <a:spcPts val="0"/>
              </a:spcAft>
              <a:buNone/>
              <a:defRPr>
                <a:solidFill>
                  <a:srgbClr val="000000"/>
                </a:solidFill>
              </a:defRPr>
            </a:lvl7pPr>
            <a:lvl8pPr indent="0" lvl="7" marL="0" algn="r">
              <a:spcBef>
                <a:spcPts val="0"/>
              </a:spcBef>
              <a:spcAft>
                <a:spcPts val="0"/>
              </a:spcAft>
              <a:buNone/>
              <a:defRPr>
                <a:solidFill>
                  <a:srgbClr val="000000"/>
                </a:solidFill>
              </a:defRPr>
            </a:lvl8pPr>
            <a:lvl9pPr indent="0" lvl="8" marL="0" algn="r">
              <a:spcBef>
                <a:spcPts val="0"/>
              </a:spcBef>
              <a:spcAft>
                <a:spcPts val="0"/>
              </a:spcAft>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500">
        <p14:doors dir="vert"/>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6"/>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6"/>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5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solidFill>
                  <a:srgbClr val="000000"/>
                </a:solidFill>
              </a:defRPr>
            </a:lvl1pPr>
            <a:lvl2pPr indent="0" lvl="1" marL="0" algn="r">
              <a:spcBef>
                <a:spcPts val="0"/>
              </a:spcBef>
              <a:spcAft>
                <a:spcPts val="0"/>
              </a:spcAft>
              <a:buNone/>
              <a:defRPr>
                <a:solidFill>
                  <a:srgbClr val="000000"/>
                </a:solidFill>
              </a:defRPr>
            </a:lvl2pPr>
            <a:lvl3pPr indent="0" lvl="2" marL="0" algn="r">
              <a:spcBef>
                <a:spcPts val="0"/>
              </a:spcBef>
              <a:spcAft>
                <a:spcPts val="0"/>
              </a:spcAft>
              <a:buNone/>
              <a:defRPr>
                <a:solidFill>
                  <a:srgbClr val="000000"/>
                </a:solidFill>
              </a:defRPr>
            </a:lvl3pPr>
            <a:lvl4pPr indent="0" lvl="3" marL="0" algn="r">
              <a:spcBef>
                <a:spcPts val="0"/>
              </a:spcBef>
              <a:spcAft>
                <a:spcPts val="0"/>
              </a:spcAft>
              <a:buNone/>
              <a:defRPr>
                <a:solidFill>
                  <a:srgbClr val="000000"/>
                </a:solidFill>
              </a:defRPr>
            </a:lvl4pPr>
            <a:lvl5pPr indent="0" lvl="4" marL="0" algn="r">
              <a:spcBef>
                <a:spcPts val="0"/>
              </a:spcBef>
              <a:spcAft>
                <a:spcPts val="0"/>
              </a:spcAft>
              <a:buNone/>
              <a:defRPr>
                <a:solidFill>
                  <a:srgbClr val="000000"/>
                </a:solidFill>
              </a:defRPr>
            </a:lvl5pPr>
            <a:lvl6pPr indent="0" lvl="5" marL="0" algn="r">
              <a:spcBef>
                <a:spcPts val="0"/>
              </a:spcBef>
              <a:spcAft>
                <a:spcPts val="0"/>
              </a:spcAft>
              <a:buNone/>
              <a:defRPr>
                <a:solidFill>
                  <a:srgbClr val="000000"/>
                </a:solidFill>
              </a:defRPr>
            </a:lvl6pPr>
            <a:lvl7pPr indent="0" lvl="6" marL="0" algn="r">
              <a:spcBef>
                <a:spcPts val="0"/>
              </a:spcBef>
              <a:spcAft>
                <a:spcPts val="0"/>
              </a:spcAft>
              <a:buNone/>
              <a:defRPr>
                <a:solidFill>
                  <a:srgbClr val="000000"/>
                </a:solidFill>
              </a:defRPr>
            </a:lvl7pPr>
            <a:lvl8pPr indent="0" lvl="7" marL="0" algn="r">
              <a:spcBef>
                <a:spcPts val="0"/>
              </a:spcBef>
              <a:spcAft>
                <a:spcPts val="0"/>
              </a:spcAft>
              <a:buNone/>
              <a:defRPr>
                <a:solidFill>
                  <a:srgbClr val="000000"/>
                </a:solidFill>
              </a:defRPr>
            </a:lvl8pPr>
            <a:lvl9pPr indent="0" lvl="8" marL="0" algn="r">
              <a:spcBef>
                <a:spcPts val="0"/>
              </a:spcBef>
              <a:spcAft>
                <a:spcPts val="0"/>
              </a:spcAft>
              <a:buNone/>
              <a:defRPr>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500">
        <p14:doors dir="vert"/>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4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4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4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900" u="none" cap="none" strike="noStrike">
                <a:solidFill>
                  <a:srgbClr val="000000"/>
                </a:solidFill>
                <a:latin typeface="Arial"/>
                <a:ea typeface="Arial"/>
                <a:cs typeface="Arial"/>
                <a:sym typeface="Arial"/>
              </a:defRPr>
            </a:lvl1pPr>
            <a:lvl2pPr indent="0" lvl="1" marL="0" marR="0" rtl="0" algn="r">
              <a:spcBef>
                <a:spcPts val="0"/>
              </a:spcBef>
              <a:spcAft>
                <a:spcPts val="0"/>
              </a:spcAft>
              <a:buNone/>
              <a:defRPr b="0" i="0" sz="900" u="none" cap="none" strike="noStrike">
                <a:solidFill>
                  <a:srgbClr val="000000"/>
                </a:solidFill>
                <a:latin typeface="Arial"/>
                <a:ea typeface="Arial"/>
                <a:cs typeface="Arial"/>
                <a:sym typeface="Arial"/>
              </a:defRPr>
            </a:lvl2pPr>
            <a:lvl3pPr indent="0" lvl="2" marL="0" marR="0" rtl="0" algn="r">
              <a:spcBef>
                <a:spcPts val="0"/>
              </a:spcBef>
              <a:spcAft>
                <a:spcPts val="0"/>
              </a:spcAft>
              <a:buNone/>
              <a:defRPr b="0" i="0" sz="900" u="none" cap="none" strike="noStrike">
                <a:solidFill>
                  <a:srgbClr val="000000"/>
                </a:solidFill>
                <a:latin typeface="Arial"/>
                <a:ea typeface="Arial"/>
                <a:cs typeface="Arial"/>
                <a:sym typeface="Arial"/>
              </a:defRPr>
            </a:lvl3pPr>
            <a:lvl4pPr indent="0" lvl="3" marL="0" marR="0" rtl="0" algn="r">
              <a:spcBef>
                <a:spcPts val="0"/>
              </a:spcBef>
              <a:spcAft>
                <a:spcPts val="0"/>
              </a:spcAft>
              <a:buNone/>
              <a:defRPr b="0" i="0" sz="900" u="none" cap="none" strike="noStrike">
                <a:solidFill>
                  <a:srgbClr val="000000"/>
                </a:solidFill>
                <a:latin typeface="Arial"/>
                <a:ea typeface="Arial"/>
                <a:cs typeface="Arial"/>
                <a:sym typeface="Arial"/>
              </a:defRPr>
            </a:lvl4pPr>
            <a:lvl5pPr indent="0" lvl="4" marL="0" marR="0" rtl="0" algn="r">
              <a:spcBef>
                <a:spcPts val="0"/>
              </a:spcBef>
              <a:spcAft>
                <a:spcPts val="0"/>
              </a:spcAft>
              <a:buNone/>
              <a:defRPr b="0" i="0" sz="900" u="none" cap="none" strike="noStrike">
                <a:solidFill>
                  <a:srgbClr val="000000"/>
                </a:solidFill>
                <a:latin typeface="Arial"/>
                <a:ea typeface="Arial"/>
                <a:cs typeface="Arial"/>
                <a:sym typeface="Arial"/>
              </a:defRPr>
            </a:lvl5pPr>
            <a:lvl6pPr indent="0" lvl="5" marL="0" marR="0" rtl="0" algn="r">
              <a:spcBef>
                <a:spcPts val="0"/>
              </a:spcBef>
              <a:spcAft>
                <a:spcPts val="0"/>
              </a:spcAft>
              <a:buNone/>
              <a:defRPr b="0" i="0" sz="900" u="none" cap="none" strike="noStrike">
                <a:solidFill>
                  <a:srgbClr val="000000"/>
                </a:solidFill>
                <a:latin typeface="Arial"/>
                <a:ea typeface="Arial"/>
                <a:cs typeface="Arial"/>
                <a:sym typeface="Arial"/>
              </a:defRPr>
            </a:lvl6pPr>
            <a:lvl7pPr indent="0" lvl="6" marL="0" marR="0" rtl="0" algn="r">
              <a:spcBef>
                <a:spcPts val="0"/>
              </a:spcBef>
              <a:spcAft>
                <a:spcPts val="0"/>
              </a:spcAft>
              <a:buNone/>
              <a:defRPr b="0" i="0" sz="900" u="none" cap="none" strike="noStrike">
                <a:solidFill>
                  <a:srgbClr val="000000"/>
                </a:solidFill>
                <a:latin typeface="Arial"/>
                <a:ea typeface="Arial"/>
                <a:cs typeface="Arial"/>
                <a:sym typeface="Arial"/>
              </a:defRPr>
            </a:lvl7pPr>
            <a:lvl8pPr indent="0" lvl="7" marL="0" marR="0" rtl="0" algn="r">
              <a:spcBef>
                <a:spcPts val="0"/>
              </a:spcBef>
              <a:spcAft>
                <a:spcPts val="0"/>
              </a:spcAft>
              <a:buNone/>
              <a:defRPr b="0" i="0" sz="900" u="none" cap="none" strike="noStrike">
                <a:solidFill>
                  <a:srgbClr val="000000"/>
                </a:solidFill>
                <a:latin typeface="Arial"/>
                <a:ea typeface="Arial"/>
                <a:cs typeface="Arial"/>
                <a:sym typeface="Arial"/>
              </a:defRPr>
            </a:lvl8pPr>
            <a:lvl9pPr indent="0" lvl="8" marL="0" marR="0" rtl="0" algn="r">
              <a:spcBef>
                <a:spcPts val="0"/>
              </a:spcBef>
              <a:spcAft>
                <a:spcPts val="0"/>
              </a:spcAft>
              <a:buNone/>
              <a:defRPr b="0" i="0" sz="9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1500">
        <p14:doors dir="vert"/>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5.png"/><Relationship Id="rId4" Type="http://schemas.openxmlformats.org/officeDocument/2006/relationships/image" Target="../media/image1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txBox="1"/>
          <p:nvPr>
            <p:ph type="ctrTitle"/>
          </p:nvPr>
        </p:nvSpPr>
        <p:spPr>
          <a:xfrm>
            <a:off x="685800" y="914401"/>
            <a:ext cx="7620000" cy="91439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lang="en-US" sz="3200"/>
              <a:t>Database Management System (SE-208</a:t>
            </a:r>
            <a:r>
              <a:rPr b="1" lang="en-US" sz="3200">
                <a:solidFill>
                  <a:srgbClr val="FF3300"/>
                </a:solidFill>
                <a:latin typeface="Book Antiqua"/>
                <a:ea typeface="Book Antiqua"/>
                <a:cs typeface="Book Antiqua"/>
                <a:sym typeface="Book Antiqua"/>
              </a:rPr>
              <a:t>)</a:t>
            </a:r>
            <a:endParaRPr b="1" sz="3600">
              <a:solidFill>
                <a:srgbClr val="FF3300"/>
              </a:solidFill>
              <a:latin typeface="Book Antiqua"/>
              <a:ea typeface="Book Antiqua"/>
              <a:cs typeface="Book Antiqua"/>
              <a:sym typeface="Book Antiqua"/>
            </a:endParaRPr>
          </a:p>
        </p:txBody>
      </p:sp>
      <p:sp>
        <p:nvSpPr>
          <p:cNvPr id="91" name="Google Shape;91;p1"/>
          <p:cNvSpPr txBox="1"/>
          <p:nvPr>
            <p:ph idx="1" type="subTitle"/>
          </p:nvPr>
        </p:nvSpPr>
        <p:spPr>
          <a:xfrm>
            <a:off x="419100" y="2209800"/>
            <a:ext cx="8305800" cy="2625725"/>
          </a:xfrm>
          <a:prstGeom prst="rect">
            <a:avLst/>
          </a:prstGeom>
          <a:noFill/>
          <a:ln>
            <a:noFill/>
          </a:ln>
        </p:spPr>
        <p:txBody>
          <a:bodyPr anchorCtr="0" anchor="t" bIns="45700" lIns="91425" spcFirstLastPara="1" rIns="91425" wrap="square" tIns="45700">
            <a:normAutofit fontScale="85000" lnSpcReduction="10000"/>
          </a:bodyPr>
          <a:lstStyle/>
          <a:p>
            <a:pPr indent="0" lvl="0" marL="0" rtl="0" algn="ctr">
              <a:lnSpc>
                <a:spcPct val="90000"/>
              </a:lnSpc>
              <a:spcBef>
                <a:spcPts val="0"/>
              </a:spcBef>
              <a:spcAft>
                <a:spcPts val="0"/>
              </a:spcAft>
              <a:buClr>
                <a:schemeClr val="dk1"/>
              </a:buClr>
              <a:buSzPct val="100000"/>
              <a:buNone/>
            </a:pPr>
            <a:r>
              <a:t/>
            </a:r>
            <a:endParaRPr b="1" i="1" sz="2800">
              <a:solidFill>
                <a:srgbClr val="990099"/>
              </a:solidFill>
              <a:latin typeface="Book Antiqua"/>
              <a:ea typeface="Book Antiqua"/>
              <a:cs typeface="Book Antiqua"/>
              <a:sym typeface="Book Antiqua"/>
            </a:endParaRPr>
          </a:p>
          <a:p>
            <a:pPr indent="0" lvl="0" marL="0" rtl="0" algn="ctr">
              <a:lnSpc>
                <a:spcPct val="90000"/>
              </a:lnSpc>
              <a:spcBef>
                <a:spcPts val="750"/>
              </a:spcBef>
              <a:spcAft>
                <a:spcPts val="0"/>
              </a:spcAft>
              <a:buClr>
                <a:schemeClr val="dk1"/>
              </a:buClr>
              <a:buSzPct val="100000"/>
              <a:buNone/>
            </a:pPr>
            <a:r>
              <a:rPr lang="en-US" sz="4400"/>
              <a:t>LECTURE: NORMALIZATION</a:t>
            </a:r>
            <a:endParaRPr sz="4400"/>
          </a:p>
          <a:p>
            <a:pPr indent="0" lvl="0" marL="0" rtl="0" algn="ctr">
              <a:lnSpc>
                <a:spcPct val="90000"/>
              </a:lnSpc>
              <a:spcBef>
                <a:spcPts val="750"/>
              </a:spcBef>
              <a:spcAft>
                <a:spcPts val="0"/>
              </a:spcAft>
              <a:buClr>
                <a:schemeClr val="dk1"/>
              </a:buClr>
              <a:buSzPct val="100000"/>
              <a:buNone/>
            </a:pPr>
            <a:br>
              <a:rPr lang="en-US" sz="4400"/>
            </a:br>
            <a:r>
              <a:rPr lang="en-US" sz="2400"/>
              <a:t>                                                                                                                                                                                                              Course Instructor: Engr. Ruqqiya Asad</a:t>
            </a:r>
            <a:endParaRPr sz="2400"/>
          </a:p>
          <a:p>
            <a:pPr indent="0" lvl="0" marL="0" rtl="0" algn="ctr">
              <a:lnSpc>
                <a:spcPct val="90000"/>
              </a:lnSpc>
              <a:spcBef>
                <a:spcPts val="750"/>
              </a:spcBef>
              <a:spcAft>
                <a:spcPts val="0"/>
              </a:spcAft>
              <a:buClr>
                <a:schemeClr val="dk1"/>
              </a:buClr>
              <a:buSzPct val="100000"/>
              <a:buNone/>
            </a:pPr>
            <a:br>
              <a:rPr lang="en-US" sz="2400"/>
            </a:br>
            <a:endParaRPr b="1" i="1" sz="2400">
              <a:solidFill>
                <a:srgbClr val="3333FF"/>
              </a:solidFill>
              <a:latin typeface="Book Antiqua"/>
              <a:ea typeface="Book Antiqua"/>
              <a:cs typeface="Book Antiqua"/>
              <a:sym typeface="Book Antiqua"/>
            </a:endParaRPr>
          </a:p>
        </p:txBody>
      </p:sp>
      <p:sp>
        <p:nvSpPr>
          <p:cNvPr id="92" name="Google Shape;92;p1"/>
          <p:cNvSpPr txBox="1"/>
          <p:nvPr>
            <p:ph idx="12" type="sldNum"/>
          </p:nvPr>
        </p:nvSpPr>
        <p:spPr>
          <a:xfrm>
            <a:off x="8534400" y="6207125"/>
            <a:ext cx="3810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id="93" name="Google Shape;93;p1"/>
          <p:cNvSpPr/>
          <p:nvPr/>
        </p:nvSpPr>
        <p:spPr>
          <a:xfrm>
            <a:off x="762000" y="6858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200" u="none" cap="none" strike="noStrike">
              <a:solidFill>
                <a:srgbClr val="CC6600"/>
              </a:solidFill>
              <a:latin typeface="Book Antiqua"/>
              <a:ea typeface="Book Antiqua"/>
              <a:cs typeface="Book Antiqua"/>
              <a:sym typeface="Book Antiqua"/>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lang="en-US"/>
            </a:br>
            <a:br>
              <a:rPr lang="en-US"/>
            </a:br>
            <a:r>
              <a:rPr lang="en-US"/>
              <a:t>The Purpose of Normalization</a:t>
            </a:r>
            <a:br>
              <a:rPr lang="en-US"/>
            </a:br>
            <a:br>
              <a:rPr lang="en-US"/>
            </a:br>
            <a:endParaRPr/>
          </a:p>
        </p:txBody>
      </p:sp>
      <p:sp>
        <p:nvSpPr>
          <p:cNvPr id="99" name="Google Shape;99;p2"/>
          <p:cNvSpPr txBox="1"/>
          <p:nvPr>
            <p:ph idx="1" type="body"/>
          </p:nvPr>
        </p:nvSpPr>
        <p:spPr>
          <a:xfrm>
            <a:off x="457200" y="1447800"/>
            <a:ext cx="7886700" cy="4351338"/>
          </a:xfrm>
          <a:prstGeom prst="rect">
            <a:avLst/>
          </a:prstGeom>
          <a:noFill/>
          <a:ln>
            <a:noFill/>
          </a:ln>
        </p:spPr>
        <p:txBody>
          <a:bodyPr anchorCtr="0" anchor="t" bIns="45700" lIns="91425" spcFirstLastPara="1" rIns="91425" wrap="square" tIns="45700">
            <a:normAutofit/>
          </a:bodyPr>
          <a:lstStyle/>
          <a:p>
            <a:pPr indent="-171450" lvl="0" marL="171450" rtl="0" algn="just">
              <a:lnSpc>
                <a:spcPct val="90000"/>
              </a:lnSpc>
              <a:spcBef>
                <a:spcPts val="0"/>
              </a:spcBef>
              <a:spcAft>
                <a:spcPts val="0"/>
              </a:spcAft>
              <a:buClr>
                <a:schemeClr val="dk1"/>
              </a:buClr>
              <a:buSzPts val="2000"/>
              <a:buChar char="•"/>
            </a:pPr>
            <a:r>
              <a:rPr lang="en-US" sz="2000"/>
              <a:t>A technique for producing a set of relations with desirable properties, given the data requirements of an enterprise.</a:t>
            </a:r>
            <a:endParaRPr sz="2000"/>
          </a:p>
          <a:p>
            <a:pPr indent="-171450" lvl="0" marL="171450" rtl="0" algn="just">
              <a:lnSpc>
                <a:spcPct val="90000"/>
              </a:lnSpc>
              <a:spcBef>
                <a:spcPts val="750"/>
              </a:spcBef>
              <a:spcAft>
                <a:spcPts val="0"/>
              </a:spcAft>
              <a:buClr>
                <a:schemeClr val="dk1"/>
              </a:buClr>
              <a:buSzPts val="2000"/>
              <a:buChar char="•"/>
            </a:pPr>
            <a:r>
              <a:rPr lang="en-US" sz="2000"/>
              <a:t>The purpose of normalization is to identify a suitable set of relations that support the data requirements of an enterprise. The characteristics of a suitable set of relations include the following: </a:t>
            </a:r>
            <a:endParaRPr sz="2000"/>
          </a:p>
          <a:p>
            <a:pPr indent="-171450" lvl="0" marL="171450" rtl="0" algn="just">
              <a:lnSpc>
                <a:spcPct val="90000"/>
              </a:lnSpc>
              <a:spcBef>
                <a:spcPts val="750"/>
              </a:spcBef>
              <a:spcAft>
                <a:spcPts val="0"/>
              </a:spcAft>
              <a:buClr>
                <a:schemeClr val="dk1"/>
              </a:buClr>
              <a:buSzPts val="2000"/>
              <a:buChar char="•"/>
            </a:pPr>
            <a:r>
              <a:rPr lang="en-US" sz="2000"/>
              <a:t>the minimal number of attributes necessary to support the data requirements of the enterprise; </a:t>
            </a:r>
            <a:endParaRPr/>
          </a:p>
          <a:p>
            <a:pPr indent="-171450" lvl="0" marL="171450" rtl="0" algn="just">
              <a:lnSpc>
                <a:spcPct val="90000"/>
              </a:lnSpc>
              <a:spcBef>
                <a:spcPts val="750"/>
              </a:spcBef>
              <a:spcAft>
                <a:spcPts val="0"/>
              </a:spcAft>
              <a:buClr>
                <a:schemeClr val="dk1"/>
              </a:buClr>
              <a:buSzPts val="2000"/>
              <a:buChar char="•"/>
            </a:pPr>
            <a:r>
              <a:rPr lang="en-US" sz="2000"/>
              <a:t>attributes with a close logical relationship (described as functional dependency) are found in the same relation; </a:t>
            </a:r>
            <a:endParaRPr/>
          </a:p>
          <a:p>
            <a:pPr indent="-171450" lvl="0" marL="171450" rtl="0" algn="just">
              <a:lnSpc>
                <a:spcPct val="90000"/>
              </a:lnSpc>
              <a:spcBef>
                <a:spcPts val="750"/>
              </a:spcBef>
              <a:spcAft>
                <a:spcPts val="0"/>
              </a:spcAft>
              <a:buClr>
                <a:schemeClr val="dk1"/>
              </a:buClr>
              <a:buSzPts val="2000"/>
              <a:buChar char="•"/>
            </a:pPr>
            <a:r>
              <a:rPr lang="en-US" sz="2000"/>
              <a:t>minimal redundancy, with each attribute represented only once, with the impor tant exception of attributes that form all or part of foreign keys, which are essential for the joining of related relations.</a:t>
            </a:r>
            <a:endParaRPr/>
          </a:p>
          <a:p>
            <a:pPr indent="-44450" lvl="0" marL="171450" rtl="0" algn="just">
              <a:lnSpc>
                <a:spcPct val="90000"/>
              </a:lnSpc>
              <a:spcBef>
                <a:spcPts val="750"/>
              </a:spcBef>
              <a:spcAft>
                <a:spcPts val="0"/>
              </a:spcAft>
              <a:buClr>
                <a:schemeClr val="dk1"/>
              </a:buClr>
              <a:buSzPts val="2000"/>
              <a:buNone/>
            </a:pPr>
            <a:r>
              <a:t/>
            </a:r>
            <a:endParaRPr sz="2000"/>
          </a:p>
        </p:txBody>
      </p:sp>
      <p:sp>
        <p:nvSpPr>
          <p:cNvPr id="100" name="Google Shape;100;p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txBox="1"/>
          <p:nvPr>
            <p:ph type="title"/>
          </p:nvPr>
        </p:nvSpPr>
        <p:spPr>
          <a:xfrm>
            <a:off x="457200" y="609600"/>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How Normalization Supports Database Design</a:t>
            </a:r>
            <a:br>
              <a:rPr lang="en-US"/>
            </a:br>
            <a:endParaRPr/>
          </a:p>
        </p:txBody>
      </p:sp>
      <p:sp>
        <p:nvSpPr>
          <p:cNvPr id="106" name="Google Shape;106;p3"/>
          <p:cNvSpPr txBox="1"/>
          <p:nvPr>
            <p:ph idx="1" type="body"/>
          </p:nvPr>
        </p:nvSpPr>
        <p:spPr>
          <a:xfrm>
            <a:off x="457200" y="1600200"/>
            <a:ext cx="7886700" cy="4351338"/>
          </a:xfrm>
          <a:prstGeom prst="rect">
            <a:avLst/>
          </a:prstGeom>
          <a:noFill/>
          <a:ln>
            <a:noFill/>
          </a:ln>
        </p:spPr>
        <p:txBody>
          <a:bodyPr anchorCtr="0" anchor="t" bIns="45700" lIns="91425" spcFirstLastPara="1" rIns="91425" wrap="square" tIns="45700">
            <a:normAutofit fontScale="77500" lnSpcReduction="20000"/>
          </a:bodyPr>
          <a:lstStyle/>
          <a:p>
            <a:pPr indent="-171482" lvl="0" marL="171450" rtl="0" algn="l">
              <a:lnSpc>
                <a:spcPct val="90000"/>
              </a:lnSpc>
              <a:spcBef>
                <a:spcPts val="0"/>
              </a:spcBef>
              <a:spcAft>
                <a:spcPts val="0"/>
              </a:spcAft>
              <a:buClr>
                <a:schemeClr val="dk1"/>
              </a:buClr>
              <a:buSzPct val="100000"/>
              <a:buChar char="•"/>
            </a:pPr>
            <a:r>
              <a:rPr lang="en-US"/>
              <a:t>Normalization is a </a:t>
            </a:r>
            <a:r>
              <a:rPr b="1" lang="en-US"/>
              <a:t>formal technique</a:t>
            </a:r>
            <a:r>
              <a:rPr lang="en-US"/>
              <a:t> that can be applied at any stage of database design.</a:t>
            </a:r>
            <a:endParaRPr b="0"/>
          </a:p>
          <a:p>
            <a:pPr indent="-171482" lvl="0" marL="171450" rtl="0" algn="l">
              <a:lnSpc>
                <a:spcPct val="90000"/>
              </a:lnSpc>
              <a:spcBef>
                <a:spcPts val="750"/>
              </a:spcBef>
              <a:spcAft>
                <a:spcPts val="0"/>
              </a:spcAft>
              <a:buClr>
                <a:schemeClr val="dk1"/>
              </a:buClr>
              <a:buSzPct val="100000"/>
              <a:buChar char="•"/>
            </a:pPr>
            <a:r>
              <a:rPr lang="en-US"/>
              <a:t>There are two main approaches:</a:t>
            </a:r>
            <a:endParaRPr b="0"/>
          </a:p>
          <a:p>
            <a:pPr indent="-171482" lvl="0" marL="171450" rtl="0" algn="l">
              <a:lnSpc>
                <a:spcPct val="90000"/>
              </a:lnSpc>
              <a:spcBef>
                <a:spcPts val="750"/>
              </a:spcBef>
              <a:spcAft>
                <a:spcPts val="0"/>
              </a:spcAft>
              <a:buClr>
                <a:schemeClr val="dk1"/>
              </a:buClr>
              <a:buSzPct val="100000"/>
              <a:buChar char="•"/>
            </a:pPr>
            <a:r>
              <a:rPr b="1" lang="en-US"/>
              <a:t>Approach 1 (Bottom-up):</a:t>
            </a:r>
            <a:r>
              <a:rPr lang="en-US"/>
              <a:t> Use normalization as a standalone design technique.</a:t>
            </a:r>
            <a:endParaRPr/>
          </a:p>
          <a:p>
            <a:pPr indent="-171482" lvl="0" marL="171450" rtl="0" algn="l">
              <a:lnSpc>
                <a:spcPct val="90000"/>
              </a:lnSpc>
              <a:spcBef>
                <a:spcPts val="750"/>
              </a:spcBef>
              <a:spcAft>
                <a:spcPts val="0"/>
              </a:spcAft>
              <a:buClr>
                <a:schemeClr val="dk1"/>
              </a:buClr>
              <a:buSzPct val="100000"/>
              <a:buChar char="•"/>
            </a:pPr>
            <a:r>
              <a:rPr b="1" lang="en-US"/>
              <a:t>Approach 2 (Top-down validation):</a:t>
            </a:r>
            <a:r>
              <a:rPr lang="en-US"/>
              <a:t> Use normalization to validate relations created using methods like ER modeling.</a:t>
            </a:r>
            <a:endParaRPr/>
          </a:p>
          <a:p>
            <a:pPr indent="-171482" lvl="0" marL="171450" rtl="0" algn="l">
              <a:lnSpc>
                <a:spcPct val="90000"/>
              </a:lnSpc>
              <a:spcBef>
                <a:spcPts val="750"/>
              </a:spcBef>
              <a:spcAft>
                <a:spcPts val="0"/>
              </a:spcAft>
              <a:buClr>
                <a:schemeClr val="dk1"/>
              </a:buClr>
              <a:buSzPct val="100000"/>
              <a:buChar char="•"/>
            </a:pPr>
            <a:r>
              <a:rPr lang="en-US"/>
              <a:t>Both approaches have the </a:t>
            </a:r>
            <a:r>
              <a:rPr b="1" lang="en-US"/>
              <a:t>same goal</a:t>
            </a:r>
            <a:r>
              <a:rPr lang="en-US"/>
              <a:t> which is to create well-designed relations that meet data requirements.</a:t>
            </a:r>
            <a:endParaRPr b="0"/>
          </a:p>
          <a:p>
            <a:pPr indent="-171482" lvl="0" marL="171450" rtl="0" algn="l">
              <a:lnSpc>
                <a:spcPct val="90000"/>
              </a:lnSpc>
              <a:spcBef>
                <a:spcPts val="750"/>
              </a:spcBef>
              <a:spcAft>
                <a:spcPts val="0"/>
              </a:spcAft>
              <a:buClr>
                <a:schemeClr val="dk1"/>
              </a:buClr>
              <a:buSzPct val="100000"/>
              <a:buChar char="•"/>
            </a:pPr>
            <a:r>
              <a:rPr lang="en-US"/>
              <a:t>Data sources include:</a:t>
            </a:r>
            <a:endParaRPr b="0"/>
          </a:p>
          <a:p>
            <a:pPr indent="-171482" lvl="0" marL="171450" rtl="0" algn="l">
              <a:lnSpc>
                <a:spcPct val="90000"/>
              </a:lnSpc>
              <a:spcBef>
                <a:spcPts val="750"/>
              </a:spcBef>
              <a:spcAft>
                <a:spcPts val="0"/>
              </a:spcAft>
              <a:buClr>
                <a:schemeClr val="dk1"/>
              </a:buClr>
              <a:buSzPct val="100000"/>
              <a:buChar char="•"/>
            </a:pPr>
            <a:r>
              <a:rPr lang="en-US"/>
              <a:t>Preferred → </a:t>
            </a:r>
            <a:r>
              <a:rPr b="1" lang="en-US"/>
              <a:t>User requirements specification</a:t>
            </a:r>
            <a:endParaRPr/>
          </a:p>
          <a:p>
            <a:pPr indent="-171482" lvl="0" marL="171450" rtl="0" algn="l">
              <a:lnSpc>
                <a:spcPct val="90000"/>
              </a:lnSpc>
              <a:spcBef>
                <a:spcPts val="750"/>
              </a:spcBef>
              <a:spcAft>
                <a:spcPts val="0"/>
              </a:spcAft>
              <a:buClr>
                <a:schemeClr val="dk1"/>
              </a:buClr>
              <a:buSzPct val="100000"/>
              <a:buChar char="•"/>
            </a:pPr>
            <a:r>
              <a:rPr lang="en-US"/>
              <a:t>Others → </a:t>
            </a:r>
            <a:r>
              <a:rPr b="1" lang="en-US"/>
              <a:t>Forms and reports</a:t>
            </a:r>
            <a:endParaRPr/>
          </a:p>
          <a:p>
            <a:pPr indent="-171482" lvl="0" marL="171450" rtl="0" algn="l">
              <a:lnSpc>
                <a:spcPct val="90000"/>
              </a:lnSpc>
              <a:spcBef>
                <a:spcPts val="750"/>
              </a:spcBef>
              <a:spcAft>
                <a:spcPts val="0"/>
              </a:spcAft>
              <a:buClr>
                <a:schemeClr val="dk1"/>
              </a:buClr>
              <a:buSzPct val="100000"/>
              <a:buChar char="•"/>
            </a:pPr>
            <a:r>
              <a:rPr lang="en-US"/>
              <a:t>Choice of approach depends on:</a:t>
            </a:r>
            <a:endParaRPr b="0"/>
          </a:p>
          <a:p>
            <a:pPr indent="-171482" lvl="0" marL="171450" rtl="0" algn="l">
              <a:lnSpc>
                <a:spcPct val="90000"/>
              </a:lnSpc>
              <a:spcBef>
                <a:spcPts val="750"/>
              </a:spcBef>
              <a:spcAft>
                <a:spcPts val="0"/>
              </a:spcAft>
              <a:buClr>
                <a:schemeClr val="dk1"/>
              </a:buClr>
              <a:buSzPct val="100000"/>
              <a:buChar char="•"/>
            </a:pPr>
            <a:r>
              <a:rPr b="1" lang="en-US"/>
              <a:t>Size and complexity</a:t>
            </a:r>
            <a:r>
              <a:rPr lang="en-US"/>
              <a:t> of the database</a:t>
            </a:r>
            <a:endParaRPr/>
          </a:p>
          <a:p>
            <a:pPr indent="-171482" lvl="0" marL="171450" rtl="0" algn="l">
              <a:lnSpc>
                <a:spcPct val="90000"/>
              </a:lnSpc>
              <a:spcBef>
                <a:spcPts val="750"/>
              </a:spcBef>
              <a:spcAft>
                <a:spcPts val="0"/>
              </a:spcAft>
              <a:buClr>
                <a:schemeClr val="dk1"/>
              </a:buClr>
              <a:buSzPct val="100000"/>
              <a:buChar char="•"/>
            </a:pPr>
            <a:r>
              <a:rPr b="1" lang="en-US"/>
              <a:t>Designer’s preference and expertise</a:t>
            </a:r>
            <a:endParaRPr/>
          </a:p>
          <a:p>
            <a:pPr indent="-171482" lvl="0" marL="171450" rtl="0" algn="l">
              <a:lnSpc>
                <a:spcPct val="90000"/>
              </a:lnSpc>
              <a:spcBef>
                <a:spcPts val="750"/>
              </a:spcBef>
              <a:spcAft>
                <a:spcPts val="0"/>
              </a:spcAft>
              <a:buClr>
                <a:schemeClr val="dk1"/>
              </a:buClr>
              <a:buSzPct val="100000"/>
              <a:buChar char="•"/>
            </a:pPr>
            <a:r>
              <a:rPr lang="en-US"/>
              <a:t>Bottom-up approach is limited due to difficulty in handling large details.</a:t>
            </a:r>
            <a:endParaRPr b="0"/>
          </a:p>
          <a:p>
            <a:pPr indent="-171482" lvl="0" marL="171450" rtl="0" algn="l">
              <a:lnSpc>
                <a:spcPct val="90000"/>
              </a:lnSpc>
              <a:spcBef>
                <a:spcPts val="750"/>
              </a:spcBef>
              <a:spcAft>
                <a:spcPts val="0"/>
              </a:spcAft>
              <a:buClr>
                <a:schemeClr val="dk1"/>
              </a:buClr>
              <a:buSzPct val="100000"/>
              <a:buChar char="•"/>
            </a:pPr>
            <a:r>
              <a:rPr lang="en-US"/>
              <a:t>Validation approach has no such limitation (focuses on one relation at a time).</a:t>
            </a:r>
            <a:endParaRPr b="0"/>
          </a:p>
          <a:p>
            <a:pPr indent="-171482" lvl="0" marL="171450" rtl="0" algn="l">
              <a:lnSpc>
                <a:spcPct val="90000"/>
              </a:lnSpc>
              <a:spcBef>
                <a:spcPts val="750"/>
              </a:spcBef>
              <a:spcAft>
                <a:spcPts val="0"/>
              </a:spcAft>
              <a:buClr>
                <a:schemeClr val="dk1"/>
              </a:buClr>
              <a:buSzPct val="100000"/>
              <a:buChar char="•"/>
            </a:pPr>
            <a:r>
              <a:rPr lang="en-US"/>
              <a:t>Therefore, normalization can be </a:t>
            </a:r>
            <a:r>
              <a:rPr b="1" lang="en-US"/>
              <a:t>effectively applied to databases of any size or complexity</a:t>
            </a:r>
            <a:r>
              <a:rPr lang="en-US"/>
              <a:t>.</a:t>
            </a:r>
            <a:endParaRPr/>
          </a:p>
        </p:txBody>
      </p:sp>
      <p:sp>
        <p:nvSpPr>
          <p:cNvPr id="107" name="Google Shape;107;p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00"/>
              </a:buClr>
              <a:buSzPct val="100000"/>
              <a:buFont typeface="Arial"/>
              <a:buNone/>
            </a:pPr>
            <a:r>
              <a:rPr b="0" i="0" lang="en-US" sz="3600" u="none" strike="noStrike">
                <a:solidFill>
                  <a:srgbClr val="000000"/>
                </a:solidFill>
                <a:latin typeface="Arial"/>
                <a:ea typeface="Arial"/>
                <a:cs typeface="Arial"/>
                <a:sym typeface="Arial"/>
              </a:rPr>
              <a:t>Data Redundancy and Update Anomalies</a:t>
            </a:r>
            <a:br>
              <a:rPr b="0" lang="en-US"/>
            </a:br>
            <a:br>
              <a:rPr lang="en-US"/>
            </a:br>
            <a:endParaRPr/>
          </a:p>
        </p:txBody>
      </p:sp>
      <p:sp>
        <p:nvSpPr>
          <p:cNvPr id="113" name="Google Shape;113;p4"/>
          <p:cNvSpPr txBox="1"/>
          <p:nvPr>
            <p:ph idx="1" type="body"/>
          </p:nvPr>
        </p:nvSpPr>
        <p:spPr>
          <a:xfrm>
            <a:off x="457200" y="1143000"/>
            <a:ext cx="7886700" cy="4351338"/>
          </a:xfrm>
          <a:prstGeom prst="rect">
            <a:avLst/>
          </a:prstGeom>
          <a:noFill/>
          <a:ln>
            <a:noFill/>
          </a:ln>
        </p:spPr>
        <p:txBody>
          <a:bodyPr anchorCtr="0" anchor="t" bIns="45700" lIns="91425" spcFirstLastPara="1" rIns="91425" wrap="square" tIns="45700">
            <a:normAutofit fontScale="25000" lnSpcReduction="20000"/>
          </a:bodyPr>
          <a:lstStyle/>
          <a:p>
            <a:pPr indent="-171450" lvl="0" marL="171450" rtl="0" algn="l">
              <a:lnSpc>
                <a:spcPct val="90000"/>
              </a:lnSpc>
              <a:spcBef>
                <a:spcPts val="0"/>
              </a:spcBef>
              <a:spcAft>
                <a:spcPts val="0"/>
              </a:spcAft>
              <a:buClr>
                <a:schemeClr val="dk1"/>
              </a:buClr>
              <a:buSzPct val="100000"/>
              <a:buChar char="•"/>
            </a:pPr>
            <a:r>
              <a:rPr lang="en-US" sz="8000"/>
              <a:t>The main goal of relational database design is to </a:t>
            </a:r>
            <a:r>
              <a:rPr b="1" lang="en-US" sz="8000"/>
              <a:t>minimize data redundancy</a:t>
            </a:r>
            <a:r>
              <a:rPr lang="en-US" sz="8000"/>
              <a:t>.</a:t>
            </a:r>
            <a:endParaRPr b="0" sz="8000"/>
          </a:p>
          <a:p>
            <a:pPr indent="-171450" lvl="0" marL="171450" rtl="0" algn="l">
              <a:lnSpc>
                <a:spcPct val="90000"/>
              </a:lnSpc>
              <a:spcBef>
                <a:spcPts val="750"/>
              </a:spcBef>
              <a:spcAft>
                <a:spcPts val="0"/>
              </a:spcAft>
              <a:buClr>
                <a:schemeClr val="dk1"/>
              </a:buClr>
              <a:buSzPct val="100000"/>
              <a:buChar char="•"/>
            </a:pPr>
            <a:r>
              <a:rPr b="1" lang="en-US" sz="8000"/>
              <a:t>Benefits:</a:t>
            </a:r>
            <a:endParaRPr b="0" sz="8000"/>
          </a:p>
          <a:p>
            <a:pPr indent="-171450" lvl="0" marL="171450" rtl="0" algn="l">
              <a:lnSpc>
                <a:spcPct val="90000"/>
              </a:lnSpc>
              <a:spcBef>
                <a:spcPts val="750"/>
              </a:spcBef>
              <a:spcAft>
                <a:spcPts val="0"/>
              </a:spcAft>
              <a:buClr>
                <a:schemeClr val="dk1"/>
              </a:buClr>
              <a:buSzPct val="100000"/>
              <a:buChar char="•"/>
            </a:pPr>
            <a:r>
              <a:rPr lang="en-US" sz="8000"/>
              <a:t>Fewer operations needed for updates → reduces data inconsistency.</a:t>
            </a:r>
            <a:endParaRPr/>
          </a:p>
          <a:p>
            <a:pPr indent="-171450" lvl="0" marL="171450" rtl="0" algn="l">
              <a:lnSpc>
                <a:spcPct val="90000"/>
              </a:lnSpc>
              <a:spcBef>
                <a:spcPts val="750"/>
              </a:spcBef>
              <a:spcAft>
                <a:spcPts val="0"/>
              </a:spcAft>
              <a:buClr>
                <a:schemeClr val="dk1"/>
              </a:buClr>
              <a:buSzPct val="100000"/>
              <a:buChar char="•"/>
            </a:pPr>
            <a:r>
              <a:rPr lang="en-US" sz="8000"/>
              <a:t>Less storage required → cost reduction.</a:t>
            </a:r>
            <a:endParaRPr/>
          </a:p>
          <a:p>
            <a:pPr indent="-171450" lvl="0" marL="171450" rtl="0" algn="l">
              <a:lnSpc>
                <a:spcPct val="90000"/>
              </a:lnSpc>
              <a:spcBef>
                <a:spcPts val="750"/>
              </a:spcBef>
              <a:spcAft>
                <a:spcPts val="0"/>
              </a:spcAft>
              <a:buClr>
                <a:schemeClr val="dk1"/>
              </a:buClr>
              <a:buSzPct val="100000"/>
              <a:buChar char="•"/>
            </a:pPr>
            <a:r>
              <a:rPr b="1" lang="en-US" sz="8000"/>
              <a:t>Important Note:</a:t>
            </a:r>
            <a:endParaRPr b="0" sz="8000"/>
          </a:p>
          <a:p>
            <a:pPr indent="-171450" lvl="0" marL="171450" rtl="0" algn="l">
              <a:lnSpc>
                <a:spcPct val="90000"/>
              </a:lnSpc>
              <a:spcBef>
                <a:spcPts val="750"/>
              </a:spcBef>
              <a:spcAft>
                <a:spcPts val="0"/>
              </a:spcAft>
              <a:buClr>
                <a:schemeClr val="dk1"/>
              </a:buClr>
              <a:buSzPct val="100000"/>
              <a:buChar char="•"/>
            </a:pPr>
            <a:r>
              <a:rPr lang="en-US" sz="8000"/>
              <a:t>Some level of redundancy is necessary in a relational database, as primary keys are used as foreign keys in related tables to maintain relationships between data.</a:t>
            </a:r>
            <a:endParaRPr/>
          </a:p>
          <a:p>
            <a:pPr indent="-171450" lvl="0" marL="171450" rtl="0" algn="l">
              <a:lnSpc>
                <a:spcPct val="90000"/>
              </a:lnSpc>
              <a:spcBef>
                <a:spcPts val="750"/>
              </a:spcBef>
              <a:spcAft>
                <a:spcPts val="0"/>
              </a:spcAft>
              <a:buClr>
                <a:schemeClr val="dk1"/>
              </a:buClr>
              <a:buSzPct val="100000"/>
              <a:buChar char="•"/>
            </a:pPr>
            <a:r>
              <a:rPr b="1" lang="en-US" sz="8000"/>
              <a:t>Example:</a:t>
            </a:r>
            <a:endParaRPr b="0" sz="8000"/>
          </a:p>
          <a:p>
            <a:pPr indent="-171450" lvl="0" marL="171450" rtl="0" algn="l">
              <a:lnSpc>
                <a:spcPct val="90000"/>
              </a:lnSpc>
              <a:spcBef>
                <a:spcPts val="750"/>
              </a:spcBef>
              <a:spcAft>
                <a:spcPts val="0"/>
              </a:spcAft>
              <a:buClr>
                <a:schemeClr val="dk1"/>
              </a:buClr>
              <a:buSzPct val="100000"/>
              <a:buChar char="•"/>
            </a:pPr>
            <a:r>
              <a:rPr b="1" lang="en-US" sz="8000"/>
              <a:t>StaffBranch relation</a:t>
            </a:r>
            <a:r>
              <a:rPr lang="en-US" sz="8000"/>
              <a:t> has redundant data (branch details repeated for each staff).</a:t>
            </a:r>
            <a:endParaRPr/>
          </a:p>
          <a:p>
            <a:pPr indent="-171450" lvl="0" marL="171450" rtl="0" algn="l">
              <a:lnSpc>
                <a:spcPct val="90000"/>
              </a:lnSpc>
              <a:spcBef>
                <a:spcPts val="750"/>
              </a:spcBef>
              <a:spcAft>
                <a:spcPts val="0"/>
              </a:spcAft>
              <a:buClr>
                <a:schemeClr val="dk1"/>
              </a:buClr>
              <a:buSzPct val="100000"/>
              <a:buChar char="•"/>
            </a:pPr>
            <a:r>
              <a:rPr lang="en-US" sz="8000"/>
              <a:t>Separate </a:t>
            </a:r>
            <a:r>
              <a:rPr b="1" lang="en-US" sz="8000"/>
              <a:t>Staff</a:t>
            </a:r>
            <a:r>
              <a:rPr lang="en-US" sz="8000"/>
              <a:t> and </a:t>
            </a:r>
            <a:r>
              <a:rPr b="1" lang="en-US" sz="8000"/>
              <a:t>Branch</a:t>
            </a:r>
            <a:r>
              <a:rPr lang="en-US" sz="8000"/>
              <a:t> relations reduce redundancy (branch details stored once).</a:t>
            </a:r>
            <a:endParaRPr/>
          </a:p>
          <a:p>
            <a:pPr indent="-171450" lvl="0" marL="171450" rtl="0" algn="l">
              <a:lnSpc>
                <a:spcPct val="90000"/>
              </a:lnSpc>
              <a:spcBef>
                <a:spcPts val="750"/>
              </a:spcBef>
              <a:spcAft>
                <a:spcPts val="0"/>
              </a:spcAft>
              <a:buClr>
                <a:schemeClr val="dk1"/>
              </a:buClr>
              <a:buSzPct val="100000"/>
              <a:buChar char="•"/>
            </a:pPr>
            <a:r>
              <a:rPr b="1" lang="en-US" sz="8000"/>
              <a:t>Problem with redundancy:</a:t>
            </a:r>
            <a:endParaRPr b="0" sz="8000"/>
          </a:p>
          <a:p>
            <a:pPr indent="-171450" lvl="0" marL="171450" rtl="0" algn="l">
              <a:lnSpc>
                <a:spcPct val="90000"/>
              </a:lnSpc>
              <a:spcBef>
                <a:spcPts val="750"/>
              </a:spcBef>
              <a:spcAft>
                <a:spcPts val="0"/>
              </a:spcAft>
              <a:buClr>
                <a:schemeClr val="dk1"/>
              </a:buClr>
              <a:buSzPct val="100000"/>
              <a:buChar char="•"/>
            </a:pPr>
            <a:r>
              <a:rPr lang="en-US" sz="8000"/>
              <a:t>Leads to </a:t>
            </a:r>
            <a:r>
              <a:rPr b="1" lang="en-US" sz="8000"/>
              <a:t>update anomalies</a:t>
            </a:r>
            <a:r>
              <a:rPr lang="en-US" sz="8000"/>
              <a:t>, including:</a:t>
            </a:r>
            <a:endParaRPr/>
          </a:p>
          <a:p>
            <a:pPr indent="-171450" lvl="1" marL="514350" rtl="0" algn="l">
              <a:lnSpc>
                <a:spcPct val="90000"/>
              </a:lnSpc>
              <a:spcBef>
                <a:spcPts val="375"/>
              </a:spcBef>
              <a:spcAft>
                <a:spcPts val="0"/>
              </a:spcAft>
              <a:buClr>
                <a:schemeClr val="dk1"/>
              </a:buClr>
              <a:buSzPct val="100000"/>
              <a:buChar char="•"/>
            </a:pPr>
            <a:r>
              <a:rPr b="1" lang="en-US" sz="8000"/>
              <a:t>Insertion anomaly</a:t>
            </a:r>
            <a:endParaRPr sz="8000"/>
          </a:p>
          <a:p>
            <a:pPr indent="-171450" lvl="1" marL="514350" rtl="0" algn="l">
              <a:lnSpc>
                <a:spcPct val="90000"/>
              </a:lnSpc>
              <a:spcBef>
                <a:spcPts val="375"/>
              </a:spcBef>
              <a:spcAft>
                <a:spcPts val="0"/>
              </a:spcAft>
              <a:buClr>
                <a:schemeClr val="dk1"/>
              </a:buClr>
              <a:buSzPct val="100000"/>
              <a:buChar char="•"/>
            </a:pPr>
            <a:r>
              <a:rPr b="1" lang="en-US" sz="8000"/>
              <a:t>Deletion anomaly</a:t>
            </a:r>
            <a:endParaRPr sz="8000"/>
          </a:p>
          <a:p>
            <a:pPr indent="-171450" lvl="1" marL="514350" rtl="0" algn="l">
              <a:lnSpc>
                <a:spcPct val="90000"/>
              </a:lnSpc>
              <a:spcBef>
                <a:spcPts val="375"/>
              </a:spcBef>
              <a:spcAft>
                <a:spcPts val="0"/>
              </a:spcAft>
              <a:buClr>
                <a:schemeClr val="dk1"/>
              </a:buClr>
              <a:buSzPct val="100000"/>
              <a:buChar char="•"/>
            </a:pPr>
            <a:r>
              <a:rPr b="1" lang="en-US" sz="8000"/>
              <a:t>Modification anomaly</a:t>
            </a:r>
            <a:endParaRPr sz="8000"/>
          </a:p>
          <a:p>
            <a:pPr indent="-138113" lvl="0" marL="171450" rtl="0" algn="l">
              <a:lnSpc>
                <a:spcPct val="90000"/>
              </a:lnSpc>
              <a:spcBef>
                <a:spcPts val="750"/>
              </a:spcBef>
              <a:spcAft>
                <a:spcPts val="0"/>
              </a:spcAft>
              <a:buClr>
                <a:schemeClr val="dk1"/>
              </a:buClr>
              <a:buSzPct val="100000"/>
              <a:buNone/>
            </a:pPr>
            <a:r>
              <a:t/>
            </a:r>
            <a:endParaRPr/>
          </a:p>
        </p:txBody>
      </p:sp>
      <p:sp>
        <p:nvSpPr>
          <p:cNvPr id="114" name="Google Shape;114;p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
        <p:nvSpPr>
          <p:cNvPr descr="data:image/png;base64,iVBORw0KGgoAAAANSUhEUgAAAp0AAAHbCAYAAACJPCHSAAAQAElEQVR4Aex9B3xVxdb9evp9T1piByFRQWkJIJ1goyihCAFJQDSAhF4TmgSE0IMQkJbQW4JApCUIoQcpIkqQKprQFU1AsLwnoYi+9//+e829J9xcEgJISdn8WGdm9uyZc846XO66e8p54P/0jzKgDCgDyoAyoAwoA8qAMnCXGXgA+kcZUAaUAWXgPjOgp1cGlAFlIPczoKIz9z9jvUNl4KYY2P7zf/CP2H8psgEHfBY39dDUSRlQBpSBHMRAthedOYhLvVRlIFcwcLqBK76r74pTdpz0dsUJO45LeqyeK4gjkia97goiUdJvX3PFYTu+ruuKQ3VdDA7UccF+O/bWdsFXduyRNKGWC4jdkn75qgt22bHzFRd8ZseOl12w3Y5tLxfC1pds+FTSLS8WAhEv6aaahbDRjg1ehbDejnWSrq1RCERcjYJYY8fq6gWxqpoNsZLGCFZWLQhiuaTLqhQEsVTSj+2IrlwAS+xYVKkAPrIjqmIBLBDMt2PuCwUwx45ZFQpgph0zJJ1WvgCICEmnlisAYkq5/JgsmOiZH88X0P+Wc8UHSW9CGVAGrmNA/3e7jhI1KAPKgDKgDDgxoEVlQBlQBv42Ayo6/zaF2oEyoAwoA8qAMqAMKAPKQFYMqOjMiqGs6rVeGVAGlAFlQBlQBpQBZSBLBlR0ZkmROigDyoAyoAxkdwb0+pQBZSD7M6CiM/s/I71CZUAZUAaUAWVAGVAGcjwDKjpz/CPM6ga0XhlQBpQBZUAZUAaUgfvPgIrO+/8M9AqUAWVAGVAGcjsDen/KgDIAFZ36j0AZUAbuCAOH9ybgG4FjZ+fPJGPbmhhH023lfzmbfFvtbqbRbz+l4KsNsTfjqj7KgDKgDCgDf4MBFZ1/gzxtekcY0E5yCQOHv9oNwvF2zp9JuSOic/7IYMdu72j+XyJo965X0XlHSdXOlAFlQBnIgAEVnRmQoiZlQBm48wxcSr2AddGRWDE7HN8fTUo7wWWxbxD7RsHpY9fslsPna2Pwy9kUrJ4bbpmwa20s1kj56P6ENNuX62Lxq/jtlnTbsiiTT6t0yqQcT8LGBREmwnnlYmq62m93bsGWyAjss0c/Tx1MwHcCy2lrVISVxfcH9xgc2hiL05LfE7MQX0v+j4sX0nw0owzkDAb0KpWBu8+Ais67z7GeQRlQBoSBsL7djNgs6OKCGcOD8bMMvVNwDnzHR/Ip4gF80MUfzsLzmdKeKFDIFWWqeBmfCd1b48COeDxd2gPLJofioORZ8eW6GEzu0VrEZjKSRVRO7cm8rV/WWzhxIAERvdqYIsXnJ+FjTJ6HNZLfHBmOR59yQ+LnW7A2Ygzyy7nXScr6f8lQ/LaoaTh7wiaOd6+MAgXmwU2rsHxoD5M/JPm14wfRXaEMKAPKgDLgwICKTgcyNKsMZMSA2u4MAz/LUHvxMh6o7eOHAZNmmk53xMXAs6oX3n0vBA3926NN/xDsFJuptB+eEXFZQIRqWfH7QSKhRK8JM1G5tjeadgrCmnnXIqAt+w5BY7G1DQnDC7Xq4evP4u29XEv2SCTUt/cQNOwQiDeDhqB6I9+0ys9XLkTABzNRVWxNAodgl5SLlvTAldRUIyi/k4jnI0WKIUkEKRv9JOKz7Cv1mEX9noNRq10gWo6ejh8k6mmMelAGlAFlQBlIY0BFZxoVmlEGlIE7zQCH1K0+e40aj8S9CejVuLYZYi/g4opLIuYS9yVgtEQ4QwWfOQlOq62VXpGheIpQq1xaop/Jx49YRbBsFSrW8sZxGX4PfKkUgl62gXVcOPRYUTdmDUpWrmHSKzIknq+gi4ly0sBo5yNF3ExU0/PVekiUYfckwRsiRr87sAdHRHgWr+RFV4NHnnI3ab5Crrh6Kf2QvanQgzKgDPwdBrRtLmBARWcueIh6C8pAdmCgoIsrvjuamO5SErbGo3gZTxGXtjmOAybNwrR1O0x5Q3QUCrq4SL0Hhs6JRoigzXtD8axENtN14lRgpNMy/SjD6I/LULhVPiYi08ofl2F0d+kr4ovjCN9lA+seE/8rInaZJyhCmXIY/Q8RixxCZ5nD5v8+lwJGOqtI5JPD7RxW95DI5r9/SsaBjbGwopz0VygDyoAyoAzcmAEVnTfmR2uVgezPQDa5wnrN/HD4qwTMGz/abJ0UtyQSCdviUbepn4hLV0wbFmwWEp0+mgQOtT8p0UYOtTP6yQhnkkQ854zIfJX6/h22eZxPSLv4pVHgIiLO6XypiW8aA+tkqN1aSMTU6w2/tDorU6OxL1ZNHYM962PNQqJPJG/VVW3YHJsXhOOUCNa4iDEoUckWBaXwPCsClyl9PSTy+b0MoavoJBsKZUAZUAZujgEVnTfHk3opA8pAFgww0jl1xVojMOMWL5BoZipC50ejRBkP03LkvCUm3R4Xg5Zdg1BbxGgBiY4OkwgnV7NzfqdvlyC86nO9UPR+pz1+PJaEyxdTMWDmElyRYfYv1sbipcZ+8OkUZPrloUWfEPx4PNEsJuK8zsdFoNLuiJKVvdC89xBwQdFvZ1PQYewMVHvDJlxbDQ5DsVIeZuV6sZIeeHfMjLSmjWVY/aWWAaZcuaEvGvYabPI8VGrQHA9LBJV54pV3ezFRKAPKQB5iQG81awZUdGbNkXooA8rATTJQuJg73uneG+9PmY23uwWlCU42Z11j//boMXI8qtf1psngWRGlXEjUbcR4VK1zzW4q7Ycqtb3RrHMQGOWkUG0q+fbDwlDvbZsItLuZOZ0tRXhSfJaqcm2+pVVvpRVq1YP/kDA06BCI5yt7pVtM9KoIy5YiPl+WlPMzrTac1+kY+aTwtOoqigh9xEF0vtou0KrSVBlQBpQBZcDOgIpOOxGaKAO5mYELqalISTlzn27x3pyWWyjdmzPpWZQBZUAZUAZuhwEVnbfDmrZRBnIYA6kXUrHqkzgs/Cgahw4dxtWrf+awO8j6chnhzNpLPZQBZUAZyKMMZIPbVtGZDR6CXoIycK8YSJWI587Pv8DceZHY8um2XB/9vFe86nmUAWVAGVAGsmZARWfWHOV6Dw67Ks4YAZZbefjll1+v+3d85MixdNHPv/766zqfnGLgVkmTerS+3cu9pXZboyJA3FIjdVYGlAFlQBmAik79R2CEB4deFXG5lgtGNzP7p25FP2/kk1lbtSsDyoAyoAwoAzfLwI1F5832on45noHmb/qgV8+uilzKAZ9vRv9I//nPf6Js2dJ4u1ULvFa3dkYuOJeSjPcC/NG2fi2DxTOmGr8lkvZq2QREq5cqIeitJrA2hx/S0R8hgr5v+aDtq5XNHp2XUm0bxPdqXNu8lYjpZbHNHB6MoCa10blOZcTOCTd98xD+Xjf0b1obw1r7IKybP6w/SyeFIvD1KhjUrA5mBHcH+2Ddr2dT8MG7PujvXQVTerbGlYu287HOQkSvNhjlVxeDGlTFjuVRxrxpQQROHkgweR5mBbVhYl57uTZiDEa9URUT3qqLdZI3FXLgm4kmv10X45pUw8ZpY8Ry/d+YYT0w078uoro2w9J+bXFVrodYJOV5bepivuDkF1uub6gWZUAZUAZyKQMqOnPpg9XbUgZuxMATTzyO11+vg3bvtka91+uC5cz8Z4SNxkuve2PR5s8wM2YtNq+OSXOlkBw6dRaWfXEQNet64+OZNkFKB+7bGTp/CWatt72BaM+2eJrxs4jD9ybNQtjSOHBvzssixsLX7sDUuB3mvetJ+xKwc63tHBPX7MCoJXEiLFNxROx8G9GBHVsQ9sl2jFu9HdyHc9kUm+jjm4XeHToeE+P3g28X4ubw5oT2A99QxP09h8Vsw3DBiQN77DUZJ9/u3AK+nWjY+n0YsHwbvjuYgP0bY40z31bUfd5q9Fm61bwOk+9gNxX2w9ebYkVkpqJ79DYEzF6Nhwq54PzJIzi+a4vkXdFp8Ta0nLgYiZtt/dmbZZpohTKgDCgDuYEBFZ254SnqPSgDN8GAY1STkU2PsmXw0EP/zLLlyPDZqFjdC4sksvnhkAE4fyYF1h++hahIMXdT9O/e27yRyBTk4NOmvdkovqCLK5q0bg9LdEqVefUl7V9tj0c1+96c3H+zquQpOl9t4gf//iH4XMTnvJHBoDBlu6MiPF9u4gv6styqbwjaDw1jFu6lygpsG9Hz9ZfOkU73Uh4S/UzFhHZNcfizLfAfMs60cz5Y7fjay5dbtkur7jV/Dao09DXlEpW9wD08iUeecpeoaKqxW4cXGviicfA4HBbxuX78IBGcSaaq1Mv18PPJJKwe3gM/HkpA/fcyvgbjrAdlQBlQBnIZAzlcdOayp6G3owzcJQaeeOKJm4pqZnT6CSI0Z44LBcVl94FDM3JJs12+mF58pVU4ZDyr2l4t6WC6LrtPxOjYrq0lwnkBr4gAfaa0TUxelqioNZzORsxzWJ15RjeZZgbWM8LZsGMQTuxPwKgWdcHoKOTPFYfrPnviiFggAvUC/iVRWVOQA6OejHBKFo4bwbPsjGMS0Yzu1wa//5SC8iJAn6lo26j+oUKMcm5FSRGfJ8Unsu1rzk21rAwoA8pArmVARWeufbR6Y8rANQYY0SSuWW4+t+vTeAwYMx713/TDoa8STMOLqbb5kltkqJ1D7DSuXhyJ8tVs4orlrVLHlFi7JBLlHOpoI6pLZHOvCEzmCYpNvpOdQ+kN3glA/Xfa44libmZo/cdjiShbxQscXqfYpP+ny6KwZt61eaC0ZYavP4vHktCBMG8jCgnDY0+5mddp0v+kfU7nmeO2iCRtz1XyQuLn1+ZcxowdmK5Mn8xw7kQSGNV8pV0gHi7ihh8kqkmcEKG5P3YhytX3RdORM0zzC+euRY6NISce9JqVAWVAGbgJBlR03gRJ6qIM5GUGfN9tj/fa+5tFRF9s3Yznynjg1BGbOOMQefsGtRDYsgnWiOjsFBySRtX5M8no0qi2WUhEYVq3qV9anZWp7eMH1r3/jg96+9SGR1UvvCq2qiJGN30chaH+PhjXrTXKip3zOctISoxs0xQTurcWARqPpp2CrO5umL5Qy1uil7bhdS4mcpPhdqL6G774an0sJrdvioVDeuBREaPs6BUZWv/XT8mI6NgU0wQcSreG11l/I5SWSCbnby7o0gwf928jwtMdFyTq+XTFGqDwXN6/LRZ3bYZKvu3gKqL0Rn1pnTKgDCgDuYUBFZ1390lq78pAjmfg3R69zQIiLiQaET4bM1auxQvVvcx9vfiaN5Z/cRDjFkRj/sbPUKKMp7Hz8Hb33pizYYdZSDRqXjQoUGkfPjeaiQHnZg6bE42hc5aAC4m6jBhv7BSZXET0/uwl+HD1DgROmIWOw211HYaFIWz1dvQcPxPDFsWZxUSlJQLab8YS05aHxh2D8IaAeUd0GjcDvaYvBhcT+Q8JM1WMeIZu3IduEYvx/vJtBqygyAyavwadpy4G53O2GWOLTL4WEAiCPkTAlEUoXqkGs2koUtLDLCLyn7QI3ZZsw9uSNgoedL3D9gAAEABJREFUZxYRtZ29Gs1GTkcbSWu2DUxroxllQBlQBnI7Ayo6c/sT1vtTBu4AA4VcXG/YiyUoM3K6UZ3lT/Fp5R3TzOz0uVEd6zMD53ZmVJeZneIzI/+bsWXWlnM7b6a9+twpBrQfZUAZyA4MqOjMDk9Br0EZyIEM1HvTD1y9ntGlc5i9hAzDZ1SnNmVAGVAGlIG8yYCKzrz53NPuWjPKwO0yUKSYu1nRnlF7DrPfTIQzo7ZqUwaUAWVAGcidDKjozJ3PVe9KGbivDHyzNwFLZ4UbLJN0uWDbmhhzTdslXTE7HCvt4AbxP59JNnV387BhfvgNux/waum0+i2REWl5zSgD94ABPYUykCcYUNGZJx6z3qQycG8Z+GbvbpxPSQa3UCLKVfNKW2REkVnQxQWeVb3wZDE3cMukSf273/UL3LDg5oXkKfsWSnf9ovQEyoAyoAzkIQZUdOahh50jb1UvOscyUNjN3YhOCk6iuMMcz+KlPeFZzQvcMqn/xFk4fSzJbATveLPcq3P/9nhs/jgS8QLuzblrbSzWzA3HLw6btv8obePmhWOtINlhn01uGr9tWRTWS4QzxcHOc5wQUblRROhny6PSNoin3cJzlW2r808dTEDizi34YkUUPpXo579+uran5r8lvz0qArtXLgTzhzbGWs01VQaUAWVAGciAARWdGZCiJmVAGbg3DFBIboiOxBNF3dJebWmdmaIzfEB3XL6YCu7ROaBZbbNJ/ONF3TGhW2vjRmH5YY/WoI2YFdwdtF25eAHj2vmAIvTxp9wxd9C1SCoF57xBPWybw0vfMwLbgP6mQ/vBGl4/dWAPFof0kPpUUzO9YzOTUmRG9mlj3kz0yFNuWNi3Db7etMrU6UEZyI0M6D0pA3eCARWdd4JF7UMZUAauY4BvJArp6I9hnWyw5nTScWSX1ni7Skl0rFMF3x9NMvt00u6MKrXr4c3OQfB+p70Rfh2Hh+HlJr7mLUWMcH6xLgYvNfY1eFFS7te5W2zH9ieAm8G3DQmDl9iDpl3bw3PHsoXw7T0ENd7wRYMOgShZuQYc30TkfA0vtWiH19sHGuQr5IKzJ5KwX6KaZV+ph0oNfcG0TrtA52ZaVgaUAWVAGXBiQEWnEyFaVAZujQH1zoyB15r5IXR+NLgxPOH4RqLhc5Zg6f4TaPROgJnTWTCTfUCfkWF49v9MaQ88XcqD2TRclmgmhefTdh9WuIsf7SbCKdFT2ojHHPKMau6QYfdpvdqAUc7fZKj+Nxkqp19GyF/o2h6lj0rU9A+Jjn4nEVCPV7zT3B8We1pBM8qAMqAMKAMZMqCiM0Na1KgMKAP3goF33wsxcztnjgjO8nQFXFyu83laROZRiWpaFcnHklBARKK7CFQOs1t2Cksrz5RRzl7TFqNHxGLUeisAbiXTC1r63AglJDqa9Hl8mssfIoDTCppRBpSBe8+AnjFHMKCiM0c8prt7kb16doWbW7G7exLtPc8x8M1Xu9NtmcRtkzIiofuI8Ujam2AinhnV38j2UmM/HNwRb3Dos3gQNcXGYfavpbxySigS1sVi7qBuad3UFpG5Y/lCHN65BV9tiMUn4WPwqEMkNM3xBhkPGVo/uHEVjny+BQdlqH3T9DE38NYqZUAZUAaUATKgopMsKJSB3MvAfbmz8tVqonz1mhmemyvWuVWSVVlAhtb7TZp13er1slW9QFh+rzTxs7Kg2HyiqDseF7H43owl+PF4EjjU3lfytHFIfNDCOLDvX39KRpuQ8WjUIdC0r1CrHvxDxoEr2n+ToXVGO+k/YecxU89DvfY23+ckosmoJm1E5UbN8ehTbqB/+ymL8NOJJLNyvWaLAFYrlAFlQBlQBm7AgIrOG5CjVcqAMnB7DHBvzre7BYFoJelbdrC3Ok398GQxd2bTwD07a/lcE5WsoOAkmCdedhCdLzfxNYKTdg6x+3QKQhMBh9VpIyg+3+gYBMJNhtsbSZ52omRlLzQUEcqFRI+JiKTNEWmis5IXnhNYdVUa+poV698dTMC2qAiziIgLiRjxfLZSDctNU2VAGVAGnBjQIhlQ0UkWFMqAMqAM3AIDlUV8Fhcxyn06N077wIjPWrqC/RYYVFdlQBnIiwyo6MyLT13vWRnIRgzk1Et5sUU7vB06AwEyzO7l1y6n3oZetzKgDCgD94wBFZ33jOobn8i/VSs8/2xxg0rlK6Br585ITEy8cSOpjVmxUo76VxlQBpQBZUAZUAaUgdtm4J40VNF5T2i+uZNEL1uKk6e/x2df7ELNmi/Cp9EbSE5OvmHjmJUrblivlcqAMqAMKAPKgDKgDGQHBlR0Zoen4HQNrq6uaN+xA3xb+MGKZMZv2gxGQx2joKxL/DbR2BkVTdi92+TpQ1/anLo2/TVp2Ai1XnoZo0eOSqueOnkKLDvzrGB7Rx+ej2DdgP79zbnY5sKFC6Yv5gnHNpHzF1zXL/3Z/kbXyXMolIFswYBehDKgDCgDysAdYUBF5x2h8e50Ur9+Axli/xYUaaNHjkTI8OE4+M1heHqWA0WoX8sW8Czniehly+Du7o6unTqjd9++xsdb2tLH+crYz6x5c7F24wYkJX5rIqkUqzErViB6+TJjZ57iMlXEJH2sPhh1JViOXRkDvxYtMX7SRCR8udv0xX7ZR/ymTUbcst/I+fPT+k3Y/aWx87p4T7wXXm+o3Bv7VCgDyoAyoAwoA8pA7mXg74jO3MtKNrkzCjMKP0Y+OeTOy2LkMFHEIsGyBfpQxLlIlJQ+u0XgUeRZ9VZKkRosUUoKv1lz5xqxultEo3eDBmAfhF/LlmB7q01mqV9LEb2enti8eRPad+ho+mJ7Ck/WsV/3p93B6yF4bYmJifB6saYRqox2sm+KZqaK7MHA5BNXMeXkVUx1QLjkLUScugpimqQWpkt++ndXMcOOmZJamPX9Vcy2Y46kFuZKfu7pqyDmSUrMl5RY8MNVRDogSvI2/ImFP17DR5K3sCj5Tyx2wBLJW4hO+RMWPpa8haVn/gSxTFJiuaTECklXnP0TxEpJLcSc/QsWYn/6C6vs+ETS1Q5Yc+4vxNmxVlIL6yS//vxfsLBB8sRGSYlNP/+F3/76v+zxD0GvQhlQBpSBO8yAis47TOid7M4ItJovmkgnh62nTp5suud8T4pRU7AfKFCdfexV6RIKPEYoN4tQrFzhBRMxpQPFIlOCUVP2x3xmcHNzS6tKSU4212gZ2N7Ku0kEtqaITKJDx46gGGU9I62M2I4eMdIMv1v+mt4/BooXfADDPfLh4X/+A4844NGH/gELj0newuOSfyLfP2DhSckXtpD/HyiS/wGDpyS1ULTAAyjmADfJW3CX8z9txzOSWni20AOwUFzyFkpIvoTLAyCe/L/L+PXIgTT88cNRlHR9wKCUpBZKuz4IC2UefhBlHeAheY9HHgThKWk5B5SXvMGjD6KCHS9IaqHiYw+ikqCyHVUktVD18QdRzQHVJU/UkNTriQdhw/+g5hP/gxcFQSUfAp/Fzf9LUE9lQBlQBnIGAyo6s+lzouDkMDfFWlKibRX7bIlMcq6ncxSSQ97OPrQ53xptXTt3NsKPfXHOKM9DEcghccufgpTClpHJ5B+TLbMI1E1peUYwrQKH8h2viRFMRjbZb9K3EtmsWRNeAkY+GWHl0D1T3gvFZ1JSUjrRavWr6b1loLgIwBEe+ZET0c/9L7yR+m0aWvz3VI68D4t7Pot7+/T1bMqAMqAM3H0GcrXovPv03dkzMOrHBUBcYNOtU2cMHT7ciDUPGcJm5JF1XADEs3IBEVMKQ/oydfRJkiH4hN0JdEkDRSAjmoyIUhhSEDLySLg+7Ar2T1GaIkKTNk85L/15TrahaE3rzCFDX/bF9gTztBHsl23ZL0U0hSaH1znXk9fAunr1vc3QvkOXmlUGlAFlQBlQBpSBXMaAis5s8kA57M2oH1POzeQcToo2Xh6FH8tcSEQfRinpwzrmh44YbuZTOvqwH26/RB9HTJg40SzsaS9D3eyLQpT19Gf/XNhDO89JO/NcIETwnL379qHZLF4yGTnQl35sTzBPm1QZPy426t23L3h9tPOczPMaOP+T90BfhTKgDORKBvSmlAFlQBkwDKjoNDTkjIMVeXS+Wg5dU8zRnpkP6yzQl35W2UppI6yyldJGoWiVM0vpRzjX00ZkZOe1ONu1rAwoA8qAMqAMKAO5jwEVnffzmeq5lQFlQBlQBpQBZUAZyCMMqOjMIw9ab1MZUAaUAWUgYwbUqgwoA/eGARWd94ZnPYsyoAwoA8qAMqAMKAN5mgEVnXn68Wd181qvDCgDyoAyoAwoA8rAnWFAReed4VF7UQaUAWVAGVAG7g4D2qsykEsYUNGZSx6k3oYyoAwoA8qAMqAMKAPZmYFsJTr37NmLadNnK5SDm/03cF/8+O80O3+o9dqUAWVAGVAGlIHsyEC2Ep0WQc3f9IFCOciO/wasf6OaKgPKgDKgDFgMaKoM3BwD2VJ0urkVg0I5yI7/Bm7uY6VeyoAyoAwoA8qAMuDMQLYUnc4XqWVlIKcyoNetDCgDyoAyoAwoAzYGVHTaeNCjMqAMKAPKgDKgDOROBvSusgkDKjqzyYPQy1AGlAFlQBlQBpQBZSA3M6CiMzc/Xb03ZSArBrReGVAGlAFlQBm4Rwyo6LxHROtplAFlQBlQBpQBZUAZyIiBvGJT0ZlXnrTepzKgDCgDyoAyoAwoA/eRgTwrOl/cfgFEzW0XkBm8pM4ZNcR2HbZeQA1B9RugmtQ5o6rY0uHTC6hqRxVJnVFZbJmhktSlw5YLqOSEilJ2xgtiywwVpM4g/gIqZILyYndGObFdh80XUM4JnlK24Xd4br4GD8k7o6zY0rDpd5QVlMkApcXmjFJiywwlpc5g4+8oKYg6/ed9/Djqqa9nQC3KgDKgDCgDuYWBPCs6d//2X9Qv/L/o+/xDBn0kJXpL6owgsRGBzz0EC71KPASip6TO6CE2orukFroVfwhEV0nT8OxD6CroYkdnSZ3RSWxER0k7PvMQiA6SEu0lNXj6IbS3I0BSot3T/0RmaCt1bd3/CUe0kTLR2u2fyAz+bv+Ld5zwdrH/RStnFBWb4C1By0zQQuwW/CRP+Epq8NT/orkdbxb5XxDNJLXQVPKO8JFyEyc0lrKBPOM37GgkqcGT/4uGdjSQ1MJj//wHvr/839zy2db7UAaUAWVAGVAG7gwDd6iXPCs6yV85lwdQ87H/uQ5ej/4PMkMNqXNGdbFliEf+B9UeeTBDVBV7Rqgi9nR4+EFUEVS+ASpJ3Y1QUeoNXB9ERTtekDQzVJC6TOHyICoIymeAcmLLDJ5Sdx0KPQhPB3hI3hllxWahjOQzQmmxly74IDJCKbE7o6TYShZ8AI54XsqP/u8/+M9CoQwoA8qAMqAMKAN3gYE8LTrvAp/apTKgDOQtBvRulQFlQBlQBm6SARWdN0mUuikDyoAyoAwoA8qAMqAM3D4Dd0903v41af9VgiIAABAASURBVEtlQBlQBpQBZUAZUAaUgVzGgIrOXPZA9XaUAWVAGXBkQPPKgDKgDGQXBlR0ZpcnodehDCgDyoAyoAwoA8pALmYgD4vOXPxU9daUAWVAGVAGlAFlQBnIZgyo6MxmD+TvXs4Px5Ku6+JHsV1OvXCdXQ3KgDKgDNx3BvQClAFlIM8woKIzlz3qpZNGX3dHSyeH4sfj14vR6xzVoAwoA8qAMqAMKAPKwF1iQEXnXSL2DnR717r49WxKhn1nZr9yMX2UNEUFbIb8qVEZUAaUAWVAGVAGMmdARWfm3OTKmlFtfbBwVDCGNK+DtfPCzT1SbH7wrg8WjQ7GgPpVEDMl1Ng3zA/HCN86CGvXFItDB+LwZ1swqkVdrJo6Bu83rIrfMhGvprEelAFlQBnIFQzoTSgDysCdYkBF551iMgf0c3R/grnKfjOXIGTRGiTbI5brRHxWrOWNPjOWYMLm/fhaxKVVl7+QC0bEbEebkDBsXx6Fhh0C0WvaYvgPCUPKCR2yN4TqQRlQBpQBZUAZUAayZEBFZ5YU5TyHzBYNlaniZW5m8Ju2KGfLPiGm/OvZZBz6LB5TerTG1J6tweH0lGM2QflCbW/jw0OdtwIQGz4G89/vgSupF1Cycg2aFcqAMqAMKAPKgDKgDGTJgIrOLCnKeQ5cre541b+euTaHc9iiOHQfP9NUh8jQ+a/2IfIXG/uhcacgvNExCH69Q1DKLlCNo/1QoVY9DF+5DRVerYcdEvWMHjPIXqOJMqAMKAPKwH1iQE+rDOQYBlR05phHdXMX+nhRd8QvjUxz5pD65YsX8HQpD3yxLhYfdm+Np0t7gFHOx55yM35sc0yG3ik03aVu/XzbXE9T6XAY6VcXXERU4w1fNBRx6lClWWVAGVAGlAFlQBlQBm7IgIrOG9KT8yrf6ReC/IVcEfh6FXTyKoWlk0LRflgYCri44qXGvni8mDtC2/pgzLs+eJHlom5o2XcI+Gdo8zoY+25T1GkVgMfETpsjOo2bgY3zI8xioj3rY8H5nY712S6vF6QMKAPKgDKgDCgD2YYBFZ3Z5lHcmQuhuOw4fDwiPt2PeQnHMXxxHCo7zMtsPzQMITLEPuSjODSR4XSelSK1a9hMjF61HaNit6OuiE7aG0k0k2CecCvlYRYRDZMh9o5jZ4Bl2hXKgDKgDCgDykBmDKhdGbAYUNFpMaGpMqAMKAPKgDKgDCgDysBdY0BF512jVjtWBrJiQOuVAWVAGVAGlIG8w4CKzrzzrPVOlQFlQBlQBpQBZcCZAS3fMwZUdN4zqvVEyoAyoAwoA8qAMqAM5F0GVHTm3Wevd64MZMVArq8fPXIU/Fu1SoeYFSvNfTvbB/TvjwsXLpi6u3VITEwEr+lG/T//bPHrqm+m3XWNsqEht9xHNqRWL0kZyBYMqOjMFo9BL0IZUAbuBwNJid+id9++iF62LA1+LVuYS0nYnZBmCxk+3NgoPE3mLh1SRdTymm61e1dXV3h6et5qs2znf7v3n+1uRC9IGbijDOSezlR05p5nqXeiDCgDd4kBCrr69RuAosj5FIxMTp08xURLKUoZKbWipIkSuaQ/I6Sso71r586w7Kyz2tK+edNmmgzYhja2Ydvk5GRjz+hAX6vPeOmDbYjI+Quuc6cf+yPoQ3/rGmizGtBunZ8pz8E6tmG/TAn60W71Sz5oZxvaWEc42q02tFvnpr/j/bNOoQwoA7mLgTwtOlt9dRnFN18wKCEp8Zykz8dfAFFSUqKUpETpLRdQ1g6PTy+A8JS03NYLIMpLSlSQlHhh2wVU3JZqUHl7KogqkhJVJa22IxVEdUmJGp+lwsuOmpISL+5MBfGypK98ngriVUmJWpIStXeloo4ddSUlXvviIiy8Lnmi3pcXQdSXtMHuiyAaSko0kpR4I+EiGtvRRFKDPRfRROCz5xKafmVDM0mJ5nsvwdcOP0mJFvsugWgp6Vt2tNp/CY54W8rvHLgEwv/AZRBtJCXaHryMd+0IOHQZRAdJO9rR6evLIDpLSnSVtNvhyyC6S0r0kJTo+c1lBNoRJCnR+9vL6PPtFYN+khL9E69g88//yV2f7jxwN3fiFleuWAEKHwuO4i5h924QFFlTJ0+GX4uW150ySaKliYJZc+ea4Xf6jZ84Ed4iUiPnzzf+o0eONCkjqi2kj26dOpsy+03Y/SXo36FjR8Rv2mTsPHQTcVqz5osm2urpWQ7BMrxPe0agGOZ1sI7CkZFZ9snzO94P6+kbuzIGLVq2BP26delirpvXlvRtohHEbMN+rCgwI6mWUEyQCDDvl/2znn70t/p1d3c398Nrt+6T3CYn/whyxPskH2xDgc575nWwr4Qvv+QlKpQBZSCXMpBnRef/+T4KhY2DiLPLkex1RfmQfxMjPPLn0o+63tbtMLD7y90YPWIkQkeNwvhJE2ENvTv3RSFFYUZx6PViTVB4eTeojxR7dJKCrb2ISrajnWmCCNr4zZvM8D79vWrWNHnWEQki7jzLeRrRyzRRBCHtWYG+FL4UkJ99sctci3MbNzc38HyeMiTPvHVf3g0aiPDdbNpEL18G3hOFIe+DIhH2PxSI1jXzvnh/rPLw8ED7jh1Me6Zsz3YU1hShSfbIr/vT7oab3SK42Revgxg6wjaNgX0plAFlIMcwcNMXmmdF500zpI7KgDKQqxlgxK933z4i+GygmLJumPa1GzfAt4UfgvtlvpDIQ8Sb1cbd/WmTdZeIn8nIITU11QgxyZq/FF3MJP+YDDcHP4o0Y7eLVYpeC+1FtFLAsf5GYDSRAo/Cs1L5CiZy6exvnZ925in4mLfAoXRGKRld5Tkdr5E+jvfGMv2Zuj7syiQNLFOw0pAo0WDrXrwkgksb6+jDvEIZUAZyPwMqOnP/M9Y7VAaUgb/JwAQZLmcXHA5n6gxLLDrbYTcwAmhFAynQGMWkkGNkMUGiqXY37JboJ/MUdS4uLvCWaCmFb3uJHlK00c76zMC+OXRNf4pltrfOm1mbjOxsw4gth9x5fvZLWL4J9utkmVFMS7QyGmv5MWXZSyK4LmahU7k0Yc+hdtq86zcAhSj7IejPVKEMKAO5kwEVnbnzuepdKQPKwE0yMFqGz7nwxQKHkzNqyuH18ClTMowcZuTvaOvdty8YeeTcRv+3WiGgg20ImsPaFIldO3cGzx+zYkVas6HDh4PRRqsNo5dplZlkKH4ZPWR/nGtJQctzZOKeqZmCk225+KfWSy8jRSKy1pxRNuraqTPYP+su/H4B9KedoM2q82tpmwNr3T/76yr3yqF/ClWKYs475b3TTo7Yh0IZUAZyJwP3S3TmTjb1rpQBZSBHMcAFLJxHSFFkwRJQ0cuWprsXiqS4DevNPEfHCvZhlf1atkg379Oqo7jiHMmaL9Y0c0OHDh9mmrBPzrvknFD6Ms+Ulexr1ry5sNowekn7ydPfM0kHDu9b7aKXLcNQEaycNsD+nKOjjr7sxGrHPM9JsA0jpfUl0srrJhz9Dn5z2CxE4vXRj2KX7TmflOfkuWkf6nSf7I/3yjr68zzsy+KebR3PQx+FMqAM5B4GVHTmnmepd6IMKAO3yABFH4d/HUEhxG5oY+oI+lv1lp02K886wio717FPRxv9KNgsO/OO9cxbdfTNDM7teA1sl5F/el+k29+T7Qi2ox/7YJl5XgvtFljnbGMdfVnHdixbsOyss2xWShv7og9Ty66pMqAM5C4GVHTmruepd6MMKAPKwF1lINopAmydzDmCatk1VQaUAWXAYkBFp8WEU6pFZUAZUAaUgesZYFTyeivMtAONUmbEjNqUAWXAYkBFp8WEpsqAMqAM5BAGuNiJC4xu93Izen/7jfr6O+e6Ub83UacuyoAykIsYUNGZix6m3ooyoAzcGgNcMe24/c+ttb4z3rd6DdzOiCu+nedM3pmrudYL9/i0StwWycprqgwoA8rA7TKgovN2mbvf7fT8yoAy8LcY4Kbn3AqIe0NyT0l2lpiYaN4AxJTljMB2FKpERvW0sY6gL8sWaCOs87He+RosX6a8DvozZZn+mzdvgkc5z3TbFLGOYL/0oT9T2pg69kGbM1hPsB3rmHJDe9pY5upypoTVn1Vn2RztvA7aCfZFX6YsK5QBZSDvMqCiM+8+e71zZSBPM8D9LCmOuOk6U+4hybcOcbNyphltBE8b99mkz4L588EopTOJHIrm3p+bN21Gk4aN0vb15N6V3IfSslOIOV+DY1+R8xeYtyDxXNb10N8Rjv7MJ4lo5jktf0ZFWeY5Q0eONHtr0s8RrF8g98LzcF9QikPuo0kf2pj6t3qbiXlFJv1pZxvr/jncTzttvEdyxAa081roz755PbTnJui9KAPKwM0zoKLz5rlST2VAGchFDHBBDF8ByT0lOVQdtWABuO9k7759zF6aFE/Ot8toHvespA/fUsQopbNPYuK38G7QANyjcva8uUi9cMEIT262Hm320ByGCZMmms3ina/BsS+e3/l66O9V80XYUNPRPS3Pe+E+mDx/5IL54HUyz3PzGngPljPzvNbZc+eatwX5tWxphKVfyxbGhfdpMvYD+xs6fLjxZRv2R5HKau5vShvPQxHPvlnHqCz74b3QTl+FMqAM5E0GVHTmwed+9eqfmDZ9dhpIwapP4tLKp05dv/k0fW4N6q0M5BwGGHXkqyop2HjVXIXN4WXmHcEN2iMlAsmoHqN5SUlJjtUm37tvXxFum8A38zDCyNddUnimpKSAC3gIRg45rG8aZHCgYOOelY7XQzfamd4Ibk+7p1Un7E5Aty5d0s7La2Ck1HJg/0TXzp3N9Tq+EcnycUzZn3eD+mkmbgbPe6PB07McEwOKeZ6HfDHl/FDOQ6UwNQ56UAaUgTzJgIrOPPjYH3ronyhbtnSGd873PT/3XPEM69SoDORWBigMHQVkZuKOYtPT0xOMdhIZ8UERxkgj6/mOcb7mkn4UtXybEHHg8NcmAkl7RqAQpEC0IoNMKYJpz8jf0ebpIP7c3NzAtyjxnET0sqXgfpqWP4e7KQYplPk2IL+WttdWWvXOKftLkiF8y578Y7KVzTDldc+SKCr5cHV9GBTqGTqq8e4xoD0rA9mIARWd2ehh3MtL8ShbJsPTeWQiRjN0VqMykAsYuPD7BVDMedX0kiHvKeaOGM1k2RQcDq6urmY/SgovztFkFYUVUwscFue8Tvq6uz9t/Cn0KGQ5x5H+FKJcEGS14TVYeSvl+XkdLDNlmflbgbcM8/N6eM6E3bvRtVPndM1pd33Y1dh4bRSgiYnfmjJ/gPKaTcF+oChdMH8+2I6ClSnvzV59XcL+eK/u7u6GY0ZAr3NSgzKgDOQZBlR05plHnf5G3dyKgV8q6a1AWY+MxaizXy4o6y0oA2jfoSM4T5ECihE5Rib9W7USUfU7WHamiPMZV65cAQqvmjVfRECHDnAWZuMnTpT2F9BNhqzZnm0oQBn5pNCk3V3EKO2sd7wGli3w/Nb1MGWZde5n6eboAAAQAElEQVR2Ace8M1xEFLPesg8dPgyMfPKcvGZeA6+FUU/6+LVsAe/6DcBFRpx/OXT4cBGHT7MKjH4G9+9v5qNagrd33z5p/ZEHqz+ekzAN5eAh0VZei9UfOSVP5Eaq9a8yoAzkUQZUdObRB8/brlSxApM0lChRHK4uLmllzSgDuZ0B7wb1Eb1sGZhSjHHRDctMWXa+f/pxsQzB+YpDjajzTOdG8UU7+2Fq9eMpw/JsRzvFm2Vnn7QxdeyI9bwO1jFlmfUUigTzzuA5nOt4LvbBc7PeuQ3vg/W8VrZlSh/Lzjasp43IqD+2I1hPsA+24zVb/rSRG9YrlIFrDGguLzGgojMvPW2ney3rNMTu4VR2cteiMqAMKAPKgDKgDCgDt82Ais7bpi7nN3RcUMShdl1AlL2eqV6NMqAMKAPKgDKQmxjIs6JzRNIVKK5gQ6HyWO9SDp8Xq6l8yL+J7T//Jzd9vvVelAFlQBlQBv4eA9r6DjKQZ0XnyKQ/sDz5L2z8KXNskDpnrBfbdTj7F9YL1t0Aa6XOGXFiS4czfyHOjjWSOmO12DLDJ1KXDil/4RMnrJKyM+JTH0JysReQgCcQK/WOiJGygfAUkwlWit0ZK8R2HX78CyucsFzKNvyJ5T9ewzLJO2Op2NLww59YKvg4A0SLzRlLxJYZFkudwek/EX7iKrb/8tcd/HhpV8qAMqAMKAPKgDJgMZBnRScJGFH2ISyrXtBgqaTEx5JGVysIRyyRMrG4akEssuOjKgVBLJQ0ygmRUiYWVC6I+ZULGMyrVADEXEmJOZLOqVgAxGxJiVmSznTCjBcKgJgm6bQKBUBESEqES0pMLV8AFqZInphcPj8sTJK8Qbn8mCT4UDDBMz8cMV7KRJhHfozLBGM98uGDsjaMkZQILZMPo+0YJalB6XwYJRgpGGHHcEkdMUzKw0rlAzFUUmKIpAYl82GwHYOezwdioKTBdgyQ1BH9pdzvuXxwRF8pE31K5ENvO4IkJQKL50Ov4g8Z9JSU6CFp9Uce5D8Lxc0yoH7KgDKgDCgDysAtMJCnRect8KSuyoAyoAwoA8qAMqAMZDsGctIFqejMSU9Lr1UZUAaUAWVAGVAGlIEcyoCKzhz64PSylQFlICsGtF4ZUAaUAWUgOzGgojM7PQ29FmVAGVAGlAFlQBlQBnITAw73oqLTgQzNKgPKgDKgDCgDyoAyoAzcHQZUdN4dXrVXZUAZUAayYkDrlQFlQBnIUwyo6MxTj1tvVhlQBpQBZUAZUAaUgfvDQPYUnfeHi9s+6/sd/a9rO2/8aHx3NPE6+50w/HAsCWO7Xn/OO9F3Zn3ETg3NrOqe2f+4eAGnD+65Z+fTEykDyoAyoAwoA8rAnWNARecd4PKbvQnX9fLd0SRcSk29zn4nDAVcXHBahOed6Otm+3Ar5XmzrnfN79yJIzh96Hqu79oJtWNlII8zoLevDCgDysCdZEBF551kM4O+LqVeQPjQYAzr5I+wvt3wvYhRutE+fXgwRnT2xwxJLfuOuBisnB2O0V38sXd7vBGXoZIfI1g1J5xNcVnEbIN32pu84+HjSaGYPzIY47v548COePwownTagO6Y0L01lkrdZbkW+v96NgWzBnbHpB6tsWJKKLYui0Ly8SSDlVKmD5GwLhYE8ynHbVHbPetjsXFBBKb1aoPDO7cgRdpFvt8DMwPbYE34GFyRaCT9mY+PjMCcoDZY8cFA7NsQizm92xicPZFEFzByGTNuIOb3bouYcYPwk91+YGMstkdFYGlIDyzs2xZHPt9i/OOnj8HXUsf0959SsHJYDyzp1xbrwgbhqv28xlEPyoAyoAwoA8qAMpDtGFDReVuP5OYbJWyLl4jnBYyaF40adb2xbNZU0zhqQqhJB0yaBc+qXviwXzdT/vlMihGbfl1749nSHpg1Ihi1fPzQd+IsJO3bjX0iRJ8Re/MuQcbf8fDDsUQjNJt17o1nSnuCgrOM9N1z/EzjFjfPJlpnBneDeykPtBs6Ho8XdcfKKSIWRZBeEVBEGmc5/PZTMgjJGkHK9DcRe4c/i0fDjoFwK+mByME9ULJyDQSMncFqIzyZOSMC8owI0paDw0SIpmKLCNCW74eh3Cv1jAClz7ppY5ig9ZjpKFGpBqKH9DDlf8s5Doq4rBMQiEoNmmO1iEpWePccghca+oLpZwsj8EgRN/iNmo58hVzw+UcRdFEoA8qAMqAMKAPKQDZlQEXnXX4whYu5g8Pva5dEolw1LwycPMuccXtcLGrU8QYjnPQp4OKKn88km7raPr5GiD4pbZ8VgflZXAwoNgfPjkZVaWOcMjl4vxMACs1fziajgIuLiE8P/Cjij7aj+xMkSnrBtGzSKUgEpxteaxWAUiIajfEmD7XfChCh6ZUmSIuJgKXAfK6yF04e2JPWy6st2+HRp9zA+qqNfE2+KH1FkNJp/8ZV8HjFG2dl2PzRp9xFPLqCgpN1lURcPiWitqKkFJW0OeIR6ffYri0gXmkXiNd7DHGs1rwyoAzkBQb0HpUBZSBHMfBAjrraHHSxp44koqCLC8qL0AydHw3O8ezfyscMs1u38b0MfyfuS8C3guoSBbXsz5a5Nn/y3f4hJtK5VyKc3epWNuLT8ssofUIil5b9sgzDH5W+CQ61V67tDQ6tFyjkarmYNL8IXpO5ycNjRd3SeZ4UoUlQeFYTcWlVUoRa+cxSDrV/dzABhMer9dLcKDitwiMiSK28lb4qQrOeRD5/OLgHU5pVxy6NdFrUaKoMKAPKgDKgDGRLBlR03oHHUlhE2O6t8Wk9MbLJQgkRj3ES4TwvEczAUeMxa/0OJO6zRQKflDbFJYrZsmsQiO8zWen+0cRQIzo5vN5chtT37bh2Hp4jE4DC8lcZpm7aOQgEBecvZ1PwtJyTKcUn23IOZrKIX+aJyzLEzpT4OotzPSZi8F9yjlffaof6HQJR/Q1fUHiy7c2Aw+NFJZr5WkAgiLMSkbXa5XMSxpbdmru5U4bXizzvgSYDx+GdSYtweFOs5aKpMqAMKAPKgDKgDGRDBnKd6ExJOYOly1Yi6chRXL365z2hvHPwUMwdPxpj+nTFlKEDMKZ3V3QSG09evlpNs5Bo2axws5Coep16NCNgQAi4kGjF7HCM7OwPDrFzON1UOhwKShSSC4kWi/jc9HEUXm3i51CbeZbisl6rdhjZxgdr5oabxUSVa9nO7SNCdMy7Plg4eiDGtG2KAhKRZU+lqngxwdSerQ04f9MYMjkw4skhdC4i2rwgwiwmqibCMxP368yNA4cgZuxAbI2KMIuJHhUhzmHz6xztBg6zH9q4Cl+LwCwiYnVJvzag+FwXNhAVGvjavTRRBpQBZSC7MKDXoQwoA44M5DrRyZv75Zdf8emn27HwoyXY8uk2sEz73ULN17wxdkE0mrbpgNebtcDUFWsltYnDEmU8sOTzA2aYvZdEO605nVxUNGFpnJm72e69oWj3Xoi5PM7nZATUFOTQVobXu44Yb+ZyTlqzAx5VbcJQqq77+06/oSaSaVW83S8EHYaNN3M8hy+OQ6Xa3qbqxca+GPJRHJj2nbEEFWvZ7KzsI+U3OgbBr08IBi6Mg9cbtvvw6227vhoyfO5WyoOuBm8GDcHbg8PwfOUa6B6xGOXtQ+RNRVAaBzlUlTaEZFFMxKKPvc7zlXroNX8NSlTywmvtA9Go1xC6oHJDXzxVsqzJ89Cg52AmoNBsO3kRGOEs/XI9dJizGs9KW6YvvxtofPSgDCgDyoAyoAwoA9mTgQey52Xdmav6888/ceTIMRP5vNvRT0YqK1TzAsG88x2UkzpnOyObtBcXYWr501bAJf2cS9puJDattlzV7tyWEc8yEsF8XKKIlh9TlktnYM8vw9qMeHJ1+2PShqC/JTRZpg9tFrhQ6PnKXmahkKPNyj/6lFtaHYfNOaTuWFeiUg0RnjUsExjtpJ9leEqEqpWn8CRYps8zFWvgIblmlhXKgDKgDCgDyoAykH0ZyHGic9WqNZg2fXamWPVJXIZsM9rpGP3M0CmPGms29oN76WvRyzxKg962MqAMKAN5jQG9X2XgnjKQ40Qn2XFxcUGN6lUzRNmypemSIdiuUsUKqFGjWob1edXIqKdz9DKvcqH3rQwoA8qAMqAMKAN3h4EcKTpdXQoZ4Ujx6AyPsmWuY6pEieJ4o1EDtHvX37RzFdF6nVMeMHDF+hfrbKu8uWr9S8mvmxeO3ZKy7u9SsHeDre+/20+2aK8XoQwoA8qAMqAMKAN3lIEcKTpvhgFGNRkNfVeEZuM3GuC554rfTLNc7XM59QJ+PJZo7vHgji34cl0MHi/qjh+PJ4Ii1FTc4mFIw6ppLW5lu6S0RppRBpQBZUAZUAYyYUDNuYuBXCc6XVxdcnRUk5vFEz+fsb2diP/cTh9LMm8SStqXAII2CxSSR8ROWDYr5RuICPrQxmH0lxr7gVHNY/sTzEp3Lhp6UWysow9xXOoIZyF64kACiN/OptANfGXmH5dScVLsNFRr5MvEgPt3nhK7oxCl7Y+LF3DqYIIB88ZZD8qAMqAMKAPKgDKQ6xnIdaKTQ+c5Naq58MNQbIiOxN5t8RjdpXXaazEn9e+GMV1bY//2eMwdGYyp73Uz/zB/OZuM/k1r4/O1MYhfGonhrX2MOKXI5P6c8R9HYdfaWAx6s44Rmj8eT8KyyaGSTza4nJpq0hVi4wbxFJlj3/XB9mVRSFgfixG+dYyw5MlG+NUR+0IRnXswvn1TY6foZN3JA3uYYHX4GJN+u3MLJovPyYN7sDZiDOLs9n0y/B72Vl0w/TQyAovt71o3jfRwiwyouzKgDCgDyoAykLMYyHWiM2fRn/5qGeGsVscb774Xgm4jx+Nne0TxF0n7fjgTrfuHgHt1/iCRz19EcG6OjkKDd9qj0/DxCJwwC9wyiZHNAzviJYrpiV4TZqLDsDDzRiK+CtM6G7dKIl5s7Aumlp3RT/fSnugcNhNtQsLQqGMQGPFkZNPrDV90GjcDDTsEos5bAUZ01hAb2/JtREwtbI4MR6vBYfBuH4i2H8zArpULwSgn6/lqzJbvh6Hz1MXgKzBpUygDyoAyoAwoAzmSAb3oW2JARect0XV3nblB/MrZ4QhsUhtJexNgbRL/RFE3PFHMPe3kVWp7Y59EPX84lmjScd38ESY4IsPiP4gg5VA79+a0GtR7OwAvNfG1ipmmjHZyf07LoU6rABDcm/Oxou6YN6gHRrWoiz0SBb3R24rOnjiC5yrXMN1wVfxzlWqI6LRNFyjqsOemY94460EZUAaUAWVAGVAGci0DKjqz2aONWLsD702chcR9u/GRDLfz8i6nXmCSBkY5ny3tiQIurnjVxxeDZkVjoMESvCzikgLVWjDERj+KEP1ChtmZzwrJMgRv+XD4PGFdLDjcvn1ZpEQ+AzFs5TZUeNX2Ok3LzznNV9AF/5LorGW3opws841ETBW5ngG9QWVAGVAGlAFlIB0DKjrT0XF/iZId/AAAEABJREFUCzOGB2OvRDCfLOYGikq+iYhXdPliKhZPDAWjmDvXxoCLicpW9UIVGYrfGRcLilAirFtr/HomBWWreOHAji2g2PxFxF/kqGB2kyU41P71Z/FpQ+qLR9va5Rdxa1DI1UQ5EzbE4jcZ3rc65FxQK8+0nIjS+MgIsyKe8zdpe66S7fWd+VxcWFQoA8qAMqAMKAPKwF1nIHudQEVnNnoeJsIpw+of9u8GCs9G/gHm6jyq1ACH2BdPHG0E5+DZ0cb+ShM/NBCfeSODMV/wTr8QlBExSrzdbwiWTg4FBWe9t9uDw+sFRDQ+bX/z0OMyXF5AxCQ74tuI8kueK9nbhoRh/fxwLAoNhldjP4EvXqhVD6Uqe2HJmIFmLqdv0BBw2Jxt67cPRNT7PcDhdrdSHjShqdQXk/xHg3uAi4rajpkB/nn0Kbe0diwXFR+mCmVAGVAGlAFlQBnI/Qyo6MxGz7h4GQ+ziGjYnGg08m9vhs+ty2soZYrNLsPHmwVDlp3C0xpe51xPy165tjcGzFxiQMFJOwVnq74hzIKLiKz5my37hMDKv1DLG72nLzHgfE46U2ByUVHgtMVo3nsIuICIKesadAhE94jFeEwEJcUmbfTnIqKu4Yvx7gczQAFKe9VGvnCcx9m41xCaFcrAfWFAT6oMKAPKgDJwbxlQ0Xlv+b6tsz1bxvO22mkjZUAZUAaUgfvPwPaf/4N/xP5LoRzcsX8DdT5Lvf//sG/jCjIQnbfRiza5qwy07W+LTt7Vk2jnyoAyoAwoA3eNgZqPPYjTDVzxfX0bvpOUOCUpcdLbFSfsOC4pcayeK4gjkhJJr7uCSJSU+PY1VxDfSEoclpT4uq4riEN1XUAcqOOC/Xbsk5TYW9sFxFeSEntquYBIkJTYLSnx5asuIHZJSnz+iguInZISn0lK7HjZBdvt2CYpsfWlQnDEp1ImtrxYCMRmSYlNNQuB2CgpsUFSYr1XIRDrJCXWSrq2RiEQcTUKglhTvSCI1ZISq6oVBBErKREjKbGyakEQKyQllktKLKtSEI5YKuWPKxcEEV25AIjFkhKLKhUA8ZGkRFTFAiAWSErMl5SY90IBEHMlJWZLSsyqUAAz7ZghKTG9fAEQEZIS4ZISU8sVADGlXH4QkyQlJnrmR49nH7pr/07vdscqOu82w9q/MqAMKAO3w4C2UQaUAWUglzGgojOXPVC9HWVAGVAGlAFlQBlQBrIjAzlRdGZHHvWalAFlQBlQBpQBZUAZUAZuwICKzhuQo1XKgDKgDCgDmTGgdmVAGVAGbo2BPC06v039f9j923+uQ8K//oPMsEfqnPGV2DLEv/+Dvf/+b4bYJ/aMsF/s6fD7f7FfcOAGOCh1N8IhqTe48F8csuNrSTPDYanLFKn/xWHBNxngW7FlhkSpuw4X/4tEByRJ3hlHxGbhqOQzwjGxH7v0X2SE42J3xgmxnbj0/+CIk1L+11//d2ufHvW+bwxcSE3FqlVr0rDz8y/SXcvvFy6k1dFvz5696eq1oAwoA8qAMnDvGcizopMrCTef/wuTT141mCIpMVVSZ4SLjYg4dRUWpn13FcR0SZ0xQ2zETEktzPr+KojZkqbh9FXMFsyxY66kzpgnNmK+pPN/uApigaREpKQGP15FpB1RkhILf/wTmWGR1C1K/hOOWCxlYknKn8gM0Sl/4WMnLD3zF5Y546zYBMsFKzLBSrFbiJE8ESupwU9/YZUdn5z7C8RqSS2skbwj4qS81gnrpGwgz3i9HRskNfj5L2y0Y5OkFn778/9QvMCD9/5TqGe8ZQZcXVxwIfUiUs6cNfjll1/T9fHXX38Zu1Xv4qpvwkpHkBaUAWVAGbgPDORZ0fllHVcQu+u6IjMkSJ0z9ojtOrzmij2Cr26AvVLnjH1iS4fXXbHPjv2SOuOA2DLDQalLh3quOOiEQ1J2xgaPi+hy9GMsevI0vpZ6RxyWsoG3Kw5ngm/E7oxvxXYd6rviWyckStmGh5FY/xqSJO+MI2JLQ4OHcURwNAMcE5szjostM5yQOoOGD+OEIODZf96Hj6Ge8nYYqFSxwk01++c//wmPsmVuyledchUDejPKgDKQzRjIs6Izmz2H+3Y5SUeOmnMfPHTYpHpQBnIKA2VvUkh6eKjgzCnPVK/z5hjYsjoG584kp3M+vDcB3wjSGXNYoceLpcwV/3o2Bcf3J5j8rR6uXLxgmvDVzCcP3F4fpgM93BUGVHTeFVqzeaf2y7t69U8cOXLMlFJTU5GScsbk9aAM5AQGHnronyhbtnSWl1rxJiOiWXakDspANmGAovN8Skq6q/nmq904LEhnzKEFCkcKz1u9/JTjSYh8v4dp9kfqBVB4moIesg0DKjqzzaO49xdyxB7ltM5sRT2tsqbKQHZnIKthc7diRcH5n9n9PvT68iYDd+uuz0sUdOuaGCRsi8clEV/WeWjfLvY9Yrdsjil9Tx9NAvFZXAx+ln6s+svSz77t8di5Nga/nL0WZf3hWBKO7EvA/h3xxpV51u8yfilgu11rY/Gj+BkH+4HlL9fF4lgGEc3Hi7qhVBUvUHwy4umI3yQKyi6YHv5sCw7v3ALmaTshkU22ofh8VPp4vrIXzQaMeu5cEYUzIkyNQQ7M/+unFOzbEItE6UdMGf796UQSDmyMxfcH9+APeySVjiwnxCzEOalnOSP8cGgP9ooP04zq85pNRWdee+IO9+s8pM6oJ6OfDi6aVQayNQNubsXg4pL5IqGyOrSerZ+fXtzdYaDPW01AgZmwNR5j+3QzJ2F5eKfW+E5E5VciOge87ZNOkNLptAjDQf4+WDhxNBJlqP79d3yM8KRwHNO1NSg6f5D2H0iewpJtxnb1x5KJofhcRCbL47u3xrT3uoswTcHINj6CpvhVROqCUcE4YBemkaMHYtnkUGP/dGkUti6LYtM0JMt17F4XI4I1FcdFSBJffxaPiF5tTJkic3xAU5M/IaJ1WmAb05Zi88rFVJwREUhBuXd9rLGvCR+DNRFjRDCmYvnYgfhcxCcr1ootvENTnBX/OMmvkDraHbF/Yyyih/TAv0WcJn0ej1XjBpnq7VER2LEwQvq8gOVDe+C0CFJT4XBY0q8t9sREGZ9Pp48BxadDdZ7MqujMk48dZiidQ+rOt+8c/XSuvzdlPYsycPMMZLagSBcQ3TyH6pl7GKC45N281tQPQaPH47Vmfixi+axwNG4dgPYDQtBz1HgUL+OB70VAmkqHw7OlPTBsTjS6jRwPj2peRjzulQhngUIu6DJiPFr3D0HV2t5YNSfctKLIe3/2EgRNmGXKPHQYPh7NOgfhGenr5Sa+aCr5em+3T4t2PiFRyPdmLkGTTkF4sbEvMop2sh9GPN/oGASC56nxhi+8BL/+lIxO42bAt/cQNBfkl2uj4GT9Y0+5oXojXzY3uCKRyZ0rFqJb+GJ4tw9E08AhiF8QYep4aCJl4t0PZoBRT9qc0WHqYtQNCDRgdJP1jH4Wr1QDtdsF4q3RM5BProF2C4yIln65HlqMmoFXxKeaXzv8fu5ahNjyy2upis689sTt95vZULpz9NPurokykG0ZKJvJgiJdQJRtH5le2F1g4KIMf7PbwsXc8U733hjS0R9937oWzaQY3b4mFsM7+Rtw6JxgG0cUcBg5KF7a01T9LEPaHtVqmjwPVep44xf70DuFYQEXV5rTQLFpFcpU9TLZJ4q5mZSHp0t5gNHOwW/Wwdp54RLRvEBzpoiZEorkY4loExJmfNyl/fH9ezC+XVNMkIjnrxKFpLg0lU4HRjyLlSyL/IVs1/icDLn/cSk1zetREcAsFC3pweQ60P7lyihMalUXH4f0hNW2johQCtAwn2rgEPtD9v6tDvJJ+WERwCuH9cBM/7omynn+xBGrOs+mKjrz4KPnEDqH0jO6dUY/dUFRRsyoLbsykNmCIl1AlF2fmF7XnWDgnF30WX1x5XqJMp5mWN2rrjfmbvgMb3cPQtziKHwrQ+X0q9PUFyPnRRu07Nob5ap50XxTOH00Mc3vBxGAVuFJu2izylmlv4qApeB8SSKcH3yy3UQ7b9Rm97pYcE5n7xlL0txipowx8z0Dpy/GgKg1eFzEXVqlU4Zik8PxljmzaKZV75wukaH1R55yR79l2/BO6PS06j9kGL/d5EXoOne1scWF2YbdTUEOnOe5RYbUX303EN2jt4GRTjHn+b8qOvPoP4Hmb/rAAil49ZWX0souupE2KbkRtC6bMeC8oEgXEGWzB6SXc0cZqCdD5nPDRmP31nhwq6Q1iyNxLiUZFap7gYuBGOX8TkQio5488ZPF3FBXhtsZ6eSQOkXohH62uZ6szwq1ZIicC4SS9iWAczl3xsXiFR+/rJrdsL6ARAK/FEHJSGeyw+Iex0YUm4vHDIRXYz+JdCYZ8clhdMuHYnLV1DFIkQgi8xSYjHg6+hSTqOhjIozjIyPM8Hn8gnBUbdjc6uKm0nyFXPDdwT1p8zk5tL7dPqeTHbCeUU3mLTDSSWF6VaKqhzfF4vOFEbh66YJVnWdTFZ158NEzMsQFGBZIwRNPPA6rrKt9yYgiJzHAf7uOC4p0AVFOenp6rbfKAEVn39AJ2LJmJaJnTjV7doavWIuCMsxdQqKdnYKHSoQz0qBjcAgKy5A7RSfndEZOGI11SyIxYNIsPCl2x3MzalnbQUxyTifnX9Jv8JxobIyOxJwRwWjgH4BXm9hEp7P45FxOq8+XRCw+XtTdFJlyqJ3D8e2HhiFOhtV/lIjpW31D8FqrAOMz48vjJn1M2pSuYovCvtEx0EQ1uZiIq9MpUP36DDF+G+ZHgIKy49gZJnUTgUmsDh+DR6WP5yvXMH7dIhbjSuoFLPtgoLH7BNnaV23ki0climmc5FC1oa8c0/9tPWaGEZxcvV72lXp4c+BYUFC+OWiccVwtEU5GQuv3HGzK1oEitJ7YuJDo/Ikk+I2agVIv17Oq82yqojPPPnq9cWUgdzFgLSjSBUS567nq3WTMQM3XvBEyZTbGzo9GZxGZFJaWJ4fXg0ZPMAuJmLfsFJ4cXg+ePAsZDa1TXDqKTs+qXmnClAuM+k6chcGzo9MEJ/t9xS4+mSccRScXEVG00s60jF1IVqrtjR7jZ4KCk+KSC4roY4HClFsmEVxEZKFRxyBwIVF+iZJyEREXE9V+KwAVXq2HkpVtIvXtwWHoISLzMRlyf95uo39TEZrWYiKWeS6b6Lw215Rl2h3BOZ2+IjCJyiJKiUekb4KLiDjEXsOvnRGiju2Yf6GBr1lI9HrPIShc0gMvy1A77XkZKjrz8tPXe8+1DDjfWO/A3mja2CdXY+jgwdi8fi3WfhKbq+5z9MhRzo9Ty8qAMqAM5EgGVHTmyMemF60M3BoD3506hcJFCuPt1q0VOYgDPrOkxG9v7WGrtzKgDGQXBvQ6nBhQ0elEiBaVgdzKQOEiRVC+QgVFDuKAzyy3/nvU+1IGlIG8x4CKzrz3zPWOlYH7z4BegTKgDBWnMwkAABAASURBVNwTBppXKgm/yiXNtkkt7KnziUd29sfK2eHO5nTlfdvjsTMuxtg+6OoPvonIFP7mgSvYidvppvfLpbHRYaP3m+ljYK3S4Er2m/G9HZ8/Ll7AnpiFt9M0T7RR0ZknHrPepDKgDCgDykBeZuDJYm54q2sQCkt6OzxMea87uEk8277q4/e3t0xiP8TC0QPx69lkZu8J6rUPxPOVbKva78YJz504gmO7ttyNru9Kn/e6UxWd95pxPZ8yoAwoA8qAMnAbDHBD+EEd/M3+nGzOtwy939FW/nR1DPq81QTNKj5v3kbEfTrpY+Fyaiq+2bsblyS9lHoB04cHI6BWZXC/zktis/w2REdi0Ds+8K9aEhP7d8PpY0n4zB7hZKRz59oY/HA0yYBtfpD68Pe6oX2Nkgjr5g/u50n7LvFbMGogpg3ojk5epUx6Wc7LOgvLJ4eaLCOdxK9nUzBrYHe8510FU3q0BrdHogP33pwr9oH1qyCsnQ++/iyeZgPuyTmqRV0QVtTzqw2xWPrBQES+3wNDG1ZFlKTsA/Ln1IEE/PZTiuSAuPAxCHurLsI7NsXaiDEGrJjXuw32b4xlFmdPJGFB77bg3pyMYm6YNgZT3q6LWZ2a4ZDdxzjaD/HTx4AbwzOlaefCCPCNRMSujyJoytNQ0ZmnH7/evDKgDGTMgFqVgezHQJFi7mZPzi2rV5qL2yJC85u9CXjK/WlMHRZsopjvT54FCs55422CzjjK4ZIIvsR9e0R0XsC6JVHYEReLxq3bSw2MsGTm5zPJ+GjiGDAq2m/iTCRJ3zGzp0rZndXgtkdPFHUX/0T8cMz2hqKpIjiT9iXgnb5DcFnEa8SAbmYD+V9EQH6xzibcWkndwc+24OCO9BHAp+2v2eQWScSKKaH4TaKebYeG4bIMU0/t2Rr8EzNlDLhPZ51WAcjv4op5IiJ/k/5ZR3vDDoHg/pyb7EPtrNu7YRWrUV/qvv18Cz5fYRvyPnVwj9kkfp8I010rF+K5yjXg+Yo3mD8jApONvjtk82H+j4up+F7KVyQ9sHEVdsd8hDoBgSgu0dLV498HX4VJPwvePYegSEkPMP1B2nFj+A5zVoNg/ptNNk4s/7yWqujMa09c71cZUAaUAWUgxzJQr5kfdm/bYsQjo5tedeuheOmymLI8DuWr1UTCts1Z3tu3EvH0rFoDLWW4nZvEWw2eLOaOoXOWoFodb+zdFm/Ml0WselT1Mnm+f93K08CoJqOTzbsEof477dFx+HgYcbbd1pY+vSbMhPfbAcwaMWoy9sOLjW2bsXOvTuJrEabcQzNZoqdPl/I0ffGtRAnrY/FCLW9wn842Q8aj9ZAwEZ8uppdSlb1Q4w1f1H6rnSmflEimycjh7SHj8OpbAchX0OYrprS/fCc7Cy3fDwOH3IuWLMviDfH9wQQ8UqQY/i2RUm4QT+fThxKYZIjT4l/65Xrge9mJCg18cf5kUoa+ecV4y6IzrxCj96kMKAPKgDKgDGQ3Big6eU1zwkbjvET76jVtAQ6zD5Zh97jFkeatRHwzEX1uFnwTEX0Z6ZzYr5tZVFRAIooE7VnhGXvEkpFQ+l6WqCDTWwHFq6P/Y0XdwLcR8e1E+Qu5gGB9fhcX8/YhilOWGeFkmhEsH74K07n+D4mkZiRGnf04vG7ZKDatPNPa7Xrh2Yo2Qc5yRqDYtOwPF3HD7yJYrXJeTPOs6Nz+83+gsHFw/J+F8eWFB6B8/AffX/5/ee7/Ae7h+c3hw2B6t27+TvffvEnjtEt1zKcZM8jw/i5dupRBzY1Nt9vuxr1eX8vzXG/N1KIVeZQBDrHXlOjmp2tiUViEGd9MdPirBBmOTkXH4KFo2qa9iYJyOD0zigpLRPP7o0lmRfv2NTFpC4S+kgglBWP3kePBNxNxiNzqo4AIv19k+P0XGf62bM+U9jDZzR9HynB7ElbPta2Ar1zb29hv9mAJTr5F6IqIwZqN/STKeQHblkWZLigsGQXlsPl2sUX0aiPD8Cmm7nYPRUt54I9Lqdi1IgqnJCJ59sSRtK6KPl8WSTvjQWH6nUPklEPqf4igLl7JS4bXvbBj4TTjk9bQKcNXYTouKjq+awueyUKkOnWR64p5VnTW3ZmKHgcvY9A3mWOg1DkjWGzX4fBlBAsG3ADvSZ0z+ostHb6+jP529JPUGX3Flhn6SF06HLqMPk7oLWVnBIltW4nXMSqlAJh3RKDUGQhPgZmgl9id0VNs1+HAZfR0Qg8p23AJPQ5cQ3fJO6Ob2NKw/xK6CbpmgC5ic0ZnsWWGTlJnsO8SfHdfRNTpq7nuQ36jGwqfPAljQ0cj4csvTcryjfxZdzM+9LNA/6VLluB2BJ/Vx51I58+Zc1vC+nbb3eo18zy32kb98yYD9Zq1MDf+ugy1M0PhSQE6tm83dG5U20Q7v5chatZlhLe6BRmfkV1aY+GHobAinRSajFaOFvv7/j54VkRl0v49pouyMsS+c20sYufYhCWNBSQa2ml4GDinc3gbH8QvjTJD6ZYYpU9WKF25BnbL8PmX62LA12EmHz+CYb51RHAuRN1WAeBcT78+IUaEjvCrgw0LIlBHhtIZCc2q7xvVv9IyAEVlSH3ttA8wt3fbdEPwJWTI/uzJIwhtUt3M/7T64Ssw84n4jurbFsSzFWuA72O36pk+W6mGRDOTsbhfW/A1mPkKuSKySzNES/n3cyko36A53fIsHsh1d34LNzSi7ENYVr2gwVJJiY8lja5WEI5YImVicdWCWGTHR1UKglgoaZQTIqVMLKhcEPMrFzCYV6kAiLmSEnMknVOxAIjZkhKzJJ3phBkvFAAxTdJpFQqAiJCUCJeUmFq+ACxMkTwxuXx+WJgkeYNy+TFJ8KFggmd+OGK8lIkwj/wYlwnGeuTDB2VtGCMpEVomH0bbMUpSg9L5MEowUjDCjuGSOmKYlIeVygdiqKTEEEkNSubDYDsGPZ8PxEBJg+0YIKkj+ku533P54Ii+Uib6lMiH3nYESUoEFs+HXsUfMugpKdFD0uqPPHgL/3pyvitF4LZPP8XkiGno2KUL5iyIRMLu3Th/7lzazTFPvzSDZM6fOy/HjP/Sl20ca+kf1LcvuDG9o/1W8rcbBczoeqzz8jpZb5Wt1PlcoePGpbt2tiEsf8eUdvbraGOeNtYx74jM7I4+mlcGnBmgyFz79Un4d+9tqgqK+Ju38TNwXmf05wcwd8Nn+OTgSVO36uAJxBw4gXLVvLDSnnLu5vR1OzB8zhKMXxqHaZJv0dUmRCPW7sC46DjM274fYz+Ow5K9J0w/fSfOwuDZS9CmX4ik0Xh/drSxv9LEDxPX7MDAmUsw7dP9eEfqWdGscxDmJRxn1oD5pmIzBYdDP2nXd/piIzhrNvbFjC+Po4+Up0v6Rscg4+kuUcnxm/dj4MI1GLFyO3x7hxj71F3HwEVELJQUoTj582N4XtIGHQLx4c5jNBt0j1gM7/aBJh/22bG0fO8FaxA0fzWCl20DI5/GQQ6New3Be0u3oee8T9BL6kdtP4oSIiafKumBvmLvNvcT9Pl4K9pNXiTe1//tOGc1vHsMNhWtJy2C76gZqCflgNmrzfxOU5FHD3ladObRZ663rQwYBgoWLGhSR5E1OTwChYsUAQVSyKBBJvrZN7AXmKczo3HffXcqrUybBUY06Rs+eTKYUlBZ/rQ5nodtEnbboqvMExwmZxvm2S5u9WoTmezSoT1Ybt3qLWzdsoXVNwW2YVuem+n58+dMu8zujeemH9vxXLw+NuC9c3oA8+ESGQ4ZNBBjR482HPCaaV8avcTcM+v6BgWa66WdfZKLcDsn4dKedl4D7SHvD7K3G0RzroLezL1noEQZTxPBvNkzU4hSgDr7P1vGA4xiOtu5iCgjO21lJRLK1LnNzZS5iMjRr1QVL8diWp7D7H83wpnWmT1TVITko0+52UvXEtpYd81yLUfx+UgGbSwPRjeLSL9WmcPshR3Klj0vpio68+JT13tWBuwMBPbpCwohS2xRDLGK4q5goYImCsoIKPO0MSJaosRzYPSPfhYoKCnM6Mu68hVeAIWYo3+J556z3E3qVfNFsA3PSYFXQEQwI62sZNmrZk1zbeyDfbLv+XPnsDpLsM+tn24x0Vu2fT9kKH4+b4vQ8j54P4zwsk/maaM/o7H0p/jmPTmeiNdEG9vRx+vFFx2rjVhnHftcu2a1qSMH9KM/7Yz68p45nYHinjai/AsVjP+dOiQdOYoLqal3qjvtRxnI9Qz4BA4Bketv9D7foIrOe/4A9ITKQPZh4LV69YwwoyjjVfWTKB2F1TeHvzZRRkb5CNrO2yOF9HMGBRkFm2WniKLAssqZpRSWPNc3Xx+GT7NmIkJt52UUlqLs++++Q9wnq01UkdFF9vPN4cNM0oERRwusoKhj3+yHZQreJwsXZlbu66TAFq217o3399rr9eT8h03kkeKXZdPAfuA1vlbP214CXhPu0gqS4TkkAc9ZvEQJZkEOeC08D0EOea5vhF+fZm8aHx68RIAz/TugyNz5+ReYMzcSn366HakXVHT+HT61bd5igFFNIm/d9b2/WxWd955zPaMykC0YoFBkJI4XQ8HEiGLd1183wovCiaKIETqDseNEFF4TSWxzJ8AoIEWZJcJsguywCLpr4o7zQc01jBuHULkOR3FrXcOqtetggTYKVkY7mXdGwYKFzL049vl269YmUsmoY8cuXUWUngSHyR3bMiLK4XLLduniRStrUkZ3TUYOPIck5i/7djwXxSrrL1261v7SpUvG93YOjGquWrUGH30UjUOHDuPPP/+8nW7yXptsfsfnUpLx9VcJf/squZ3StjUxt9XPz2eSb6tdRo0up17IyHzXbFwFvzp8DPZuiL3tc4TUKZNl2z8u2u7r3z+l4OsM3lCUZQd5zEFFZx574Hq7yoDFQOHCRcB5k9/YI4eW4POSYW0KqK1b4s3cTvqHT55sVrgzz2gdU0e89no9swjJEk8crma009Eno7yXRPis81PoUlAukCF0L7kG+pcrX8H0yzyvjyvtrXPQlhnYD/sl6MP7/Nk+vE6BHbf6k+vujXM5KcLZ9m1/25tQ2NaCl1wrhTrPT9DXqsssJQfkgvVswzmcvA/auaKfIpZ2ck2fm4VzVDPlzNmbbap+OYSBc2dExHy1+29f7Xnp53ZF5/vv+Pzt81sdTA/ubmXvSbpz+UKz4r3YXZ5LuWxoT3M/V0V8nsvjG78bIrI4qOjMgqA8WK23nEcYoPhiFJHih0PT4ZMnmQggo4SMxlF4crEL53vSlzZSQ7FKf+YtsE3Hzl3M0DT9KSAZKWU92zLNDOzX8mXks65EW9kf/Xl938hQNBf28Po6dulihq9XSWST9YRjnmULvJ75c2aD18M+2C+vi+ejgHS+N0YkKQLpT3HLc7MvXj/bMbXaccEQxSLnodKHnNCHeYK+THlfrGOfPB/PTVHLfgy/QYGGM0Y+rTZslxluJapJ3z179kIQCaSJAAAQAElEQVRx/zk4cuRoZo/U2H+SqObmT2JAMMJpjPbDF1vj8cmiSPP6S7sJ3IOTr8D8dHWM2Rje0b5b/OOWRIKvwrTsjum3exPgHMFkfzviYrA+OhKnj9remMP08sVUJO2zRVtPH0vCzrgY7ONenqkXzL6cVr/cu5NgmRHNAzviEf9xJH6UNrT9cjYFtB/dn5CW0k7Qnnzcdk6m3LOT+3MyZbTy68/iwTL36KR/Rji8cws2LohAir2f3yTq+M3OeLiJ4ORrM53b/Evq+Uaiz1dEwdr8nemWyAhwz05nf5YZyTwgkcwvVy7ET/bXZTJlpPP0wT3gYiFukURf4pz47FwYAcd9Ovk2ot/l3N9sigVBoUpf4uSuLdgfuxA/53LhqqKTT1uhDORRBih+OPRL4cZFMJxXaVFBgcfhZoJ5y275W2UrpaCiLxHUt58Rh6xzbMuyMxhVZFvaeT1syzxB8cn5pkuWLTeLmlhP+82AffKeeD3sg/1awo7XRDvBPPujaKQPbWxnnYv1bPeNRIR5PVY9RSMFJNvyXPRhnmAbpuyTebYheK+0E7TzvmhnnqDdGf/5z3/hOFfzZqOaR44cw56v9imyAQdJ8iycn6tVpuDsH+CPE0cScVLQza8JbMITWCViM/6TlUZw9hI7xSER2LIJTonvqaOJeL+DP5iyvyEd/ZGwbbMRpbZ8PM1pmDYsGOtEkDqvMp8xPBiJIkYvp6biw/7djCg9fSzRtEu0i84Qfx/sFcG5TwTlaRGTSyaONvU8fB4Xi8/X2oaxw7q1xq61MaBgnTagu9m789ezySI2U3FU+roiQnZijzZsZkChuXxyqMmvkHRyj9ZIlv5/kzZTJH/osy0mYjmunQ+Oi2g1jg6Hab3aYM/6WPPGougxA/GNCNB/SVueJ0WEH/txcDdZDrmHd2yGf4kYPnUgARSbK8YONHWfivBcN22MyVsHCssFvdsYsZmvkAui+rQFReg56Z91pw8l4NyJI9g8/QPThGIzbvwgcBX7VzEL8en0Mcb+qdQv7NoMFJ/fblqFT4bZoqTbZozBt5tjQRG6WdolH9pj/HPjQUXnLTxV/ocwsL0/iEHyQSf4a/MWuvhbrvyFSfytTm6xsfXL8WabnZQPMH35K5IfbOZvFvzVeLO+6qcM3GsGKCo5/5QRSy4K4vC6o4i8W9dz7tx5nat5t8jNBv3u+jQeL7/ujR6DhqK7YMCYCSIyU8yVFXFzx/Dw2eg6cCieK+uJU0eSwO+cCtW80EVsnYOHmr06EyS6SeFZ0MUVvUdPwNvdemPM/GgjPk1HcqDglATBk2ddt60So5qe0if36nxv4iy6oZaPn0n9utj2ymSBe3V2GT6e2Qzxg4hFVvSaMAvcp7PXhJkoUMgVZap44YlibmjaOchs9k6fzNCy7xC0HRpmqimO24aEgft1tpE0QcSlqbAf+P2ULMKv49gZqP1WABp2DMKmBeFmr06+3ah6I1+Tt7unS6o2bA6foCF4uWWAeStRl6mLUa99INqOmYH9TvNAz4qgbBQ4BI16DQE3iOeWSRSdFRv64pGn3FGrXWC6vveI0PQJHofqfu3QRNK9sR+l1XNz+Nd6DEGrSYvw49c2cXnhXAqefN4DVXzbob74u95gO6a0jnJo5oEcet335bIvya/ASzKs0LpHb7TubkOF6hnvJ3Y3LnCn/Hrk/ml3o+/M+oyZYvsFmlm9o52Cc7MMcdB25eKFdG9yoC0rrI/4ICsXU68HZeB+MMCoJaO8oePC8P7QoWCUkkL0bl9L0aJP4dVXXoKLi8vdPpX2fx8YOPTVblSsXjPtzC+JAH3B/r1SRISaVWHZLsp30GGJSjLo8b5ENresiQFtFJ7lRTha/iXKeOK1pjbh+O2+PeCwOkWpVe+Y9hg5Hhxe71C7shliz8ivbJUajk0yzB/dtxuObyN6urQHXm7im6FvZsb8IlJZd0yimr9KJHJqz9YgOMTOV3GyzgK/Z9xlCN0ql6xcA2dEIFrlG6WPFnU31YxU8nWYHw3pgTkSzVwkaVHpk0PwxkEORUuWxfcHEzCzUzMDthFzpn+vXkqFtU8nh90LP18WP9ijl09XvF4zvPhuIDisPqN5dRyQIXZGPDPtPIdXqOi8xQfIDyM//BSbRJFi7qAQXb04EoPlP4A1krLMbrfKfwbE/Amh+O5okvnQ79kWD/7ijBQb59VEfRgKDm0wzzaX5T+UlbPDMVGGODZER9KUhl/OpOAJ+aCsmhMOCtB5I4NlyOKCmVvz8aRQzJfyURm+YAPOodklwx1E5KiBWDM3HPwAs4449Fk8Fo4eiBUiKjm8QRvrd6+LxeLQgUiQlEMZv8mHfsP8cPOe28MyzMHhi1VTx6TNnWE7C4xs8oPKlLY/5F44bPHR4B5IlCEP2gjOmVkbMQYx4wbii5VRNGH/xlgZrkjGtqgIU3Y8fH9wDz5bGIEVQ3uAvyCtuq83xYLDGBy64IeUH+qtMkxB/Gj/gFu+mioDd4oBik/iTvWXVT8PPPAPVKxYAe3e9UfzN31QtmzprJqYevrVqF4VivvPgccNntlTEs2k8DQPTQ6HvkrAFxL9lCyel+gmU2c8V8YD4xZEY6xEMzsHh6BCtZrg+9S/ETFq+Z4/kwx+/7BcrmoNfLgsDlxQRPFJmwXr+2rYnGiEfRwnw+IXwO8gq/4GaVrVD/ah+KdLe5rvI6uC32fxS23/x9PGMlNH8HvHsWzl3UWwPl7UDb2nLzFoGzIebqU8req0lJFOq8DIZ76CLlbxplIOgdOx5fthYLSzs0Q8PV+tB24OTztxYOMqMxTffsoidJ+3WqKbbshKeHLuJtvS7/zJIygiwpNl63zMW7h6MRVNR85Aj1Vf4SG5/h0zcm8A5gHrpjW9OQb4AeU2FoflPwaCrSYPHSCiMhHvSPSTQxxTpUw7J3nHLY5CCfkPgmX+h0CxWVd+fVJk9mxSB8Xlg1Vc6ik86bNQRCg/mI3825v5M5/F2ba64LA63wZBn09EQB4RcclflL/+dAbjuvmjTFUvVK7jjfmjgs28mV/PJiNSRCUndL9k/6X5YffWbI4vRVCunReOFxv74mn5EHMOzRWJTP4mbRaPGYhSlW2/xB4XgZu/kAtKVpHyP4AlUlfjDV9Tnv9+DzPPxnRoP3CVIP2Z0vT5yoXIJ+3LyQeY82UoSIkVHwwCfarI0MSuFQvxnYjKovLLMp/8wi1eSc7FxnbwA7s6bCAeLuKGGn4BOC2/Nq2J2evGvw9+sB9+yh2/y/DEqmE9wF+RhWWY4hPJsw76J8cy0LxJ4yyvnSvBufiHjvPnzAHLzOdWuLkVQ73X6+JdEaAUky43iH56lC2DGjWqKbIBB2XlWWT2b/Ll1+tj0ycx4DA7xeaHQwagkKtrZu6o18wP/O7hgiFGPKcMDTaBD74a89SRRDDwwe+aD/p0w3kJVFgdFZSh94EytD6+bzfj72jn9w8XEf0sQQbaHUfUkuS7hjZHPCvfW0f27zHBj80fR2L/ji2mmt9Jv8j3CBcRMQDCFetXJPhgKuXwhXz38PuttEQkl00OxcEd8YiT7zOpuu4v31LEgAgjnAyALAoNvu47p6R8V3H4fsfyKJw4kICN8yNQS4bZr+ssC0MVGWrfEhmOU/L9smtFVLogiWPTnySKumHaGBzZ9amZ38k6Tgs7fXAPs2moUL+5CZQwEPK5BEyerljjhq+//OKjCHwp+FnEKaOkT4pAnVq/TFp/uSmjovMWnyYneC+ZMRVLZtrA5gnbtqBz8FD5tellUpZpJ3zaBJghDkt41hXBWa6aFxq3bg9P+fVZR8pviMBMlOEP+hM/y4e2oAiw/hNnoZoISdooOl/18WPWoHmXINR/pz32bdsM8/ox8eeHr3JtbxyRYQnjJAfOqeF8mqadg5BfvqC4mvBLGaZ/sbEf+KHmu27dS3ngkP0/jVLyn4GXiFHiMfmVyZV/peSDnb+Qi/QGE+HkisBeEYuRX85pjPZDMeknn9iY0vRcpRp4pWUAqjbyxXPSx79+SqYZXcIXo4rYWKDYpJ0p25aQNrQ7otXoGagoAtWycfK2la/XczCq+bXD8V1bUOrlemAfFKElJc+J2ZbfPU31ZPeMgfkiNM87bIVUsGDBe3bu+3kiV/ks1xAxxejnG40aoESJ4vfzcvTcf4OBitW9EDxmAr7Yuhm7BN0HDgVH0zi0/oLDsHsFyRd2c0MRGV0bK1HOL8V39eIFaCbfJa+LEC0oovIDsZ+XCGec2Gl7u1uQREDdUFe+Z3iJ/O5pPyAE38vIG8sWhs9dIqNmqWZond851e3fO91GhIEjbhSKtRy+fwrIuYImzMT+7fH4RYQt82UlOEH7wFnR+EXEa/zSSFSS7yN+9/A89d4OMAGRKxLVa9U3hCYcktGz18XO7yMamDLYwTy/XxjlZABl+7Io1HzDD3VaBbAqHQZErcZvcr4dyxeiQq16aNAh0NRXkwDJoxI4MQWnw/PyPcPvJ8vsEzjEBEK2REZIBDMVbcbMMFWh2227DlQWUVqishe+lJE5zuEMmLwI1msw6wQE4pCMunEYvWKD5qadz8BxZnidI3EPyXei36jpxl5B6l0lgGIKcnjp3V5yBBoFjzOidH9sFNxFoNaU4XZTkQsPKjpv8aFyMndYZLQZ2uDwxjn5gBcs5IKC8iFkV0wLFHKRX5g2gcUhD9ot8ENv5TNK270XAk+JWnJ4fdA7PibaST+uFuSvSOaJJxw+TJfll+RREZoEP/RPiFikTxmnOThl5D8FfoBZR6HJlKD4tOyZvfOW/wF0GjfDiM7x7ZtiVfiY6351si9HUABaZYpK5vMLNxxaH/9WXTOkzkgmJ2SzLjPskF+Kczs3A4fT/5D/sBz98hWyRQTOn0gyK/9+OJQAgv8BMOLp6Kv57MNA3OrV5jWZFI28Ku5/yS2RCK4Sp80RjGZy4Q4X8LANtyui3/nz57B1SzxY7+jP/rjtkWN/9LHOyzrmrTbMW33Tz7LnhPS554qj8RsNbir6mRPuJy9eIxcScQER8dLr3oaCIjLsTvFpCnJgvogITsmaRUV9QycgZMpsUFzSRpQo44lOEgB5X+w+IkZp43eQJTpZZqDD+XvoSenXWkRUW8Qlv0foS6HZT4IfLDsGPVhXVYRp7w9nwb9/CKpInsEP2vk99U6/EHAxkbcIStoIBkR6ilDlkDnnelJ4thsaBpvo9KULGARhvSnIgd9TLfqEoHPYTDAQIqbr/vK7qXnvIehoX0xkOXARERcTWWXHlEEQwrLxe4QLiji8/nr7QBO8sOqYsv7FFu3wTugMMC0uorWSPRDiJUGPpiIyKUJfsNvYpobYW09ahFfbBRpBSVv5Br5mayXmiZfs4pJClIuIOMTuWd/X+PfebBO89MtNUNH5N58m/xO4JELovIhPdsX0spT5QWf5VrE+Ogr80Iev3YFG/gHg8Dq3qbCG1p37K+DiggIieLlSkOAH3vL5d254aQAAEABJREFU4ViS/Hq1vS2BNopS/opk9JKTtGkjOL+TduYzA+fK/Cq/Jv2HhGH4ym3yyzJZhjPSDyk4t7Uino72z2U4nXNlgpdvg9+gMMcq+YV57VqtikObVok9FZ3nrgZ/PfKDbdU5poVleJ6/KF+WDzHBD7FjveazFwPcAP7SxUvgFkQUj0uXLDFvIeI+nRSKzsKPIpF3wG2FChYqCPoXLlzYbMtU4rnnUbBQIRGfW8CoJ/ujMOU2RuyPbdkf63he7onJurjVn5jheApUrkrnPp28nvDJk3mqHAfn6KeLq210IsfdiF6wMqAM5FoGVHTegUfbtHUAJg8NxqerY8D5NT5Svt1uGbWcOSLYiM3EfQnwqFbTbM6bmeh8pYkfOL+TC4k4j4aLiZ4ufW2y9YTurbFlaRSY8pr4C5O/LDmvc6sMWayYEirCNBUVa9djdYbgwqJ//OMBcAERN+Ddsz4W3Hy3pAzFOzZ4TKKv//opBTtXRDma0+UpOL/duQXcC21e7zZmhTvb0Omnk0euW0j0rAw1/FuG5bmAiAuJjn6+BaczWCRUXn4dMsK566MI7ItZiC8kffJ5D3aruI6B7GGggPRp1kzEYjzKV3jBXBQFIfe+TNi925StQ8cuXfG2f2vzFiGKVc7dpECkf4nnnjPi0/Jl5JOikvts2lATWz/dYqr5hiOe02Z/ERSo7IMRUwpTtuPKdOOcgw+MflKE5uBb0EtXBpSBXMiAis5beKjPlfVA14G2uSiOzTifk/NqGOVsKkMaHN5gfafgkLRFRCzXbeqL4mVsQohpwHtDaTYYPmeJSd+V4fUWXXrj5zMpYMo90p4t7QEOZRgHObw/y+YrWRPl/HD1DlhD6iOWxKVtWcGoZ4dh40VUXgDn07w3w9aOw+n97PmnS3liyKI1Zn6mu5zH6w0/dpuGNiHjzb5q+QoWwvCYbeBwRf5Crhgm0U6maY6SoaCsb59PwyhnNfu8Taky8zq5eKiq2N79YAZN4DBG4PzVeEmGLWhoP2URk3R4SiKYnNP5x8ULZiFRr4+3wrvHYOPDoQuTkQOH09+ZuBj5CtqG21tJnjap0r/ZkIHiJUqkXdX5c+dFTF4UAfi1AcUkhWSag2QYieRbfeIkOnnp0kWxZP6X/Tm2Z38ZeReUiCn7osjt2KULGPFs0+otE0XNyF9tNgb4g2Dq5ClITEy0GbLhkdfH68zq0uI3bQZ9ieTk5Kzc71o9tzw6l3L/zn/Xbkw7vjEDebD2gTx4z7d9y4VcXM1cmow64MpBrl5natWXKOOJgtLGKnPI3SozLW4XoKz3rHZt1TZXDvp1DQJT1nFeDVML1twZq8zhde932oN4oqht7zGrjpFNTuSuXNvbCFTLznkzr7UKMHNo8ouIpJ0p7cxbeKyoGxp1DAJT1nP1OsG85eOYUmi+2jLAiFiKUKuOec6LYZnzOyk4S1TyMnNnWKa9RKUaqBtgmwTOsgUKT26++6zUsw9r/7NnJApq+TClyKzq1w4E87QpsicDjC5aV0aByDIjmQTzVh1TRjUpCOcsiATfLGRFRVmXEdjfN18fTqtie+c+0yolY0U72ffiZcuxds3q6+aIipv+tTMwesRIhE+Zgsj58+2W7Jfw+nZ/ufuGF0ah2c3+Y4P30qRhoxv6383K2I8iwa2S6pd/HkQDSYmGFZ7HgPb+MItXZ0yF8x+uXo+eeb3d2S8nlXu8WCrLyw3v1RpcrZ6lYwYO8ZERIDKouiOmRX3bmtE4jsgt6df2b/XJNxPFvPf3+vhbF3AXGqvovAukZocuHxfx+VLj9FHL7HBdeg3KgDMDHO6mqOQ8TGJp9BJQOFp+zF+6dAmsC588CfPnzsG339hEZeEihcHhdApHy9+5P9a9Vi/z6SNsx3mfXKjEuaJPFi6MwkWK0KxwYoDRzaSkJHh4eCB2ZQwuXLiQ5kERx+hi5PwFIkgXpNXFrFgJC/RhH2zEyCLLjDayDfuybLSzL/oRrKMP7UxZpp1g35adZQv0oZ1g3rJbacyKFahX3xvRy5ZhwsSJSE1NlWj3jYWq1fZOpj9JhJPbJdV/0w+bvzlp0KZHEIiNh09iQmR0pqfjfp3cQilTh1xa4dc7BG6lbKOG2e0W6/ccnLYnZ3a7tuxwPSo6s8NTuAvXwOH2W30TxF24DO1SGciQAQ5nWxUUeKFjxxmhSYHJiGbBggWxau06ywW00Y8Lg5gfLf6s7Nilq7R7HlxU1LFLF8k/B/pl1B/7pg/bEa+9Xg8Eh9cnh0egcOEiKP9CBXMu1iuuZ4ARQVqHjhjOxIhJk5EDo4v+rd4W2wqEjhoF/7daiRWIWbkCwe+9h9EjR4oYnQ+fRm8YcZciw9lsw2gj/c+cOQNGG3kOCkJbXytNH+xr6uTJ0u5L0/eA/v2NffTIUabv+E2bjN2/le2crIxasMD4sz/Ln3YLn32xC7PnzjVFSwi7uacfKTKVd/nw0fSp8H23fZZn+XJrPNo3rIW3XqqEOWGjjT93T+GenSzMHT8a77xcCZ3FJ25J+heLsJ4I69sNPd6obTB9eDBN4PZJMyTPd67zjUTcNYXrCVjJhayzRgTjfX8ftK1WEpP7dzPTtVi3ZGIopr7XDd3rVjYbwnO/zp6vVQbBtQVcn0C/NXPDMbKNj8EoSbkglXZu3xfa1gd961XBpB6twT05aSdmD+yOnhLxHPuuTzo764iE9THgNknEhICmGNWiLpiyzHpH8JXMMwPbYFijqpgV1AYsW/X7NsQi7K26GPlGVfBNRJzGxTq+e31046r4sFVdfLFyIU1g3YZpYzD57bqYItgoeVZwn87lQ3tggk81xIUNMrusWHtE//5TMlYO64EpTashskszcN9Otrl68QI2jB+EiGbVMLdNXfPeddqJHTPGYOab1bCgbV0cWBVF033EnT/1A3e+S+0xIwac3wKRkU9esHHREOF8r98dvPFKeGf/zMrnTyZlVqX2bMQABaDj5VAoMhpJUHA61jFPGyOYXjVfNIuGKBQd7WzPPulHO8vsi7BsTOnDeoI+hJWnL/tnWZExA4xK+rbwg1fNmibaSUHn6Mm6tRs3IGTYMDAi6hitpMgj6L9SooxMifEffoiTp7/HimXLTbSR7enHaCqFKqOU3g0aIHr5MoQMH27OmyoRVtopLAM6dADbsB/2Z4F2RjH9WrbEls3xlvm6NEYiseFTpoD+7vdBdP50JgVPuWUtdjnvc9qKtYhYudYsWuVG8JckOkvhyfUEn66Owce7DmLuxs/wzVe7cSn1WhSaN73WLkRnrN8BgmLz5zPJRkTuiIs1u6Ys2HEA774XgpkiQtnmZ7m2pH0J6PfhTCzaewLPlvHE4kmhrBKhmYhnSnti4podprx5aRQmrN6B6VsPmO30+CYi7te5a20sek6YheGL48ze0HxhCRt8KELzrb4hmLxlP7if58zg7jQbuEsUc/qXx1GxtjfWzws3NscDBeoVEW4J62NRsrIXuMagYccg7BER6ejH/OrwMSj/aj2M2rAP3u0DcepAAs1mEWuc1HGNwfD1+8wbiOIixuDsiSTsl36GrtuHXvNXI2nnFuPPtxL9+6cU80aibvNW48jnW3BoY6yI0VRw7+hArjeQKCc3kOdrNdno93Nn8EIDX/RZsxev9xyC9eMH0gwueGUmcPVecP0BF75eOJdixCfTDou3ovXM1bh6MZVuuQoP5Kq7ycY3M6xz62x8dbd3aVzNftL+Ab7ZHvjLknD2n9+nrbPppst8Dab1C3Lr9Nz7+rCbJkQd7zoDefEEFGepInJiZVj9+WeLG1GZkpIi0cRrQ9KenuUMNZ7lru2gQYNXTS+4uroaUEwyykk74f60TXAlJX5rBKUl/Cg0eT62o8BktJNRUg7Bs12SfSGTp6ftXH4tW5ihctYRbOeYMu8M3hOjsBTLQ4cPc66+J+Wvv0oAN4jP6mQvvuZt1ghwm74SZT1xSZ6F1YbrBbjmYEhHfyNIg0ZPML5WPdMmrduj16jx2L4mBnwz3s8iOM+LqGSdZ9UaqF7Htj+oZ1UvPFnMDaftG8hzTQH38aSfb5cgs1sK8wR3VeGagv3b42FtDk97ZRGLR/ftBkfcwlZvx4/HErFGIp7cqo8R0B+PJeFpEZZc1Ep/ri8Ys2o7swav2ff35ItJKC6NMYNDqSo1kCACMXrMQOQv5IKG9oWsjq6MbL76VoAxPS8ClW/IY4H2/C6u4G4q3BSe52FAhGsM8hVyxeIhPZAowrL1GNvG7t/Jd92LLQLMOgTW91m6Le2lJc/a1yfQzr4tcN1B6ZdtU3uYf7iIOxgYOX/iiHGh2PxmUyweKuiKn0Xsnty1BZV9A8w+ndwCsGbbQOOXmw4P5Kabudv3wl+UhPN5zpsP7/UrDzOzO7fnL85Lqel/ldKH/ykwzQjcgzMjO22Z1XFYgx94+jiCvxody1beeajCeeI29+60fK00MxF66qDt16Xll1nKX5JEZvUZ2c+dtH2AHev4wb4qv4QdbcwnZ7DdEu0KZUAZuDEDMTJM7uLigqA+fdLAFgscFhQlinCkLfnH9P8fJuxOMHM8KR4pGh2HsRk1ZRsPEaysow/L7IvnS9i9G4xotu/YEYyIUpRe+P2Cibba/BKZyLD+SnB4nX0YQxYHRm0pOCmCOaczC/f7Xl1IBNKNLmKeRDh9RFgmbNuM1q9WTntBidVmz7Z4vNfKR+wpqFHXG8UdFrJaPo7ppQz+/2S943eI86JW1hMF7Nf6y9kUBL5eBQd2bAEXtTKiyfrL0jfBvAV+P1n5zBaqWvVWyihncOQaM7+TQZBpvdpYVSalkMxvvxZjkINj3/lEqD5XuQaIqo18UU8ioeKCAcu2wfPVeibK+WGr18DvpD8k6viHXDfrCdqYEpntH806Z1yVfmjjy0uerugFom6PIXiypAfNuR53WHTmfL7qlXs+7Sa4mvC9AH9THhHUFSODumG0YGB7m41CcVAHf4T26WYwWH5lGmc5TB06APzVObZPd/R9y0cs1/+lqOzZuDYWfjgaA9/2SRvSSJThjKAmtTGpf3dBt3QNKSi71a2MJRNHo3/T2hjX1R+fyC9IOu1aG4PgZrWxdNJo80HnZvC0c49OzqWJHBWMPt5V8enSKJrBX50hzetgxeRQvOddBbvXxRr7+vnhGO5bB3MHdsP2ZVHYIOURfnWQIPWDGlbFYRlu4F6dKfLL7BMZnuAvxq82xOKDlnWxeUEExr5V1/x6ZGf8FTmiUVXwlyTnziR+nvkw14yOzRAtvy5ndmqGT8YNkmGLCxj1WhmTsi9i2jt18bsMcTBP8C1FfBvR1hljzC9I2hZ2bYZtEvGMeLM6TsgvR9r4C3JBm7rY/VEEZjWvhqTNq2hWKAPKwE0wQCGXIMLRT4aqe/ftAwv16nuboWvWs5tYiYJyXiaHxSnmLEHJOtoZrWT0soX0Q5sj/CRSybpaL71s5nZySJxC0xKonLdJUclhe4JtOZU+cpsAABAASURBVCROQUo7z0kbRSnTrMA5ovRhX4zcEgkicGm7l3ihuhdOHrEJ59s976mjiZgi3zncPWXwlNkoJ9HKb/am/6G/bU0M3uoWZFBYIpkMdlgCknmC52eEk2DEk+Wkvdci2RujI5GR0KTtyP5r5+Pe0Y8XdTcRTr4Jr8OwMDDldxLFJaOcycePSL1tOhS/izivk+e7FWyYHwF+D9V+KwD+Q8JM3rF9folYcueUb+Q7i3aK0G8lesk87f8SUcyt/J6TSCXzu1YsxCkJkMSMG4gqDX3ReswM87pLRkAfKeqG76SObQl+R3F4nfnMwGF3gvX8nmIw5OmKNcxbiX4/lyyCs4bBNvn+uiqC1l1E6IFY2/cz2yR/fY1TlnMDHsgNN3Ev7uHLrVswPjIa01auBffrZMRzy+oYFHJxQfjytQYFXVzwqdj4YT8vwxZzN3yGycvj8Foz3wwvcfnscFSXX5zD50q/63bgWxGb/LBbzmM/jgNfQWaVmW78OBLNZYjj/dnRaXNpaOd/HtGTQjFicRyCZ0UjeOYSM5zBOuKlJn54T2w9wmbg0I54mrBw9EC8OzQMfWcswehV27Fyim2uDitLVfHCwI/izKvHGAkdEbMdrUPC0Fo+2CfkPxdum+Qmv8zeDBoC7sm5euoYBHwwA90jFqOdfFA3R4azGxGb4eCcGb5erPeC1bjiMCRkHBwOdeVXZo/5q/H+2r3gr0iiYoPm4IbwdDt9cI98WN0FbiwavNDAF3wb0WvyS5G/HGnkRvGtJi3CmyOnY1+sbRL49pljUH9AGFpMXAT/WauxY+YHdFUoA7mTgTt8V4w+BvXpg/YdO6TruXffvibqyXpWhAwbBg6Lt5eoJOdg0kZQgNLGuuhlS02UkmKSfbKe4DD5jl2fyzk6mj5mzZljxC1FJNuwrXf9BjKEvtSck0J3qAyJj//wQ+nvRfHti1n2hUHst+aLNdktmLJsCg4H9ke7I3hNDi73JFuyrAd+Skn5W+d6roynad/nrSYgLsnI2WtN/YzNOtSV8vJZ4RjeyV/Q2kQ6v5dhbtYXlGjgqC7+IAb5+5h5nbQTP4sw61ynMoaIfdPHUfDt0pvmdKDoLCvfGQMk6BHWzR9H5busmXxPUWhyKJ2Bj5FtmqKAiMAfZai9gJwvQL57KDQndW9tvove6jskXZ83Uyglw+sbJSjCCCeH2DMaXm8m31HLZPh9coemmNKhmQyPu5iu+b31ylsBmCq2Ob3bYG3EGBPppAC9It9T0zo2xTQJhDz6lBtKVKqBN3oNxvfyHcSgyCwJjOQr5JI2vG46zOBAnyX92iLajtd72PaYfundQPwoo27LxM6FRPwO48tMytVvjgsSVFkgARIuJGKwJINuc7RJRedNPr42PYLQrn4tTAoZgBeq1wTn1fDX6amjSXhfIpzEd0eSZOgiGYe/2o3y1bzSeuaQR1rBIfOzDMtXt8+joZm/Tr/abhOE1RzsrLPAX5BVHerKVrX9x8oIKH2mDeiG8fKhXyrRy6P799BkwKENZqzhDeb5VqF188IxuUdrzLZP4j4ugpJ1L9SqxwT5C7nijY5BJuIZIUMXS+TD6zysbg2prw4fA64SXCMf3rMnjpjJ5Pz1+FxlGxec72LNpzGdOx08XrGdk+bi8iHnRO2KIip3x9iEI6OaFUWEsv5GKGmfQ8M5MZbfhXNnTJRzZf+22DxhEPiHE7aZKpQBZeDGDFAQ9pYIJwWgo6dlZ0o753LSj7DmVNLu+rAr2otgpd2KfrIvlllvwbLR7t2gvmUWUVlTRKVN9LI96+lLB0ZIWWb/1jlZph/rmbLMvCNoc4bVp6Pf3c6//Hp9xCyKTHeatj16g7CMraVMWOVxC6JRQSKkFeR7xr+7TQT2GT0BY+ZHG0yRQIjla6UcUp+5foeZ18mFRCMk2NGya5Cp5hxOs4io/1B8vO+EWVRkKuRQy8cPc7cfQJcR4zE5bgf40hExg4EPphY6DR+PkRL06CgpX1LyhEQ6KS45p7P9sPFg2nPCTAwTH7Z5qbGvWUTUsm8IOJ+zYi1vmjHjy+Mm5aGUCNne05cwmw5B05aYBUQcXh8QtQbNew8BU0Y80zlKgeJy9MZ9EhSZifeXb0OfBWvMgiKpMiJzoNh8AoeAi4k4n5P2NhI46TR1MTpNXWSinbTx+6v7vNXm/esBUxbh7dAZNIPfVdxH2hTk0HbyIvBNekSP6G3ot2Yv6vUYDC4mKi/fZ+KCh0XItpu9Gg2Dx+FdCYI0HDCOZvA7q7XYW0xcbBYStZY6vw8XmbrccshrovOWnhtFpdWgrXzoZ8SsBX9RThoyALYopyuatWmPsfJBJz6Q/wheb+aHgi6uVjOTXkq9fr6mqZADhack5i/n0BR0sf0Kc+7DOMiBvxQvy68wyV73t4Cc10Q5JdI5YOYSDF+0Js2HwxlpBYfMu0PHg5HOPhLtJPghZzXFJtPf5Ffu3EHdmTVRzk5jbR80Y7AfLF9GOYlu4YvRRyKWlt3uZpIrMoRgMjdx4IecH2jOo+EQBSOeL8iQR1ZN+YHOyMdHIp+MdLb4cBH8PvwIrkXcMnJTmzKgDNwGA1ws5OKa/v8+dsO5mgTziusZ4CIijphxOtf1tbdm4fcGcaNWTxZzz7S6+A3meT5b2iPTdlYFv4MoNq2ylXJBkZV3Tq2AiLP9Vso3s2cnI5aZ9WmJTcd6fv8QjjbmOX8zIzvrMgMjmRnV8buKQtO5jt9NGdmd/XJiWUWn01Mr6OJi3gxxUYTi5k9iTC1fT9ZWopz8ML/Ztr35hcmK58p6YvXiSFwSX2LK0GCJciaY+q2rY/Dd0URTt1SGNOjvjHLVauIre2ST7RP3JiCzCKfVlqsFN8kQO8u/nE3GzrW2a+TwxmW5Dg5rsG7X2lgw2sk8UUAEKVNHlKpcA4c+s0VWOYQ+RSKezqLQKtdpZVv9x8najn0wz1+SnKxtzZvhPM5lYweyCoxycj4nC2dPJCHRPreGZWdsi4ow8ze/lyGM3SsXml+Q9KnZIgAf9W0rQxnNWbwtuL9QA4n2eZw/n0zC2hE9b6ufnNyIb+kxG6BHL4GmOYMDPrOc8m8uetkyWBFPx2vmEDjhaAO05MhA8AcT8FSx+/MjmG++a/feUMfLScvX8vFFrSa+aWXNKAN/lwEVnU4M9hg0FBMkktnNr4nZxuL5sh4o4uYOXxGbwe390atFE1OuJxFNomZdbwS1bGKG2EvIr0RGOkuU8cTbMuTxQZ9uaYuIylWt4XQm4A3/APBXZ6/Gtc1ConbvhZhyQRnS5nDHdQ3E0LxLkNlXjYuJpvbvbubIiNn8HSgRzo8nhaJjjZLgXmhvy7AFK5yjnO72X6ztJMrJCdz9vavgo9HBaDs0zAynP/6UOygi2Za/IDmEMbBBFcyTiCfnctJOlJShjwXv9wCH19t/MAPxC8Ix4NXS2LkiCq3eD6MLfIKGmM14369dGtwDrWojX7Mfmql0OJSoWMPsmzap1WvgBrwNew3GUyVtv6w5pH71Uipq+NmEr0Mzk+VWFKuG9TALiQqXLGtsPDxUyAWFn7eV6/QYjORDCWbT3c0yvN5kxHS65Bm0C2iH1+u9jiKFC+daPPH440hOTgH+7/9yzT3ymfm1aJln/p3m1RvlynR+z9yP+y8oAYni8t2V0bn5/URkVKc2ZeB2GFDR6cRagzf9sHjzZwbdRYASdGkuonPGyrVmIVHXgdd+FXaR/PyNn5mFRJ2Dr9lfF1HKhURzNuxAxwEhGDUvmt2kAz/sASI0p63bAaK2jx/o8Kz8B1DLx4/Z67BqTjgavNMes7YdwOjoOFNvDV1wrg3n0szfcwK9Jsw0W1TQ4e1+IUzSwA15WXi8qBu6hc3ExPj9GPxRHCra59R4NfYFN+elD9EmJAxhm/YjeOEacM5Mr2mLaTZ7oo3ZuA/c+4zRzr6RazBh5zFweJ1lOnFIgwuJxu44Bi4mahI4BBSerHNEx6mL4DtoHAav22s2363kMIzOyCfnx3AowrGNlX+lXSB6r94rAtMDr/W4Nhm98PMe4FYU9OMkbZ+RM9D9k73gPBmWac8r8GvZwsyJc57DlpvKjZo0QY2aL6GMZ4Vcda98dnnl36neZ+YMcD/Pw18lZO6QQQ1H0DjSxjcRLZcRN2uFOl1XzLYt9mT+74Kjbn+3D7bnDipc3c48U+6k4oiEdbGsyhRXLl7AZ8ujECnBkNXhY0zAw3LmCnQr/3dTLnI9uDEWOxZGmMVFGfXHaWFch7BTfA5vSn/dXES0z75WIaO2udmmojOHPV0Oo88dGYyxXf3NlkmMiFapbZuAncNu5aYud9nQHlgdNgiOE7VvqqE65TkGDh06bO45NTUVKSlnTF4PysBtMpDtmp07kwziZi+M07u6NKpt3LkxfAEXF1B8WsLzTorOeSOCzXn+zmHrsih8FDoQv55NzrCbr3fE4/iBG4tuTv/6ZucWVH/D1wRDZgS2MSNo7JBb+TH9u6CY5Op1Ck/O7eR3FHdWce53cb+2Zns/Bks+dxKe3Dbpm82xpt65XW4vq+jMYU+YK9f52rHeH84yWyYFSVrA5frJ+znstjK93FajZ6D3x1vxbKXrpydk2kgr8hwDv/zyKwjrxpOOHLWymioDuYIB7phC8Ga2rI4BX4MZPXMqdm+1zcun3RHzxofCp017vN0tCOWqeYHCs25TPyyfNTXNjQKU4pNvKbKMXBuwd3s8YiQS+llcjGXGTskn7Usw6wg44mZFNz9fGwNuq2TtF80Gu8S2em44uC8ny8SutbGmvGVplJkiRpsFbt93UESleynbdCjaORLHnVOImm/44crFVPj1GcKqTMGFrw06BJrXXpZ/tR6Y524rezfYIo3xkRGm7RWJiPLNeFxvwLUGxigHlhkR/WJlFAjmxZzuL0feuMC1TkAgvPzaoWHPwTjkFMnkwlfuu/mqjMK90MAX9XoOweFNq9L1U9W3HfhGonTGPFBQ0ZlDH/J9E5r3gS/+mrwPp9VT5iAGDh76Ot3VHjlyDFev/pnOpgVlICczcPir3fjavlH73LDRmDw02NzO3PGjzf7QpuBw+FYEok/r9PPguTl88ORZaV7Th9v6WCkCk2DFTIla7oiLAad5cXFrzBzbMDwF6JT+3fDDUduG7iH+PuaVmM+U9jRrC7hPJ9tzn06uKShQyAVLJ4UiXkQm7V+si8EyKf8iEdsrIiBps9CkUxD6zViCjHY8oU/MlFAjODOrpw+RXwIwfGHJNxLtZJmvvywv4pMbwLP8nD14MTuojXmBCad/rRg7MG2B66dREZgrdfSlGJ3esZlZ3MqyhbKv1EvbLom27w/tQT65V+YtFCnpgZ7R26yiiWg6+5R6uZ5Zh5DmlEcyKjpz4YPmL9Uf7Zv+3o3b40a8d6Nf7VMZuB0GKC5Pnfr+uqZHNNp5HSdqyB0MXLqYCu7VyT06m7Zpb/aHdryz8yLsWC4oIoxpZgieNBPcq5ObfJKGAAAQAElEQVSLWBP32d489KyIyP4TZ5mdVCg8Hd9IxIWsrfuHmBeUMN0nEdFnSnugoIsLOPWL+0X/cjYFvSbMgvc77dFT0i/WxqSdvlW/ELwtYBQzzSgZ57KY0v5y72gOub9gX3OQVpFBxn/IOFRv5ItNC8IR0rCqmdt5RaKa1hoDrj84ZR+i51oDri9o+X4YPl957S1AXHfwUosA+A0KQ+VGzZFof4NRBqdDQsxCfH8wIdNFrmzDeZ1fxUThlXcDWUwDt0TiRvCMiKYZ80BGRWcufMgUnPylebdujavW71bf2q8ycKsMnPruO/z55/VRzYP2OZ632p/6KwM5gQFLUD5X1vY2IsdrLpzJXpxcWLRn27XheGtlutUX+yhexgN8M1FQk9rYK6KSNgvPlrl2rieLuuOHY4lWlUkZ8CD4ghKCr14u4CB8y1SxvSjEON/kYff6WNRt1f6mvPkmoVpvBaB/5BoMWWmLNMYvsA2pWx1ckSgrX1oyRyKaBHdVyV/I1aqGp0RGrcKjT7mDczetsmP6ybhB4GKirnNX45GnMt7uioLz84UR8Bs1w7w5z7E981zsev7kEWbzDFR05pBHvTE6Eh909Qfn0vBDzcvm24n2y38K80YGY77gB4lu/nI2GZ/LL0vOpSHoRwE6fUB3RI4emPau21/l1ygnbs8a2N28c51l7tm5bVkUpvZsDQ5nXJFfiGzPydsJ8sGfN6gHTth/JdLO+TMcyuBbiHYuv/ZLkfNg1oSPwcLBPfD5imt2trn70DPkNQasBUTO952qC4qcKdFyLmGgfLWsxVu5ql7gynXHW163JArrlqR/+5FjPV9WsvDDUHQfMR7ha3egkX96sWd997ANBewTmYjb4FnRIHqOn4nbEZrs30KyCFs3iaZa5cxSfh9NaN80rZpCsnyterC+x6yK/IVckF+EcJfwxSAY6fSUIXOrnt9f1/LJMnR+TZBadgpOLihqN3lRhvX02yNR0K8EHeaszlBw0uf8ySQUtm/rx3JegIrOHPCUZ40Ill+USWjT37Yl09iurc1VU3RyJXuVOt7ghz9iQDczt4bDHY/Lr1Bi19pYxM0NR9POQebDPyO4OygwfxVxumLKGLzY2Fc+gC74TcpzBvYwH1BO3L4ivwbniiDliU7sT8CG+eHwekN85RfhRvsvx40yhMEPNt9te+LAHliTtWfJL8hHi7qZV42dEnucCFD2o1AG7jQDXDxEZNavLijKjBm153YGOgWHIG5xpBGe3+5NQOSEUKwVwflWN9trMzO6f0Ylf5GAxGkJYGyQQMes4cFg3vKdI99FfCEJYb57HHZO+VyCHfzueUK+e8wion0JWDp5zHWLhqy+bjZNOXEk3RZ+bBc7NRQMhDBv4TH5znEr6YGJIjxPSnCEgZDVU8egmgy304fzN/nikqKlPFg0AREOtXNOp6PQXDykO/ZvjAXndybt3AIPB0HKhkdkuP17GVLnS0t+kmvjwiIuHGLdmNfKMDFzOLlVEhcSMZL5w6E9OH/CNhd2Qj2bjzWszmF20yiPHFR05oAHvVOEY1URlvxlyXkzlyUCeTnV9mrNBu+0B7dMaiai8lf5z4L/aXBi9xPyASS+WBeDSvIfA9s8Lja+cuxH+eXI264ovwIr1vJO25/TrVRZUHDyVZhtQsJwRc5xRc5FXwrOCuLvZv/A0kbByQ/3bz+loP3YGebDzTLrOHGbvwSrygf+lHxAaVMoA3eagYNOC4ic+9cFRc6MaDmnMlChek28UK2muXy+mMRk5FCkmBvKS51k0/0tIUPhk5fHmfmWW9fESOqKD5fFgSvZ6ci5nEyJJ4u5gftEF3RxxdA5S/CVDMFflpGCsR/HoaFDtLNN/xD8cibFLCbq8+Es8HuJ7evL9xDFKr9nBs5aQhP274g3e0VzDicNLzXOeO9p1ll4UXweF9Fqlfmd1mZImFVMl/4m33fpDFLoOG4GGnQIwlcbYiWAkmq+lziPU6rQNHAIzojw+0MCKr0XrAZTrmAvJ6KyXvtAuhg0Fj8uImKh49TF173MJJ8EXio19AWF5+lDCSB+kn7pb+Hf51JQw68dKEZPy/ffD4JzEtW06pke37UFJV+ux2yegorOHPK4+WuTkU3ilSZ+4Iebl04RyvRG4AeXr8fk24coOilM6e/uICBZ5nvdmVrgEESy/OJlOaN5nA07BpqtKTZLxJOTtq1IJ/1PHdyDkwJ+eMu9mnv3EeW93iLU/Q4xkNkCIufudUGRMyNazokMvFDdCxUEvHZH0Vm4mDsqVMt4uJ11Pq3bI3DUeLzVLQgssz2RXnS6G9FJu6cMy3cfOR5+XYPAOZ9+XYJoNnhCzmUtJiorfsYoB462vSmBjydEMPL7hUGQd/qFwPvta6vnX76J12nWlJE3BkekS/OXedpMwenAQIiTCQyElH+1Ht4eHIb6HQJhCU76lRO7t4hLRjzpR6HZUvxebnntGun3XCUvNO41BK8HBF4nOFlvbZdUR+prtwsEUVFEKOuGbD3KBHyZCaOcFvgCkwoNfE3dgC02H26X9JLT4iLjkMsPKjpzwAPm1hP8RckPO/GDPVJ5M5fODxc/uBxe9+lk+8/jskQwM2pLcWrZGeHk/maMelo253TH8oVmE95+kWvwtvwa/Wp9rPnQM0LKDzdRVSKdZ47bhhWc22tZGfg7DGS2gMi5z4O6oMiZEi0rA7fMABcRUVDecsO70MC3dwg4nP73ur6+dQn7lkrX19xZC+dyVvUNADeOv7M9Z//eVHRm/2cE/tKcMyLYLCKa8l438IP/RFH3G175LhmSJ7zfCcAXkl8zNxzLJoeafOlMVhBSaI591wd87di4d5uaOZw3PIlU8nVjmxdEYLNEO/mrkltTMOUiIm7E+9Hg7uAvTHHVv8rAHWUgswVEzifRBUXOjGhZGbh1Bji0/uxNLOi59Z6zTwu+qvleXE3h5z1QVYbf78W5sts5VHRmtyeSwfVwTk2XEeNFbLqY9653Hj7eeL3i4wtO3DYFOQTPtM2lKSPDHm/3G4InirmZxUMDZi0BRSpXEQ5dtEb6cTVzbTh/Bg5/6rYKQNuh4020knM6ffuEmFqvN/zgOBTfK2KRsTeU4QsuIuKioYCxM81wBivafTADr7RsJ/24gCsDq0q0k3ZFzmAgJ1wlFw8RN3utuqDoZplSP2VAGVAG7h4DKjrvHrd3tGf+wuSiIQ8RlFbHT0i0k1FPq1zWoa5ybW8jOFnH4fWXmviaBUWWvzXsznpHUFxSfDoOq3MYg/6WX8nK1+YPcWFRdRGVjz2Vfp8yRjtfaRkARj6tdpoqA3eKgSeeeBy9enZNQ/M3fdJ17Vxf7/W66eq1oAwoA8pANmcgV16eis5c+Vhv/aYeEwGb2bD7rfemLZQBZUAZUAaUAWVAGUjPgIrO9Hzk2RKjoY7RzTxLhN549mdAr1AZUAaUAWUgRzKgojNHPja9aGVAGVAGlIGcxMCPV/4Pk09cxZST6TFVyhbCJe+IiFNXQUyT1BHTpWzw3VVMF8xwwkwpO2LW91cx2wlzpOyIuaevwhHzpOyI+VImFvxwFY6IlLKFKMk7YuGPfyIjfCR2YpGkBsl/YpFgsROWSNkR0VKOTvkTjvhYyo5YeuZPEMskdcRyKTtihZQNzv6JFQ5YKXkLMWf/AhErqcFPfyFWsMqOTyQlVkvqiDXn/oIj4qRMrJXUwjrJG5z/C+sE6+3YIKkjNkqZ2CSpwc9/4avf/5Mt/unfzkWo6Lwd1rSNMqAMKAPKgDJwkwwUL/gAOhX/Jx7+5z/S8IjkHfHoQ/+Ahcck74jHpUw8ke8fcMSTUnZEYSkb5P8HCguK5H8AxFOSWigqeYMCD6CooJgT3KTsCHe5duJpSR3xjJQd8WyhB2ChuOQzQgmxG7g8gBKC5+x4XlJHlJSygesDKCkolQFKuz4Ig4clFZSxo6ykjvCQssEjD8JD4OmEclJ2RvlHH4QjKkiZeEFSR1R87EEQlSQlKkvqiCpSJqpKavD4g6jmhOpSJmpI6givJx6EDf8j6f+g5hM2vCjpG0X/FwHPPnST//qyl5uKzuz1PPRqlAFlIMczoDegDKRnoLgIuREe+aFQDu7Uv4GAZ/+Z/h9ZDimp6MwhD0ovUxlQBpQBZUAZUAaUgZzMwD0VndmNqBUpf93y/BrHeTXM3+y8Gs6pIRzn1TjOp2E+q/k0jvNomLfm0TB1nEfDfJbzaJKznkNj5s+IX1bzZxznzTB/J+bN3GjOjONcGead58pwzoyZK8M5M+f/QkZzZThHhjBzZMRn089/4eSl/5fd/onq9SgDyoAyoAwoA7mGgTwrOod75EO5hx/McH6NNa/GSrOaW+M4p4Z5M6eGc2symVPDuTWZzalxnEvDPOfSEH9nLo2ZQ8O5NC7X5tE4zp9h3syfkfrM5s9wTk1W82fMvBnhlPNmCMe5M85zZlh2nDPDPOfMEJnNmXGcK8M858oQ1lyZqo9nPF/GcZ4M85nNk2kjwxV1nvjfXPPh1htRBjJhQM3KgDKgDNwXBvKs6LxT8yq0n9w1R6fOk/9zXz6IelJlQBlQBpQBZSC3M5BnRWeGD1aNyoAyoAwoA8qAMqAMKAN3hQEVnXeFVu1UGVAGlAFl4HYZ0HbKgDKQOxlQ0Zk7n6velTKgDCgDyoAyoAwoA9mKARWd2epxZHUxWq8MKAPKgDKgDCgDykDOZEBFZ858bnrVyoAyoAwoA/eLAT2vMqAM3BYDKjpvizZtpAwoA8qAMqAMKAPKgDJwKwyo6LwVttQ3Kwa0XhlQBpQBZUAZUAaUgQwZUNGZIS1qVAaUAWVAGVAGcioDet3KQPZkQEVn9nwuelXKgDKgDCgDyoAyoAzkKgZUdOaqx6k3kxUDWq8MKAPKgDKgDCgD94cBFZ33h3c9qzKgDCgDyoAykFcZ0PvOowyo6MyjD15vWxlQBpQBZUAZUAaUgXvJgIrOe8m2nksZyIoBrVcGlAFlQBlQBnIpAyo6c+mD1dtSBpQBZUAZUAaUgdtjQFvdHQZUdN4dXrVXZUAZUAaUAWVAGVAGlAEHBlR0OpChWWVAGciKAa1XBpQBZUAZUAZujwEVnbfHm7ZSBpQBZUAZUAaUAWXg/jCQQ8+qojOHPji9bGVAGVAGlAFlQBlQBnISAyo6c9LT0mtVBpSBrBjQemVAGVAGlIFsykCeFZ0jkq5AoRw4/xvY/vN/sulHVS9LGVAGlAFlQBnIKQxkfJ15VnSOTPoDy5P/wsafMscGqXPGerFdh7N/Yb1g3Q2wVuqcESe2dDjzF+LsWCOpM1aLLTN8InXpkPIXPnHCKik7I1ZsmSFG6gyEp5hMsFLszlghtuvw419Y4YTlUrbhTyz/8RqWSd4ZS8WWhh/+xFLBxxkgWmzOWCK2zLBY6gxO/4nwE1ex/Ze/Mv6kqFUZUAaUAWVAGVAG/hYDeVZ0krURZR/CsuoFDZZKSnwsaXS1gnDEEikTi6sW1Zvy6QAAEABJREFUxCI7PqpSEMRCSaOcECllYkHlgphfuYDBvEoFQMyVlJgj6ZyKBUDMlpSYJelMJ8x4oQCIaZJOq1AARISkRLikxNTyBWBhiuSJyeXzw8IkyRuUy49Jgg8FEzzzwxHjpUyEeeTHuEww1iMfPihrwxhJidAy+TDajlGSGpTOh1GCkYIRdgyX1BHDpDysVD4QQyUlhkhqUDIfBtsx6Pl8IAZKGmzHAEkd0V/K/Z7LB0f0lTLRp0Q+9LYjSFIisHg+9Cr+kEFPSYkeklZ/5EH+s1AoA3eVAe1cGVAGlIG8ykCeFp159aHrfSsDyoAyoAwoA8qAMnCvGchGovNe37qeTxlQBpQBZUAZUAaUAWXgXjGgovNeMa3nUQaUAWUgJzCg16gMKAPKwF1iQEXnXSJWu1UGlAFlQBlQBpQBZUAZuMaAis5rXGSV03plQBlQBpQBZUAZUAaUgdtkQEXnbRKnzZQBZUAZUAbuBwN6TmVAGcipDKjozKlPTq9bGVAG7hgDiYmJSNi9+471d6c7Sk5OvqXr4/0Qd/o6tD9lQBlQBv4OAyo6b4K9RTOmwrdmJTSs8DwGtvfHqSOJN9Hq3rtkdMYJ3Vvj6P6EjKruiG1GYBvTz+YFESBMwekwJ6gNTh38+9fwx8UL+HpjrOn99KE92LkwwuT1oAz8HQYuXLgAn0ZvwL/V27ck7P7OOW+1bcyKleb6bqYdxab/W60QOnLkzbirjzKgDCgD94wBFZ1ZUH1SBOaqjyIxM2YtNh4+iRdf88akkOAsWuWd6mZBQ7K82SaBQ1CspEeWflk5nDtxBIc2rcrKTeuVgVtiIH7TZuPv4uKClStWmDwPVnSRopRRUJZpJ1imnQKPoI1g3oLlTz/6E/Sx4Gi3fK069kF/+lg2pizTznqWnRE5fwEoOFNTU52rtHzvGNAzKQPKQCYMPJCJXc12Bs6lpKCIm7sBTW+2bW+EJ/OXUi9gcsgAvN/R3+DUUVsE9NPVMfjOnqff/AmhTLBtTQymDQvGsE7+WD4rHGw/fXgwRnb2x4R+3fD90STjd1n6/ejDUIzu4o9J/bvh9DGb/QdJp7zXDWO7+mPuyGDj63ygz7QB3cAI59JJoWBfls/BHfH4UCKfkwRbl0VZZqyYEoopPVpj9sDuSD5uO9cViSouDh2I8J6tMXdQd3z9WTz4Z8/6WGyUqOa0Xm3A/FcbbJFH1p2Rtss+GIhZEtlcOLgH2Aft+8TnXz+l4OyJJKwYO9Bgbu82WDdtDKsNkj7fggW92xp8uXIhovq0NXbHQ/z0MTgnfTCl/dzJJKwc1gPR/dri0xnX+jq+awuWiY3YF7uQrgplIFMGIufPh4eHB7wb1EfsyhhQ2NHZii7WeullMApa++VXYAlUlmlnhJQY0L8/m5joIssExR/FIf3oTzRp2Mj0z3MwTxvBPMUkO+nauXNa5JVt2QftBMv0Z//WtdBuYffuL9G7b1941fSyTJoqA8qAMpBtGFDRmcWjeKGG7T/v7n5NsGpRJM6dSUbrHr1Nq9lho41wHDs/Gv7de2NwB39TPi8+lxwiDd9JtJQNzp9JwZ5t8WjVrTfqNvXFDBGcBV1c8d6kWahexxujRGRSJK6cHW7EYv+Js1DLx88IT7aPnTMVHlW90PvDWaZ+88eRcP5DwVmmihd6jp+Jx4u548fjR4wLh9gjRw9E+2Hj0U5AAfrlulgcEjF5XIbf+8xYgpqNfbFotE3Mrp8Xbtp1DpuJOq0CMO/9HvjtbAp+E/F4WNo07BiIkpW9QKFpHOXwrQjHcq96o90HM/DoU25Y/sEgscKITQrQKyJk929cZaKeLd4PQ+LOLfhOht05bB4zdhDeCByMDlMX4ScRlt/L8Llp7HDw7jkERSRiypTmHw7uQQ2/ADQOHgcKzfMiQokN4wehodiIEyJAv918TRiznUIZsBigoEtKSoJfy5Zo37GjMVNsmoz9QPuOXZ/Dzc0Nox2GrN3d3XHg8NcI6NDBiFX2ZW+CWXPmYNa8uQju1x+urq5g+/Effgiei/0nfLkb7k+7Gzv7YGRyt9goJLdsjkfIsGGmjm2nTp5sdWsEJf15LZs3b0qzW5nZc+fKfXSwipoqA8qAMpCtGHggW11NNryYQiIKObTeVoQmI5mc0zlJopu81MN7E4zYZL5CNS8TDT1lj1bSlhFq1PVGOfF9UgTht9I+4L0QUHjWaeqHYXOiTZOvtsfDU3y+l8gm6wrINSTtS8CzpT2xMy4W+yRi2Xn4eNR/p73xtw6/nE1GgUKu8BY723i/HYCnS5U11UelfaXa3qDPr+JXWoRp8vFEuJfyxK8iJldKtPPxou54/6M4408h6tdnCPJLf6VEXA6MWoP8Li6mrkItbyM4HyvqZsrWoVqj5ij/aj2wTVMZdj91IMGqSktLVKqBl1sGGFHqKb6s+E7EI+1PiaBkuVGvwUyyBAXoMxVr4GERuM9U9MIfF1ON+HxabBfOpYBgPjkDAZtl5+qQJxigAOSNxsiwujUHkpFP2iz4tWwBdxGY3g0aIEVGPiw7yxSF7TvaRB6FJOtc5HPiLVFTT09PIzK9pR3bsx+KxXgRi14v1oR3/Qbo1qkzKld4gc0MLOHKPtnmsy92gULSVMrBW/rlOd1FsKYkJ4tF/yoDt86AtlAG7hcDKjqzYH7zJzHgvM6XXvdG/9AJmL5yLb78NN5EPBm5LChRDKsLCkQrf/HCBSsrQ+1JafnCIjatwmURSVaeafEyHiggApPRzkQRpEmCRBGL1SQK+qQIvOZdgkDsF1Ha/bUqcI50/iKR1AIuNmHI/ogC0h9T4leJwB6TqCbBMgXn49LvYLvQnB3cHVN7tmYVUk4cMal1cCvlYcSkVc4offQp93Tm/A7nTldhL+Qr5GpyHHp/RK7DFORg2SV7w79FnrcJajpReDIlrgqvPx5KAMGyu4hQpgplwJkBik0KQdeHbf8WOcxOYWkNddOfQ+G29HcmaUhO/tHkLfFHkUiDZzlPJpnCTQTs1MlTEDpqlImwMgpqOVt9WHM8OUfTEsb0seqZVygDyoAykNMYUNGZxRPjcDpXrzu7FRJBVaGaFw5/dS2a942IxIIuNtFnzek8L0LPWVxafVFIfiXD7SxfSr2AXk1q42fxZ5ST8OsaBD8Rmqft80PnjAzGsyJMObweNGEmKD7Z1kJZGXrnnE6KVtqYssx8AbneyzK87dMpCE0Ej0tUk0Peu+1D7C36hGD0qu1mTmfy8SS4lSyLr3dsYVODEX51kCJ2U8jksHdDbFoNh93zFbJxkWbMJMMoZ5IMtVvVHF638jdKH7KLVkefh4u44eqlC3jp3UADilGKUEefzPNak5cYoJjjsDbnQEYvWwaCQ+LkwHFBEYfIKRI539O3hR+rDTgUPnrkKIweMRIuLi7wyEBs0j9qwQLQr2vnziZSWl8inKYDOTBqaQ3ZU8QyAipmBPfvD56TQ+uWAKVdoQwoA8pATmZARWcWT6952/YS6UxCd78mmCjD6gH1a+FNsRUUEdclOATRM6di7vjRCHqrCV5r6ovnyniiQvWaWDorHGP7dEVIx9YoUChj8dVSRCUXEi38MBQjO7c28zo57N6iS29wXicXE4V28TdX+IRESJ8UoTilf3csmRiK6Emh1w2v0/HlJn4IblYbC0YNxMA369BkUE+G2pmZIdHM5ZNDzeKhijJMXkqG2bcujQKH12cP7A4OpbtLVPMNEaYb5ocjVobdw3u1BiOdBPvIDFdEOH/Qsi64iGhKx2Z4RYbRM/N1tBeVYXWCC4lixw3CxyE9HKvT8o/IMDoXEu2JyXxxUPkGvsb/k2E9sHXGGGyb8QFKvlzP2PSgDDgyQDHHBTcc9rbs7hKF5BxNK3pJO8Vkwu4vQQE5dPhwmgwY0UxK/BaMks6eNxds6+FZDoRxkAP92R/9UmX0g/M6OUTO4XP2F7NyBSg8mXd1fdj0wfmg0hQ8p+XLvnmttBM8B8F8RmAdkVGd2pSBbM+AXmCuZUBFZxaPtpCLKxZt/gwjwmfBu1kLTItZm7aQ6LmynohYsRY1X6uPPqPHCyaY3spLBHTuhh3wadMBk5fHIXS+ba4mFw/VEWFqnORQp6kfJiyNM2Kzx8jxaPdeiFhhopnjPo5DtbreaPveUPSbOMvYObQ+ePYSVJXh9tFL4lBFUlPhcHinXwhGSN3LTXwR9sl2BM9cgqdFRNJl2KI4vC7ik3M7x0hUk0PrRKjkK4oAbSHRzi5hM+mKF6Q88KM1qCCpX+8QdB5ns9do5AvCOMnB2jKp2hu+6Be1Bt0jFovYbIeR6/eimviKC6wtk7htkk/gEJoMqjT0BcUmh9dfEoHKhUSVxfZO6AzkK3i9UGfUsu3kRWYxEYfWX7ALTHZWvr4vaGO+3ezVqOoXgFIve6Pz4q1wlegn7QplwJGB3n37mOimo435ocOHpbNPmDjRlJm6Okyn8ar5orEzQupVsyabgm0JU5AD/VmmD2EJXHcRt+yPNqYE/aQJKDRpJ2hnH2zHMusJ+hLMZwTWERnVqU0ZUAaUgfvFgIrOm2S+iJs7XqjuhSIScXRsUtDFFRxmZ4TT0c65mxSfrC8hQ+Kso41g3gIjmxxKL273sewFpF9PGS5/tnT6/S1p5zA6U8vXOX1CIqJcwU6fp6U9U8uHdi4iyl/INofNsjPiSQFqlZnSh3bHCOdjRd1AsJ6w6h6TKCRXrBPPV/ZKN/+zmIheztMkKDLZjqAvbfkLuSBm7EAc2BhrVq6vkmhnpYbN6XIduHjo2Yo1kE+unyLUcmDecbidC4gIR5vlm4NTvXRlQBlQBpQBZSDHMqCiM8c+utxz4RSQHacuBlev/3HxApoPGoeGva5FRHPPneqd5CQGGAk9efr7DC+ZdtZnWKlGZUAZyOUM6O3dLgMqOm+XOW13Rxlg1LOyDK3XDQg04vOOdq6dKQPKgDKgDCgDysB9Z0BF5x1+BFyFfoe7TOuOe3USaYb7mNmz/tpK9XtxGYdk6P33n1JueKqrEiW9oYNW3nUG9ATKgDKgDCgDykBmDKjozIyZ27R3bFjrNltm3YwbuxNZe959j3stOr/etAr/zkJ0rh9vewPS3b97PYMyoAwoA8qAMpBtGci2F6aiM4tHczH1Ar7+KgFffBqf5slo5qkjiSB2b40H9+Jk5amjibh8MRXcr5NlgvmEbfFgG5YJvomI+3Fae3RyI3ja+SaivdvjcVnOyTLT08eSwOgmU4+qXiBYR/H5+doYHNl3bZ9Qy75L7D9KO5YzAusOfRZv9uS06vkGIit/RSKG3KvTKnN/zq/Fn6llY0q/b3ZuwckM3jzEeoIr078Vn1P2113SRrCc+PkWsJ7ljPD9wT04Ij7OYpPzPk8f2oNju7bAin7+IOXfz6WAr8G0+vpRbHwNJt9MZNk0VQaUAWVAGVAGlIH7w4CKzhvwTsHJ/Tk3f7ISX2zdjHcb1DLi8eSRJAzq4I9JQ0xTrBgAABAASURBVIPxpdg7NqpthOd3Ymd3h7/azcTs07l05lQjQru9URsUm6wY3rk1hndqje1xMWYz+JFdWqNX49rYK+J0fXQkBr7jY4QnX4M52N8HMbOnIlbAV2ASFJxju7YG30D0yZypmDcymN0aATq+W2twQ/ilk0MxbUB3Y3c8fLEuFgtHB4PCc2Zwd1hvJ5rSs02aW7II1pgpoaa8fVkU5g7qbjaGnzeoB1ZNHWPsPEwIaIYTIjiXfjAImxdE0JQO3Cx+TlAbnD2RhF0rFmLFWFskcktkBL6QMu3TOjY19ekaSuGTcYPwybiBOH0oAQv7tjGr2sUMCs75XZrhaxlu556dS/q1AYfVfxQ/1p2Xc7E8p3VdfLMp1ojQxV2b4eeTSWyuyOsM6P0rA8qAMqAM3DcGVHTegPrNn8Tgpde88d6YCQbMx4vNahK2IBp9Qyfg9aa+2LI6Bq838zNV73TvDb6R6NyZFLNHZ8cBIQgcNR5rl0TC+hM8eRYGTJoFbplEW4uuQeg+cjyGzYkGt0pixJN2bizPfTr72vfqpO0X6bdAIVfUfycAg2ZHgxvH0x6/NBLcp5MYMHMJfj2bbMQl6ywc3Z8AbpnUpJOcb/xMMFpp1WWUUnQOXLgGjToGIXjhavzmMMTdvPcQvBk0BG8PHpdhtJMisEv4YtRrH4i2Y2aAbyniOSg2i5b0wOsBgWgj9j8kOky7hT8k0vq9REb7LN2GBj2HoOvc1VYVzp04gup+AfAZOA6vtgtEYenn3MkjePndQDxcxB3cHP53iXi+JOVGwePMW4mef7meCNPUtD40owwoA8qAMqAMKAP3ngFLdN77M+eAM34tEctVi6PQoPzzBp9InkPokD/cGL6gi22vS+e9N6Vaht6TwEhl80olQYT1647vjl6Ltjnvy1m9rjebGTBvDblzn07HfTbpwH06nynjgf5NayP8vW54prRtL08OtTO62bFGSXTyKoUfjx8xUU+2sdBUxCYjmf28q+DTpVFwL+VpVV2X/nY2xdi4XyczTDuOncGsQf5Ctg3cn6/sZcrOh3KveuPz5VGY2qEpwjs2xb9FDNKHIjTx83iMblwVHGIvWrIszWn4SYTlI0+5p5XzFXJNW9FexO67uF9bzPCvC0Y20xztmcLPexiRybcSzW1TF8kSBWUk1F6tiTKgDCgDyoAyoAzcBwYeuA/n/NunvPrnn0hJOfO34P7Xv7O8jufLeqJ5mwBs+uakwfQVcWlvI8qqcRE3dxQXMbjq4AkQH32230Q7M2v3s0QvrbqfzySnRUAtm2PK4XW+nWjimh3mrUQcXueQOsVnrwkzMX/PCcxLOI4BMxejcu16jk3NsH0/iYIO+SgOBVxcMHtgt3T1LCQft4nj/FLPyKZjNHSHiEirXDITsck+iCntm4IbwzPa2WXqYpoM2D5w/hr0EjCqGWMfdjeVcuDrLmmXbNrff/+UbPJcUPSDiEgfiWL2iN6Ghx3EqXGQw76YhaDIrNtjCDov3gb3ihmLYnHVv8pANmNAL0cZUAaUgdzLwAM58dZ++eVXrPok7m/B78KBLG/9heo18cXWeLOQ6FxKMiaGBONcii36l1ljDod/dzQRJSQSyQVGW9fEmHmgCyaEmrmdmbVb+OFofC+R0B1xMVgfHYVqGbzi0mp7Wvym9u+OyzIM/UxpTxGPrniiqBvKVq2J+I8jQVHKYfQFIwdaTdLSLcuisHZeuLRxMW8NeqyoLaLINwptkzoKzoR1Mcafkc2SlWtgw/xwMwzPofYdyxeadsYhi0N+iQQzSvkviZha8zm5cIhzOnetiJJ+XMybhfKJn2NXlujcHhVh5nLuWBiB38+dcXQBRelOsf9waA9+kKF4Vv5+LhnWwiKWiX2xC5G4eRWzCmVAGVAGlAFlQBm4jww8cB/PfUuntpxfffVlNH/T528jxrWy1WWmacXqXug+cCgWTZ+KD4cEo3nb9nhBbIUkAviciEqrYZFi7iBY9u/eG/PGh5qFRWPmRyNBROvYPt3AIfgmrQPoAs+qNUzqeHjDvz1WzpkKzuVs914InpX+C8qw8rNlrg1/P1HMDURVEaT1/QMQPTEUm0Vkdho2XkSkK5p1DkIZEZ4LRgaL+IxCh+Fhxu54nlZ9bG/64SIiRhxb9gkx1V3HzzSLitaLIH2htrcMu3sYe+ewmRIdTU1bTNQrYrGxu5Wy1ZuCHBjRlCTd37feH4d9G2JBkflcpRp4uUU7IxZbvh9mVq0vHtLDiM7GvQana8fC26Ez8O+fUrBp+gcs/n/2zgM+p7P947+07/tvjegeRltq6zQqSu2kKKGSaiuiYsdIYiZIjJIgtsSImShiJi2hVLRmVdTssIouo0O1L0V1vO//+t3JeTx5PBkIkrh8cp37vq97nHO+5+CX6z7nPni2UUtp62rSex4pjuRpqf6mwaNMPTdla7ljzZgBeFraFnm0ONZKni8Vvdx/lEy3n2UTNSWgBJSAElACSuAWEchzovPBBx9A8eLFrtuO//vebCGv2dADY+PijXmkvSjE5zm7iBhF2h++QERjsblve1BslhKxSBs4KQbhIj7f8A9EobSI3vDZ8WyazvgcZ7/xMegrZkU5KTzb9k0VhWxcu5k3aFY+cFwMOg0dIxFON7qMUXgGx8SD0+zlq1z2m0rZFJRj4EtEfaYtRCsRnA9IhFTcRmR2FYHZReyVjoHwljr6Ge30DYtE4JSFaCPp/WntWwalile2obUITF+m70mZfn9r5DTQarXyQ7OAUBQtUxH8+hDznWTKnS8TMRrK9vb2qLR7dcBotJs4H3XbBaB5yGg8Ij629egRCt8J882LRM828sJLUs++DWU6/U3x3yVivYHk35B8zbcC8NTLXqgnZbZRUwJKQAkogWsloP2UwPURyHOi8/pON3f2dhb5zJ1HqkelBJSAElACSkAJKIFrI6Ci89q45WivobOujHzm6A50sBtOQHegBJSAElACSkAJZE5ARWfmfLRWCSgBJaAElIASyBsE9ChzOQEVndm4QP39fMwb7J99moKF0yZn2mP7R8ng2+tsFNrRJ9M31tkmL1hUzzZ54TBtx8g32Pn5S5tDM0pACSgBJaAElMAtJ6Ci8youwZMVKsL9Ve9Me6xcGIvz586ZNp2Cw8zSSaagm5tGgN9at/8G+03bcW7ekR6bElACSkAJKIFbTEBFp5ML8PGHyegr0c22L9fB2ND++P1c6nI7P544biKe7HLs4H4M6OCDDo3rILxXV/BLRR+uSAD9s8eMMNFOrtH5U9qi70tiotD3DU/0E7M+h8l1OacODcbYPv7o2bQupkueY9M2JyVgRBcfBHnWxYS+/riQdgwz3w7GqK4+GOzjiU/WrMB7M6PY3BjX55wj9aZgt1k5KwrDfT0x8NV6WDIx3NRwPc55I0IQE9INYS3rYYakXEKJlZ9tTsbkHm0wzKseFoSH4GLavllnb5uWxmF8++aYILYiKsJWtXNNIiZ2aI7Rr9dHkp1/fmh3zAzyNV8nYuPZkv8wLhpTOrYwtmdtIt3GuEZnTKcWmNG5BVIS5hnfj0cOYNng7uDXiJYP6W6WX1oVOQDTfeojrmsLfPFBIig2P5oWYfIss+NGKc/xrY+F0ubox+vpUlMCSkAJKAElcNMJ3O47VNHp5A4YFuQPr7btMT1hFR4tXgLHDh0wrRjB/EmEJwsjevnDvYU35q7djCfLV0KE9OGySVxOqVPwYIlwVsKxgwck6nkWFJ8bViZg+OyFeFts9cI4fLkzxdRtSkrEC/U8ELk4CT+fOg4uDs8vEi2fEQX/YWMwOWmT+TrRro3J3C22rko0XyHqLHVln6+KDxbFGj83H0vdg8VKMGsz+rhQfI+xMRj13kYw//3hA0bEbn8/Ec/X8UDo/JVGWO7blCrIZg3ojvpv+CHknZXgkkonjhy0jWdljuxJwQ7p337UdHSLXoCjUqbYPPnVASTHRsNv5HQEzV2BUyIUuVYn+/GTl1Ube5mlk1j+et8O/PbDcXSaPB9NA0KxJnqklE+A4nOvCFC/SfPNkknbl8fh2707RGSew+GPP4RH90Go/VYA1k8dadbu7DBzBVqPn48Pp40EP4HJ5ZKebuQF2rZ3osHIp2/MCngOn4Z1Ywfg56Op15PHoKYElIASUAJKQAncHAIqOh04M8pZs4E7ajX0QGHXImjbPQiFCruma/XjyeNmMXiKTlZwQfhRc+OZdWpfi2it39wbhWQ8WvX6HkZ0svET5SqiXlpdpao18LNERh8S4Ri1apMIw3NIkEjm/l0p+PnUCTY31qh1e/CTlw8WLYGKVd1EiCYY/9ZVCajVzMvkrQ3L/acvBKOgSbOj8IuMY0U0+RWiGk29wLU4y1Zxk7rj+EyinM/WdsezIkbpb9IxUOrTnz/HPrJnB6q/4gWOwXZ+Ij6fkn5fbFkPLgTPtTjpryS+L8XHPncXckXVJl5Sf3n9UO8BkSIci6DU89VRuUlLfL03xXyF6HkRp1yTk1bhJXd8uy+FQ+CR0hXMep1cs7NZyGizRie/SrRVxOWl8+dMG/vN9yJsuW7nbn6ZSCKhRR4prqLTHlCuyeuBKAEloASUQH4noKLT4Qr/fu6sEZT27kJFitgXzacw2c7eyS8O2Zft8+fPnsXDxYrbXA9J/mcRrnQUcr1S0LGuU93K5gtFDxUtDgpTtnVmLzXzxu5NycYsIWrfjpHNAS3qYZtEQR8QkfqY3ZeEGMW0b8v8hXPnYC0AzzKN4pGpvZ2RqKx92RKf9Nm3v+/REhKhTH08oajdvtnO0Sgwf/vhhLQ/B34K06q/V8agn2UKSKa0T2XafW6XFuYzmI8/54a7RNTSn5mVruWOIo+kjwZn1l7rlIASUAJKQAncNgRu8Imq6HQAzAjnto+Sbc9xHj24H9ZzmVbTR4oXB6OXjHjS95MIyDdrPc+sRDOvFJGlKlTEjg3Jpp4bTq2XLF+RWafGyGbFam7m60R1PL0l4nnWmLPGVWRq/juZLl8hEdFaIkAd2+yRafmaEv1sPyRSptLdJZp5wphjO6v8XF13iXauhxUNPSHT5WdECFr1VlpcBOTnm9dbRaybG40lI0OMYD0q0UqrYv+WZPMVIqvsmH5t1/aARERLPu8Gfo3o4NbLY38jbehz7PuZRC6bhUSiYY9Q3PNocTDSyTfX7dvRf5eI0RdlOr6G2HGJfNrXa14JKAEloASUgBK4OQRUdDpwLixT4M+94AZfjzoYFtgV/fx80kUp2fwRmf7uEhxmXiSaGNYfga2aoXPwYFbhmWo1sGj6ZPClIuOQTQOZPv9Jps2HdPIB7WfJc0pdqpz+VJIp829lSn58X390rlfZTK1/e2i/07Z0MtrJ6fMqdT1YTGeVRZSuXxyHqf27YWDLeiggkdXvD2c8FqOUnGof6lUPs0K6IapHG9wvgi7doFLg1DqF6bQAX8QO7I5P1yTi5Q6BqCbT5xwjJtAXS0WEHtu7Ay8XZr61AAAQAElEQVS97ic9nP8sCO2OOUFtMe6N+nhUhKyZZm/cEoxsxvVqi3m925o8v73uOEI5iVquigxB4pDuWNSnrUQwi5kXie4q7IpdEgXdJlPuNUVoHt22Hh+MHYDlfduaIUo8V92kulECV0FAmyoBJaAElMB1ElDR6QRg/4ixmJGwyjzP+e72vRgWFQMul0RzT1syqYVve0xZtgruLV7DnLWb0bCFtxmpufhbdwvCMyJcO4kwLSURzUIiZMcvSUL7/oPRQWyc5OkrKXV+/QabftzU9fQC7SERtXyms4lPe/BFosEzFsI3rd3AmIVseoVReF7hFEf5Km4Y/d5GuLf2w+T1u9Fv2kK82NQbj5WriNd7h0mL1J8a4qOx5BsWiQHzkvBKp0BErtuNzqOn053OKCz7x61Ei8BQNOoQgNBlG8DnONnIP2oBmgeEGgEasvSy31N8rLe3wat34ZWAQeg4eQG8Bow2VZxm95+9Ao17DkKjHoPQddYK89znI2Uq4GUpm0ayqd0uAG0mLMBLIiyDVuxE6/ELzItEfJnorRkrUEZEKZ/h7LhgA556Wdh2H4TXxs+XnvqjBJSAElACSkAJ3GwCd1z3DvPpAI8UL4HSFSqZs2NaWIQjjVFO45QNhSPFJVMp2n6eruYm0dES5g12+7pSIjJLilkNWWdfptikWfWMeBaU/dKs5zr54pBVz5RLJm1dlQCP1hlHE9m/vIhPtmeegpOisUTZinQZ4/OdNFOQDZ/r5BS6ZGGlzDsa64rZjWPV0/dkZTeraNKiZS7vzzjSNvRbgjXNZRJOqdNMQTYUo484jMHp84fTfMzTpKmZbqf4ZJ7G6OZDpZ3vn/VqSkAJKAEloASUwI0loKLzxvK94aM/WKw4AsfG4MGiee/lmE6TNOp4w28Q3cFtQ0BPVAkoASWQ2wmo6MztVyiL4+O0Ot9az6JZrqwu9Xz6SGiuPEg9KCWgBJSAElACSiBHCNwGojNHON3yQbYkJZi1NjM7kAvnUpcmyqzNjao7uifFLBCf2fgD65bLrFrrlIASUAJKQAkogXxMQEVnHrm4/Cwm33rP7HCj+/tnVn1D647u2SGic8cN3YcOrgSUQB4moIeuBJTAbU9ARWcuvgW4Xufa+Fh8ezj9ZxsZ0dy1MRnrFsXaop9cq/PCuXM4tCv1yz0XJOq5Z1MykhfH4XuH/tYpH96dguNfHcD21Yngl4pozH+2OdlqYtKvJIq5Zk4UuGancaRtWN68NA789GWay5Yw8rl1WRx+dbLGp62RZpSAElACSkAJKIHbhoCKzlt/qZ0ewTvjwhEzNBjnfz+HmGHBoKhkQ4rJwW08cTBNXA728TR13x/ejwu/n8VBEZJs87Zvc+zZtB4XRXyO7dbGqfCc2MMX74wIFsF5HJO6tzF25ofjeH92FCzhmTgpHDTIn4XhIdgkIlOyJp0zsDvOiKhcERUBik/6afMGdcfWZfNwUY59ZqAvvtxyeaF31qspASWgBJSAElACtx8BFZ258JpTNO6USCbX6vTuEgiu08mljniojHr69AlDm75heLl1e3AJJbbn14geLFocLToH4vSpE2guaYchkSatXNfDqejkeG8NHoOmnQLB5ZJqNPXCKx0DUf+N9iYCyvqNS+chcOpCNBF/m7BIrJkbTTd2vJ+IntEL8GpgKLpJyqWTWMGo5xkRru1GToNH+wC0GjgaH0vEk3VqSkAJKIHcS0CPTAkogRtNQEXnjSZ8DeN/I9PhDxUrbutJwUlBSQfX62TUc7BEOGkUod9JlJN1lvFtdkY93/b1REiLembK/fSp41Z1utR+rc5yaWt5co1ONvpKoqbFy1QA1/RkmcLyD4leMn9GIpxWO5ZLp63JeVGirb+K6I2RCOcMsfWx0WZhd7ZRUwJKQAkoASWgBG5fAio6c+G1f0gilhfOnUt3ZBfSxN6WVQkynb4fQeOnY0R8EihCHyyWfo3O5EWxRmj2GBuDyBUb8Xxd93RjZbfwQNESOHHkIKz2Z0RMWnkKUQpMq3xGoptWvoBrEfCrRF2jFqCtRDyrNvGyqjRVAkpACSgBJaAEblMCKjpz4YXnV4kKurqCz3Ue2JWChJlRIjQPpDvS0ydPgF8j2r1pva3uO4mQ8kWigiL6KAh/kejmyllR+HDJPFw4d/XLKTGSWaZydSRODjcvEfFloupNWprjoD8+YgD4wtCWpXHYueZd4+eXiJjZIlPqnGpfFRWBU0fSHzvr1ZSAElACSuCqCGhjJZDnCajozKWXsO/4GHNka+JjUaiwK9r0CQWn3Gs380aFqm54d+ZkUz8gZiGsqXc+45m8OBaV63pIdNMDFJxsNGT+SjxerhKz6axpxwBbuUZTb9wvkU06GOEsmzZd3jlyOl1IEOHJ6fWWQaGm7BMaCQrPD+ZGmxeG/CSiWVoEKiOgjHJyij0pOgJFy1aEe/vU/YzadNj01Y0SUAJKQAkoASVw+xFQ0ZlLrzmjlW/1C0MfEZ+NfdqD9qCIQvobtW6PgTPi8WqXQCNA+VUingZfIuopU+ps4/GmH/pPX2heJOK31ms2u3KKu1mnQHYzVqOpl3mZiAVGOMumPd9JEekVFIbAKQtR7w0/2/OdbFf3dT90j16AlzsE4Ona7iidJlT5HfXmgaHg9PpLrfzY9Maajq4ElIASUAJKQAnkegIqOnP9JdIDVAJKQAkoASWQ+wnoESqBrAio6MyKkNYrASWgBJSAElACSkAJXDcBFZ3XjVAHUAJZEdB6JaAElIASUAJKQEWn3gNKQAkoASWgBJRA/iegZ3jLCajovOWXQA9ACSgBJaAElIASUAL5n4CKzvx/jfUMlUBWBLReCSgBJaAElMANJ3Bbi84vz/0X28/8fYWl/Po3MrIdUudon4rPqf32N3b+9o9T2yV+Z7Zb/OnsP/9gt9ieTGyv1GVm+6Te2Nl/sC/NPpM0I/tc6jK0c//gc7EvnNiX4svI9kvdFfb7P9hvZwck72gHxWfZIck7s8PiP3z+Hzizr8TvaEfEd+T8f2FvR6X861//u+F/4XQHSkAJKAEloAScE8j/3ttWdNa4/06s++kvTDx6ydgkSWmTJXW0KPHRoo9dgmVTvr4E2lRJHW2a+GjTJbUs5ptLoM2Q1GbfXsIMsZlpNktSR5stPtocSed8dwm0uZLSYiU19v0lxKZZnKS0ed//iYxsvtTNP/4n7G2BlGkLT/yJjCz+xF9Y5GCLT/6FJY52SnxiS8WWZWDLxW9ZguRpiZIa++EvvJtm7/34F2grJLVspeTtLUnKqxxstZSNyTV+P83WSGrs57+wNs0+kNSyM3/+DyUL3pn//9brGSoBJaAElIASuAUEblvR+Um9IqBtr18EGVmK1DnaDvFdYQ2KYIfYp5nYTqlztF3iS2cNi2BXmu2W1NH2iC8j2yt16cy9CPY62D4pO9pn4svIPpc6Yx5F8HkG9oX4He1L8V1hLxfBlw62X8qpdg/2v3zZDkje0Q6Kz2aN7sFBsUNO7LD4HO0r8WVkR6TOWON7cETM74n/uwV/DXWXWRHQeiWgBJSAEsj7BG5b0Zn3L52egRJQAkpACSgBJaAEbhqB696Ris7rRqgDKAEloASUgBJQAkpACWRFQEVnVoS0XgkoASWQFQGtVwJKQAkogSwJqOjMEpE2UAJKQAkoASWgBJSAErheAjdadF7v8Wl/JaAElIASUAJKQAkogXxAQEVnPriIegpKQAkogcwJaK0SUAJK4NYTyJWic8eOnVBTBrnxHrj1f2X1CJSAElACSkAJ5E0CuVN0froLO26S6X6U9dXcA3nzr7ketRJQAkpACSiBW08gV4nO6tWroWePrmrCoPoLVc3doTxy3/3A+9RcHN0oASWQUwR0HCWgBG4DAnfcBueop6gEchWB3vsuwCXxV7UcZPDstv9iTeGnbDbp79LKNwf5Ot6vG3/+O1f9ndKDUQJKIG8QUNGZ26+THl++JNCr9F34tlERfPPyZfta8rRjktKOehSBZUckT/tKUtph9yKgHZTUsgMNi4C2X1Lalw2KwLIvJE/7XFLaZ/WLgLavviss21PPFbTdktJ2SWrZzrquoH0qKW1HHVfQUiS1bLvkaZ/UdgXtY0kt2/qSK2hbJKVtlpS2qZYrLNsoedoGSWkf1SwMR/tQfLT1LxYGbZ2ktMUvPYIgDzdjgZK+Xf9prKlR2Nj7boVh2WrJ01ZJaqx6YaxKs6TqhUBb+UIh0FZISnu3WiFYlih5WoKktOVVC8GyZZKnLZWUtqRKITjaYvHRFlUuBFp85YKwbIHkafOfLwjaO5LS4p4rCMvmSp42R1La7GcLwrJZkqfNkJQW80xB0KZLatk0ydOmPl0QtGhJLYuSPG3yUwVBm/RUAdAmSGrZ+EoFULqg/rcB/aMElMA1EdB/Pa4Jm3ZSAkpACSiB24mAnqsSUALXT0BF5/Uz1BGUgBJQAkpACSgBJaAEsiCgojMLQFqdFQGtVwJKQAkoASWgBJRA1gRUdGbNSFsoASWgBJSAEsjdBPTolEAeIKCiMw9cJD1EJaAElIASUAJKQAnkdQIqOvP6FdTjz4qA1isBJaAElIASUAK5gICKzlxwEfQQlIASUAJKQAnkbwJ6dkoAUNGpd4ESyCUEPngvAT+cOJ7uaPZ9mgJaOmceK7StVsYc8elTx7FlVYLJX+3mwrmzpssvp05g26pEk8/Nm11rEkG72mP84/fU82S/3344wURNCSgBJZBvCKjozDeXUk8krxKwjpui88eT6YXGvk+3i+jcbjXJ0+mFc+fw3aED13QOc4eHmH4XRHx+d3i/yefmDQXnrrVXJ44TRw/AJ8vnmdPaI30ntW5g8rpRAkpACeQXAio688uV1PPI9wR+F8G17cNk0Ji3Tvi8+D/5KBk0y2efsv7Yof2gbZd2P51MH039YmcKPlqZAHv/l+L7Wdrt2JBshmKZ43wqZfpNfmMy9u9KMfXW5lsRlTvFf8DBz/oHixZHbU9vUDgelHp7++5wqhhl3SGp27MpGaclqsl+h3an4BeJkn4vbR6QMWo186bbGH2frE4EU+OQzfGvDuCiRAz3bU7GV9JXXE5/zsj4n7HNnhTT3mp0QvrveD8RTC2fY3pS2uyUaOZR6etYZ18+deQA9m9ZD/sIJuu/3puC/VvX49e0aCbTH2RMpj8eO4Rv9u5gM1vKAn37RIzaR0C/3bcD/5ExDn+8HjS2+0n2+ZWU6WfZ0b6XPmd/TP3l5pJwOi5lpvQxz3T/ukT8fDT1mjj217ISyKcE9LRuAgEVnTcBsu5CCeQEgX5+PvhMIp/bPlqH4PY+ZkiKvx6vNRPBuc5Y+8Z1QJ+pTNscEyE4qIMPRgb5I2XDOgS1aoavRYSyOqyjD5IWxIrgPIEhndqA4pL+oZ3bYKiUN65MAEXm213aIPhNT3wjwo/pcCnvF2H6zrhwbEpKnTJPmBGFmGHB+FbarImPxYLx4RzKZvQvHD8CuGd4RQAAEABJREFUF0To2ASniMKo/v7YKtPuFJxDfT1NniJ0rH8bIzwpQi8wSirjfi/CbPHE1HHXL47DvBHBRpAy/WhJHPhnmdSHtayHzzatx+rZUZgZ0o3udEYxGtWjDY6IaPxchCfzbJAiYjM+IgRnRMjNGdgdn4tghMOfxSNDsESMojU5NhpblqXu16EZvhbhODPQF/PDuiPy9fpGYFJ8jpH87F5tsVD8Uzu2wAERn4xs/nD0IPaufRfblsZi7wfvmuHierc1gnVG5xZ4p09bJI0ZiCk+DfCZiE82WCi+2V1aIClyABKG9MCE5tUQ2/VVJEo+rmsLNrnClvRtiy8+SI3C/iz7XNavrQjMg9gvvuWSj23bAMnjBmJRt5Y4um39Ff3VoQSUgBK4VgIqOq+VnPZTAjeZAMVjy7bt0S9iLJj+KJHI9+bH4sUGHugTPtbYi/U9sH5Fqgi0P7wLv5/D5GWrEDRiLBq28BbxmQxGOH+S6fyBk2Lwpn8gmrXxw6qFsbZuwRNjQHuoWAnj8+sXhlZdA/GC7KNSVTe0k/JbYoxsmgayGTxzIby7BMK7axC+TRO24k7382DREnhV2tAuSJT28XIV4dMnDN+JqHy1cyA6Dh2DFpI+Jn5GOJtL/sFixVGrmVe6cZJEULYbPAbNOgWi25gYLJsUYauv0dQLbQdHote0hfjMiXBkJLRNWCS8gsKMUWSy8xERwcXLVkTjDgHoOGoaXU6td+xKvCxtPNoH4Esn47PT3YVcEbJ0AwLnrMAf58+ZZzw/XjYPv0mUsU34NAxetRP3PlocCaMGoIFfAEo+Vx31/Xqi5YDRqNeuJ4fAsA2HsE8E6I8iDlsEj0K/lZ/ikdIVsG7qSFPPzSNlKqLvyp14WPyXZD/tZ7wHr+FTwfx3EsVkm6sxj36j4J/4KVwfKYaUd6ZcTVdtqwSUgBLIlICKzkzxaKUSyD0E/EPC0E8inN28m+H3s2fxiIjBowf3Y8WCOLzyTGk0fbY0ViyMw3kRco5H/XQ1NxRyLWLcVspoJ/3GKZtS5SuZiKdkzU/J8hVNam0qVXMz2Ydkvw+JCDQF2Vj7q1bPA4x8BnnWxfxxI6Qm8x9GNxnxDBwbYxpWECFLETrG3wfBLeqmmzI3Dew2bHdRhDSFKd2cdr9fBByn1lkuVyX1WJl3ZmWlnhHOyHaeoFltmnQMBCOYAxpXxaalceCYVp2VvtDEy0Q6R7aqj5XREZb7irSoiNe7CxdBURGFFKCcaj8m0+r3PlIclV5yB+sq1XY3gvSKznaOb6TPXYVc8VxjL7BPeelLQWk1eULEKvNM7xGh+LDs7y7ZL320se7lYRnLWVnpmu5gf6anjx3MqrnWKwElcJMI5Ifd3JEfTkLPQQnkBwKlK1TE3h3pXxqiqOS5/S5C8rkX3DB/3Wa07R6EZIlmvitRzkeKl0ALXz+8//lRrP7sKKKXJplIJvtkZQ+LePxapt6tdudlH4VcXa3iFaklVllRUgQqU3sb0cUH1SQKOjlpE9r2GyzT6Ofsq9PlKTYXyvR7J4lqFkwTw8mLYnFQIo0dxDdmxSZQUFJcpuuYVrD6WPVMGa2k+GSTAnaii2VHWzAiBAVkv4FTFyJkXpKpvijT/rSOo6chWCKZHINT7KYybcP6WJl2f6q2BwYt24DmAaFpNVcmnEqnl89pMtJJ8XmfCGP6aazjeEwts/xWmSmjoRSZVp2Vss7eKBTveTQ1Km3vd8xTwPK5Tvp/cvLcJp/pZB1TRjuZV1MCSkAJ5AQBFZ05QVHHUAI5QOClhi8jQYTkxx8mg2Jz3XsJ2PbRejRq4Y3zEtkcFuiPzz5NAcUpBWDpCpVkav1l8AWiYxLx5HT7iF7++OlE6ksiWR0So5w/yRQ9p9kpODm1/lS1Gll1y7SeYvDArhQT6eR0ubPG9E/u54+WMsVOsUgBSp/V9sK5c1gxKwp7N6+3RTtPnzxhnu+02jAtV7k6VskU+4VzZ8HnOctKmUKRddk1RjUXhIfgokRN+eLQxiVxeHdyavSSotRZpJNj0/+FTKsz0smXiuhztFNHDmJmkC+WjQoxVU/K8VVp4mUim7PFnzA6BJ8sfwcvvvaWqedmz5p3wec7mactDuuO8rU8mMW83m2xMnIAdiS8g2cbtTS+7Gz6rz8Ey9j+4dIVwZeEtr0Tje1i9Nlb0rDuWDd2AI5t+xCVXk7/SIN9O80rASWgBK6WgIrOqyWm7ZXADSLASGZIxFh88N5yTB0dbpZKilmeBEYzaXyWc53UTY8cgZdf9cazL7gZ6xoyGDMiwzExLBhtugXhGfHbH2IhV1eUspsqZ4STRuEaPifevEg0SsQqBecb/oGma6Wq1U1qbezLDxUtjoJpkcRCkpYsV8k08397DPgCEV8sauzTHrWbeZmXiubvPGLqub/Hpe23h/fjiXIVsXtjMt6bNdkYp9prNfMGn/dcPCF1ar7HmMvPVFau647Y4cFmv4/JtDUH7D5muhGLMcHd8MupE+gmZfpLyNgFJYrJPI1ilKm9vdIp0PR5f04USsh4XoGhpuzVKxT3Fy0Bvkx0USK/PqGR9t1AUfum+NbNjcaXW5LxcvtAFJP+6RpJgVHNZj0HmfZSRNvwaXjyeTdjnSbPN9Pkv8oxN/DriaY9U6OlL7Zqh0dlapxvp1eWqfQKtRqyK0o+Xx1vTZgPRjz5Rnqddj3hGTLa1D0uU+v3SPSUBaZ83pN5Tuc/9mx12Y8ri+msfo9BeEz6MdpZ2asdSki7uwpfbkehySinW9ueoKXrrAUloASUQEYEsuFX0ZkNSNpECdwsArUaemB49AxMiItHfxGgjGZa+6YopfAcFjUDHhL9tPx8kSgyNh6j58bD3c5v1T8pU+GdgwdbRTP93qC5tylTjPJFIopPS3CyYvjseCY2Gzbrcrme9C2ZJmKfkJQvE7Ehn+nsOz4G/sPGgPkuklJcso7GF4ba9A0TMeqNATPiUy1GUjG+SESh2LpPGIKlzBeJKtf1QPPOqSL4TfH3n77QTLkzz/HYvt3gSPQRP1MKQvpb9QozQpJ5WpBMoTO1N74s5BsWic6jp6PeG37G3F7xMiKRLxH1nLIALYNCRYAWt+9m8k/XdoffqGl4Y1AknpK8f9QC47ffeIqIrdXKD20jpqHL5AXgs5tWPcVnJ/HRGvgFWG5UfMkdHUSQ1hcfBeabIlRpbEDh+caIaWg7cT7qtLvcx1fE6LONUqORTN17pApYPtfZWuoY1WR/e6Ovxdty/OPn48W3AtBK0ock+mm1qdE2AK+Nm6+C0wKiqRJQAjlGQEVnjqHUgZSAElACTgnkCWcRiZgy6pknDlYPUgkogTxJQEVnnrxsetBKQAkogZwlwGn11yTqmbOj6mhKQAkogcsEbq3ovHwcmlMCSkAJKAEloASUgBLIxwRUdObji6undnsTOH/uLOKnTzafv7xaEvwyUavKZWxfKMpOf36RyKdqmew0veY2/NwlP5F5zQPkUMeLv58F317PoeGuGOaHIwewd23qV4OuqMzAMadLC9D4GcwMmmTo1goloASUwM0goKLzZlDWfSiBW0CAXzBaFBOF8+fO3ZS9V6zmBn6N6EbujIKTwvNG7iM7Y3OZJFp22l5LmwNb14NvsWe377f7doALx3ecuQJ8iSi7/bSdElACSuBmElDRmSltrVQCeZfArDGpSw8xPXZoP7Z/lIzQjj7o3LgORvXqKmL0rDk5LhAfJn7/V+oisrc/fjp53Pi52bgyAd3F3/9NT3yTtpD8vHHhoA3v4oOAZnXBrxCx7Wnpt3/XdmZxQaKsE/v6o7dnXcwcFoyRXX2wZVWC+dTlKMlb63JuFV/8hHDT5/Sp44ju72++RsSvEjmKS5a3rUqEsdWJZh/zRoRg0Kv1MKFbG+zbnGzGcdwsnxSOUW95GuMSSaznmpyJ4h/mXQ+p63SexcLwELztXR9TevriyJ4UNsNFiWguHhmC8Fb1Mb59c2xZGmf8K6MisHNNIpjSwXT06/UxqUNzOPssJhd0nx/aHWOkzawgX3DBePZjulD8496oj3hJGeGkMcppGdtZxnG4VueU1vUxv3dbUGz+KFHR5KkRYLpeUqutpkpACSiB3EZARWduuyJ6PEoghwg8Wb6iGYlpYdciGCmCspCrK97sFoTPd6ZgjojS8yIOKTjPSzS0fnNvfCH+KUOCTT9uKDRf9w80Ai9uXKqI/UYE7JpFcahUtQZKyj6Y/1kE588nT+DArh3shnfGh2P3pvWo7eltxO3B3TtwWuopRplnyoanT50QIbqfWSyaEG7acLmkC3I8U/p3M35rwy8U1WzmBWNNvcBvr1+Q4x/53ka06h0GClCu12m1Z0ohSoHZJTIGtBQRqzT2S3k/0SyZVP8NPySkfbd9aMIGNO4YgPiIAeyOtXOiTQSxb+wKdI9egBXRI42/eWAoqjXxAlOKT4rHoLkr0G7kdKyKjoBjFHSXCFR+jSh46QbwE5gfxUWZcRJHDUCpym7ot2QDKtZ2N8KTa3U+39gLlpmGaZt1U0eCwrPnog14uccgLB/cHVyf06NHKPgNdmvJpLTm+SfRM1ECSiBfEFDRmS8uo56EEriSQMMWrxkn02MHD5h8IRGfjGRycfiPkhLxtUQvL/x+ToRoILhO54CJMWjWpr1py03TNn7gupwv1PfAN9KWPhoXi3+tayCa+KS2/VnEI/2W7dqYDC4O79UlEG37hlnuDFOKwD0iUguKKKYQfbBYcfzywwkc2p0acXTWkZHPhm/6mSoKUi7y/otES40jbfOZjElR+UDR4qBxzU43Eays5lqdllmRzTUiMo/sSRXO9LUMCkWjDgE4Kr7NS+eBi66zr71RdLK8ddk8E/2kuDy2N/1xFy1bERSeFKRPVnaD94BIdsHXMi1OEflRXLSZTv/tx5NGVJpKJxtGM928U8+ZIpOC88ejB520VJcSUAJKIPcRUNGZ+67J1RyRtlUC2SJAocmGFJmMZhYS8flUVTe6jLHMzEMi9h4uVoJZYw+l5VlPcWqcV7kpKPvKqMtBazpeprHZhoLzkPgoQstXqW6+QES/M/tFhK61IDzruR/6mLfsFxGhFyRqapXvF/Fp5e3Ti7L/MlXcUFb2WaZydfiEjgYF6aalcTKt3sJMt7NcIINz4VeJSj9fHTT39gF4qraH/fDmS0SBc1ca3/xB3cHPYJqCbEo97wZaSUnbT5ovnox/+JwnhabVgs9xXpJjt8qaKgEloARyMwEVnbn56uixKYEcIHDs4H48W/1FM5KbRCwHTYox+cKurni6WqrwTFoQa6bBY8eGm+c6TYPr2FQUQXtgV4pMt6dgrUzFW0MVTBNt3x3ej9MiCE+LcGQdP3/JSOSDIgp7jo3BY+Uq4bRMx2ck8tiH0c3DdpFQ5uljnWVlRUh+lfZ8Jn18fnPDkjhm01kZiT7SwZTG6fWLIlY/37werQeNxqsync4IJqfRralzRijZh/6LMhhO1J8AABAASURBVM3PCCaNEc9f5dxYZ9n62Gic+uoAmgWEonPUApw6csBUWZHTUiJYi5apgDUyNU8haSqdbJ6Qdoc/Xm+rYeTznkeK28qauVUEdL9KQAlkh4CKzuxQ0jZKIA8SKOTqao56tgjJc2f/gwbNvbA4Jgo+L1XG14f2w9O3g6nv0D8UOzaux1t1qpi0ff+sp8NNx0w23l2DzHOgI7u2wQfxsbaW/BTm4zLVHD8hAv2a10sXyXy1c6BMp+9AQMMqWL84DrWaeYEi1NZZMhSVfJGIz3N6dgrEqtlR5llOvkz0XB0PcIpdmtl+Grzph+MicGeGdMPkHm1Mvkba9LqtkWRe6RiIdydHmJeJxvo1RxmJdjIq+kwddywaOQCxA7tjWoAviokwPCGCkRHWT99PRLKIyZc7BOLLresxTyKYMwL5ktBxUHzKsLafJ2W8JBGUy0eFYEFoN9RslTpF7j1wNBaGdkfC6AGY1rEFKjdJ/aQlhefetYnYvnyebQxm6rYLwCaZik+KHIApreujXC138ywn69SUgBJQArmdwB25/QD1+PI2AT36W0fgyfKVMGfNJoycE49nJKLZa8RYzJJyhJTjt+61RTk927THgi27MXzWQryzeTeqSzT0KWm/bM8RMOUZtOoaiKW7jzCLobPiMWRmvMlXkojmol1HwNRb2sRLnhVPlKuIiUmbMGjGQpPSZ9mI+CQMiFmIcSs3YvhC5lPHqtXMG3N3HEHw9IWI/nA3mncOtLrY0sp1PdBj7HQ8LwKTAnTi+t14UURkX+nTbnDqc5K2xpKhOBz4ThJeEYHq3SsMAyRPX1mJgAZOXSgtUn84dT76g11wk7E6jpou0+upY9V93c+8QPRyhwBErN2FPrEr8YIIQ06n94lbiadecgcjnQOXbkDtVu3gKZHMoLRp9NSRU7dPytR5iLSp1coPnScvQEO/AFNRUfr3W/IRqjT2Qgfxv/haO+Nn+mb4NFSQeuNI2/A5zv5JO/FsIy+0nbgAniGjTc0Tz1VHmwmZT82bhrpRAkpACdxCAio6byF83bUSuNEE+HwmBae1H5atKXXLx5TPbFJgMmU5J6ygaxFwmp2p43gVRKxySt3Rz3J5qXPWh3U0ik0a87RyIiA5Nc98RsYIKC2jestfRqbZGeG0ykzvf7S4eb6TeXuj2KT4tHxPSl/7suW3T4uWqWjehrf3MarJ6fV7ZT/2/kelraPPqn9Cptntn+20/JoqgQwIqFsJ5AoCKjpzxWXQg1AC+ZvAQIls1vb0yt8nqWenBJSAElACmRJQ0ZkpHq3M9wRy+ARPn/4lh0fMH8Mx4plRZDN/nKGehRJQAkpACWRFQEVnVoS0XglcBYHFS5Zj3jvx2Lfvc1y69OdV9Lx5TVs8VzpbOzt/7qxpx68S/Xzy8leKjPMGbS7IPvmpSw7/8apErJwVdYX9cuoEDtm9tc62NPo/WZ3IbL4xvkyU1cl89kEi/vPDiayaab0SyNUE9OBuDwIqOm+P66xneRMJnDt3Dlu2bsOs2bFY/+EGnDhx8ibuPWd2tTQmCtZi8F8fOoDzck45M3Lmo/CrRBSe9q0oMGmW7/Sp4+DySFbZSrnW5vGv9lvFfJHuXftulufBZZOs5ZuybKwNlIASUAK3kICKzlsIPzu7pmBRO2mEW17g4HhNDx48jHffS7qO6KfjiJmXP/80BbT1KxJEKJ419qHkaecliuisN0Vl0sJY7NiQbKrZjovJf3NoPxjhrN/cGw8VK26rY+RzU1KCqTNO2XwrwpSWMCMK3x4+IJ7Un9MSIV0bH4tdG5PNEkqpXudbismDEsHkW+xsUauZl3mDvXwVN9Cadw40ZdbR9m5KxoeL48AIJ8t8mejFpt7MggJ0u0Q9aVa9qbDbnJGI6Webk5HyfiKYZxX7nfjqgClzYfjPt1xeE/OMRBNpXKdzy9I4MGUfGvNcw5NfJ+IYtP3S9+NlcaCfbSw7tjcFH8ZF42tJLR/Tr/fuwAbxfyMpy5ZxQfh9axNxcOvlY7HqmPJNduulIgrQrfOi8d2+HaxSUwJKQAnkKgIqOnPV5bjyYN4VwaKWZIRbXuBw5RVM9VjRT06/p3puzHZARx/MHDMC2z9ah/O/n0Ngq2Y4JuKRFiR5ikn7PXPdzjnSnr4NKxMQPSQYl0XnAfx08gRix44wUU/6ezata0TlNyIy3+7SBhSl7Du8iw9ihqX2DZf8gV0pRmSG+njighzHLhGIM98OZtMMjdPpLzVLFY0ZNkqr4Dqe20RUHheBGN5W9iGCmp/FXDox3LSIaNscxyXqSeP6nMZpt6HIjOrRxnxp6KL0jfTzNEKVgjM6wBdTxC7KcW9aEmfW6GRXrss5wa85VkRFGCEZN6i7+ewl61ZGR4BrdB7bk2IWgZ8Z6ItdIhQ5RlSH5jiWJjBnBfli95pEFCjsitXSZ1vaOpyrp0RgQ2w0h8IaydNMQTbzevvitx9P4IOpEdgsglJc6X6Sp40EP4XJReNXjRlg6ig8dybMM3ndKAElkAMEdIgcIaCiM0cw5vwgFSqWR8tXPdXyGIOM7oRSpUrilSaN0O4tn4ya5Ji/94gxCJs8A598uA41Gnigc/BgYw1beIMRT8cdDZwUA67V+bp/kBGRDxcrgaer1UA9iXA+Vc3N1nxjUgIqSbldvzDQnqrqhk1Jqc9QXhCBNnjmQrwldY192mO/iM6fJZLIpY/qSMSyy9AxqJ2FoORXiuyXQrLt2EmGUc3uY6aDa3M+VraiCMwD6Vpd/P0snqvjgdd6hYmFGkEJuz+/yBS9V69QeAWFod4bfuCySBScbPKHnEv/uBVo3CEAPacsABeDZ4STdVzPs1v0AjQPDAXTLRLJpJ/Gz1++PiiSWWNtI6aBPtrHy+YZoVrpJXe8NjASNV/zQ5UmXvhDjpOND0hU1CdiKur7BYCfwvxDjoF+WqMeoeCi8C1CIvGtQxSU9ZbxuU5GPF/wbgfv4VPxcJmKVpWmSkAJKIFcQUBFZ664DFceRBFXVxQvXkwtjzGA3R9XuYbVX6iKt0RoNn2lEZ58sqRd7Y3LPlmhkhmckcntHyVjoEQ/B4l9vjPF+O03pcpXxJwx4ejSpK6JaJ7P5NnNC1JXsnzq2ByjWn0PEZfbmQUXgy/oWsTkrQ19tT29EdG1DcIk4snpc6vOWXrh3Nl0Xyhy1sbycbrdyjtL3xociXdGhGBwy3pGkHJBePt2JcpVBEVmZDtP0OzryjxfXSKRl8+luIi3X0Wksk3pypdFONfpPHXkIN3GKFyZOSbCkIvBM08rKqKYIpjtWV4Q2h1j36hvIp6nJFL7tbS/79EStvU77y5cBC0HjGZTY1yv02Sy2DzTqCXuLlQE030aYLVEPC+lCdosumm1ElACSuCmEVDRedNQ645uFwL2Uc3q1auBv0DcqnN/5gU3jJoTb75K1Ck4zEQ+7Y8lanAw3CQaOnPNJrTvP9i+ymnemk5nJZ/hLFkuVYQWdHWlK52dPnkcjHLyy0QtuwTi3ZlROCgR0HSNrrFQ0EHg2g9DgfdA0RIY8e5GdJVo6D6Z2t+wJM6+CdbMjjLPgvKrRCHzklDAbjwrqml1OPPDcZsg5NiWn3lLSFo+plwA/ljadDrLv0rEl+mpIwfAiGfD9gHov2SDiXTeLfvlAvBfOzyDuSEudaqd/VjPNCtjpNO9xyB0i/8Ijz/nhneH9siqi9YrASWQbwjkjRNR0Zk3rpMeZR4hcLOjmplh4dQ6I500PtM5WQRmRpHMlA3JmDIkGN/YvQTEF4vsRWY9Ty98Ku1onD7fKNPtjHZmdAycXmeUky8WWSLxcYkwtnuhjNMuFarWwPeH9zutu1pnTHA37NucbOvm+DUiikw+y3lcIo2Jk8NxZM8OfLU79eWbMz+cQHxEiPhSsHZuqvjjtDoH2yLT5HyJ6OieFCyJGGA+g0m/vT1ZuTooNHetSYQRmsvj0rWjWN29NhEfxkbjNxGkFK6lnqsOPsf5gwhTpo4vE9mPn1HeeqaT4vOuwq54uHSFjJqqXwkoASVwSwio6Lwl2HWn+ZXArYxqkqlPt0Amxvjt9dDJM7B9wzosmj4Zrf2DwE9grth31NRzw+c5U2QK/guZeu/QPwzt+4XiJ4lQ8vvrFJx8s71+c288XKw4HipWAv0nxODTjcl4Pz4WfK6T31znOHVlGp0pjT4aF4T37RuGD6TtllUJCBoXA0t8sp2jccr8OzvRa9Xzs5g0q8xF5vnpS6v8YjNvMLJJ49vrnErn9PpXu1OwYXEc6r/RHmWruFnNTcrnOOnbKBHQ+2Vqu9OoabCEKafXKTI3LZ0HCtM37Z7TrN2qHShK14kYLS3isnlgqBmvWhMv3CfRVRa4/y5RC8Bo53oRlrVe80OtVn5gBJTPd24T4Uox6hsxDaVkDPZpEzGVCd6PHmmiqq3DU8vPN25p/Nww4vmsTKEzb2/03ftIcfBZznK13LH1nWj8JOK15dvT7JtpXgkoASVwywmo6Lzll0APQAnkHIE23YLSDfZMNTf0GjEWoZNmXDG1zoYUoYEjxqCjCM6npG2zNu1FYJZAyfIVETwxBhSf9UR0UnCyPV8k6v72GPQbH4MX6nnQZcxedFJs0lhRVdp0GTYGfJHI8s379AirrrAKVd1A0en47CfFKM3qwJeI7MsvNvUS0VncGPNsR1H6Wq8wtB0ciRpST5+9URhSeHYePd28SPRsHQ88U8fd1qTu637oKEK0ZVAoKECtCvZrIUKTLxHVljaW34jOR1OXlaKvWNmKaDUwEnyZqKoIUvpofHmIYrNpz1CUet4NDfwC6DZCs4n4Okyeb14m4nOdrHi+sRcTYxSdz9mVjVM21pJJ7MO81/BpaNgjFHypSKr1RwkoASWQGwiYY1DRaTDoRgkogdxAoHWfMCyeEH7LDoWi0l5k2h/I/UWLSzTzsrC0r9O8ElACSkAJZE1ARWfWjLSFElACN4kAo509x8bcpL1duRsKTkY3r6wBXpCIJc1Z3XX5tLMSUAJK4DYhoKLzNrnQeppKQAkoASWgBJSAEriVBHKz6LyVXHTfSiDfEuBLRYtjJt+w80uYGYUDu1KMRXTxue79jO3W5ooxkmZH4dDuK9cdvaJhmsN+yaSAmmXTvOmT6J6+5o319N6rK80I9L26Dpm03rs2EXybPZMmWqUElIASyFMEVHTmqculB6sEcj8Brs3JheFv5JHWbOoNfokou/vgN9azauvl8NJQVu1vdP3ete/C/stEN3p/GY+vNUpACSiBnCGgojNnOOooSiDXEjh/7iwienVF8+dKI7SjD7g8knWwzPd+3dN8kSiytz/YlnVLY6LQrnZldH+lLpinjzZvXDh6Nq2Lns3qgnn6uEj8O+IPFN8IiWwyysk1OlnHz2POHBYM//qVzVeJuHQS/bT48eHo16KusXWLYukytmhCOILFH9KiHlbOijI+xw2jnL+cOmHc80aEYHpwN3R7sSxiQro+XBZaAAAQAElEQVRd8cnL7asTzVeJJvdoY1J2SpwUjpCXq5ivEfHLRPSlvJ+IMzImbaxfc/R+qRymSPSTSySx3t5OfnUA0wN8EVynHGIkusl1O636pKgIDGtSFVEdm5tlk+jnEkkzg3wRLb4xr9cH1+mkn+lHcdGY0rEFRjathvjQ7iI0z2JPWpRz7ZQIE+1kxHPJ4O4Ib1Ae83u3xY9HUj/7mTw1AsuHdMf45tVw+OP1HFJNCSgBJZBrCajovI5Lo12VQF4gMGvMCDxcrAQWbd0DfpXo2MHUBdgpMEf18geXTOIXiUqWr2QWiOc6nUtnRGHa+5swdkkSvty53YhRLgr/zaH9iFychMhFSeAC8ZuSEnD+97Ng2nd8DPyHjQEFJz9pSTZcAokLwsds2IM2fcPwnky900+RyaWRxq3YhAExC7FucZxZLmn3pmQckqn5YPENXbASp0UEsr2j/XLqOC7Ifun/RETl83U9MCF5F4tg2WTSNlwyiWtwBk1daFuL88Lv5xC5bje4VNL7c6JMS4rPizLmpqVxKFPZDRO3HjbLKH1ht8i8aSibFSIsn67tjjGbD6N2Kz/MG9RdvKk/f8gYw9bsAtfn5Dqd9CZFR+Cl1/wQMGcl2o6cZj6BSf9vP5ww+TYR09BnyUfgF4r4NaLKjb3waJmKaNwz1KQUnBVquSPso0Oo7t0Oy0SAsv+PRw8yQQ/zFaLqJq8bJaAElEBuJXBHbj0wPS4loARyhsDnn6agc/BgFHItglIiLJv7tjcDc+F3+vg1osUS2aSTPgrUSlWrY4xEPik0uV4n230pYvAVn/ZmHJYpPK31OZ8oXxE0az1PjkUrWNgVjaUP81ynkwJ018Zk7Baj7z2JZG5dlYgHixYXsbldLAUerf2kXMIsJO/xph+bZWlcn5PLHVFcckH3rDrUfyN13DJV3K6IjHK9zpQ1iXh3coQRn3VeT21rjUlhykhn7TT/UyI+h4vItOqtdTnpt3xdJi9A0bIV8fGyOGOMfFp1XLvzvkeLg+tsvtJzEA5uTR+xpIj9z48n8duPJ7B5XjR+PHoA/5Gy1f8Fbz/Tl/0t322W6ukqASWQRwio6MwjF0oPUwlcKwFGNDPrywXiLQsYPsY0HT47HvWbe4OfwvSrU0WinSlglDOrsUxnu82DEmG1KxohaZUfL1cJFUT00V7tHITK9TzACKn9V4sKiFC22meUlkv7qk9G9c78XBrJmZ8+RjmDY1eC+54zsDumyTQ6/ZZdlCiplXeW3pf2ZSJ7EThfps2XjQoxzfl1oj/OnzN5brjoO1OafR+WaX+k7e+J59xgme+E+WYanvVqSkAJKIG8QkBFZ165UtdynNpHCQiBp19ww4crEiSX+sPnOJl7uFhxMxVeSqKUFJ30zR0bDk6vTxkSDH6JiFHOF+q545vD+/FCfQ8zjc52tHF9/bEmPpbZDI3T698ePmDqKSgZ5UyNeFaSqfPj4LqctPdmTTZRTgrPj1ddPtY9Mt1uOufA5pcMpuodh147NxpnfjiOxh0CzFeJOO1u3+Z+iUqybD3H+atMkY96vb4tYsqoJevtbb9EL9+SKXQKzmN70r91v2fNu7amnyyfZ6bTbQ7JUJTeVchVcsATz1c3XxpKigwx0U3j1I0SUAJKII8QUNGZRy6UHqYSuFYCPt2CwOc6g15vhta1nsdPJ46boTiN3qF/KPgiUVhHH0SL0HzDPxD0s0H/NzwxtJMPfj55AvU8vY2dP3cOwW96IqS1p/Fb0+ts78w4bT6yiw9GdvVBn+Z10ah1exPtfLVLIPgC0mh/Hwxp42m61mrmDUY9T8v+glvUxdu+ntibQ6KTU+8zQ/xtLxKZHWawKSORU06tM8oZHxGCRiI+HZu2CArFkpEDzEtEE9s3h0f7AHAfju2scpXGLcEXifgSEQUov5VuTbFf/P0swptWw7SOLbAhNtp8BpP9SorA5ItE+9YmokXIaKwQoTm/d1vM7+2LOu0C2EQtjxDQw1QCSiCVgIrOVA66VQL5lsCT5Sth8cd7ETRiDBZJOmvtZrzpH2TO17NNe0xcmoQ3uwUh5v1NqC7RTFb0lGn2YbMXgilfJirkWsQ8yzlmcRL6T5iOfuOnm5eJOBVeqaobhsyMZzdj3iIoGc2kTUzahBkb98C372DwZaKWUsdG7DciPgmdho5B4LjpGBCT2p/+YQuTwBeJ+k9fCMvYx948OwWivEzN09dH2jGlNRN/UzHm7a1L5HS0HTwGfOYzettXtqqyld0QOGUh+CdgygLzDGcZ8fWPW2kinUwdn+lk22pNvDBo2QYjNvk8J8v0d41awMRmfJaThVYDI9E2YjoC565A58kL0H/JBhQtU5FVaBoQin5LPoLXwNEYtHqnLdJZzy8Arw4Yjecae6HCS+4IWrTBiM0ASZ8VHzv7yjT7E89VZ1ZNCSgBJZDrCajozPWXKD8foJ7bzSRA8elsfxSU1vS6fT39Dzk8k8l6+mjMZ9f4ApGztg8WLWFeGnKso58C1NF/PWUKzqvpn9lzn9Y4pUWgWvmsUk67O3tmk/3ofzRNhLJsmaOP0+tWnaZKQAkogbxGQEVnXrtierxKQAnkGwJcGqlomQr55nz0RPIoAT1sJXCTCKjovEmgdTdKQAkoAUcCmUU/HdtqWQkoASWQ1wmo6MzrV1CP/0YS0LFvEYHTp47j41WJTvfOt+BZsW11IrL7Rjrb3yjji0DW2Fy/c+uyOKuoqRJQAkpACdgRUNFpB0OzSkAJ5A4Cv5w8gW2rE644GH4W8/uvUpdg2rYqQURn6pv4VzS8SY7k2GhQaFq7K1a2InatSQSXUbJ8mioBJXC9BLR/fiGgojO/XEk9DyWQywgc2JWCxJlR2JKUYBZ95+ExgknbKoKRn8K0opas45qeyYtiwbU5L/x+lq50xraMbH5/+ICIzROmjuUPF8eZT1/aRxyPizBdPTsK+zYn29bPNB3SNmdOnQDX3/xM6jcuiQPLaVUmz09h7ng/0eTpZ9szP6Tuk2UKzVNHD0n9cZw8ciCdyHyplR/Wz039tCbbqikBJaAElEAqARWdqRx0qwTyJIHcetDzx4cjccZkPFS0OA6I+Jz5drA51C1JiQjz8cR3hw6AIjOqv7/xH5Q2kf4+uPD7OezemIw5ae1NZdqGdRSsFJ1M6V46MdyIyk9ExE4P7kaXEZoTu7cx+c82rcektLxxpG1S3k9AZLvmOLInxazdGennacah+BzTvrmIyRNGlE4J8AXFJiOX/DIRhe2nEslcMpJfF/qfEZsUoGdOXY64Vm3ihWN7d6TtSRMloASUgBKwCKjotEhoqgSUQI4R4HJHvcfHoLantzEu+G4NXruZN3z6hoFrdB7anSrOGPn06ROGFp0D0XHoGHi0bm81t6VcaL58FTfUbOZlW6OT63LS/MdMx1d7Usf6aHEc3hocCa7X2VZSDsDIJ1N7K16mAryCwuAbFgkuj8RoZopEN91ENLYMCgXtmdru+FR8T0tKixvYHevmRuONQZEoWroCuGQS1+hkaj828384idbSr6YElEC+I6AnlE0CKjqzCUqbKQElkH0CT5SriBnDgtHbsy7WxsdKBPPydPnj5VMXRbcfjZHLx8pVsrn4ZSJbIZPMY7IfVlPkMqVRYHJqnRFOGusunru8f7ahPVvXg0k6Y8Ty8y3rMaWnrzEKUavBq4GhOCoRTIpPPrtp+Z2lfCud0+7O6tSnBJSAErhdCajovF2vvJ63EriBBCb264bGPu0xMWkTvLoGpdvTQ0VLpCuz8KD4KDyZp313eD+TazIuAs8oZ69pC0Fze8Ub98v42RmM7Rjd7DllAWiNOwagTOXqputimVKv1qSliXxySt04M9hwOv6+R688zwyaq1sJKAElcFsQUNF5W1xmPUklcHMJcCr820P7zUtEMyXiefrUCdvLRM6OpEo9DyyaEI6PVyUYWzErylkz49uzMdn2IpFxOGzKyRQ8I51f7U7B9tWJSJgcjoKurg6tnBfdXvFCyppEMNpJi48YYBp+Kj5GPVtItPPN0EjEDepungFl5U6po8gMqVOORWMsM9ppCrpRAkpACdxiArll9yo6c8uV0ONQAvmIQJ/xMeZFoW8PH4Bv3zB0HhppptgrVnXDg8WK286Uz3CyUKWuB1r3CQNfKDotAjVgbAxqNvVmVTqrLO0u/n4Op08dR81m3njALoLZVKKSbMwoZ4M32hvBefyr/QiauhAFChdhlc3KVHaTCKabrezGaKhEJu8vWhydRk3DERGsn29ONs918nlNTs+/OSjSjMPp9Zc7BJilkp56yd34zsjxWINxyaSqjVtaRU2VgBJQAkogjYCKzjQQmigBJZBzBPhMZ5dhY4zgpNDky0OcQq9A0WknFF/tHGjbKYUnXyKiEC0v7Wo187LVWRk+w9l+SKR5kahmUy8RnZcFLF8ostrVkDq+RPRarzBwut3yW2lZiYbSgFSPm0Q4KThZoiDlS0Q+EtHkVDt9dV73My8bMU+r1sTLvETEZzubS/STwjRy82FWmXU63TtcPi/j1I0SUAJKQAlARafeBEpACSiBHCLAafUnJYqqU+s5BFSHUQJKIF8RyFB05quz1JNRAkpACdwEAhSb7u0DbsKedBdKQAkogbxHQEVn3rtmesRKQAncPgT0TJWAElAC+YaAis58cyn1RJSAElACSkAJKAElkHsJ5F3RmXuZ6pEpASWgBJSAElACSkAJOBBQ0ekARItKQAkoASWQfQLaUgkoASWQXQIqOrNLStspgRwksP3XvzHxyCVMOnqlTRafo0WJz96ij10CbYqkjjZVfMa+voSpaTZNUnubLmVHi/nmEmgzJHW0meKzt1nfXoKjzRafvc2RsmVzv7sEe4uVsqPFic/e5n3/JzKyd6SONl9Smx3/E/PFFjjYQik7Wrz4jJ34E/EOtkjK9rb45J+wbInk7W2plB1tmfiMnfoTyxxsuZTtLeHUX7AsUfLGfvgLiWLvptl7klq2QvL2tvLHv+BoSeKjrZLU0VaLz9hPf2G12Pt2tkby9rZWyrQPJLXZz3/hzF//y8G/CTqUElACtxMBFZ037GrrwErAOYEWxf4PjR75N+75P5d0dq+U7e2+u1zgaPeLz94ekLJlD97tAnt7SMqO9rD4jBVwwcNijxS4A5Y9Knl7KyplmxW8A0XFijlYcSk7WolCd4D2mKSO9rj47O2JwnfA0UqKLyMrJXXGXO9AKbEn7ay05O2tjJSNFbkDZdKsrKQZWbkid8LYPZKKlU+zCpI6WkXxGbv3TlRMs0qS2ttTUs7Inr7vTjjaM+KjPSupvT13/52w7HnJ0ypL6mhVxEerKqmxB+5EVbFqTuwF8dGqS+pobg/eiVT7l6T/Qo0HL9uLkg8scxdKynV0fnerVwkoASWQMYE7Mq7SGiWgBG4EgXoP/QvDKhZQUwZ59h4oKb9s3Ii/GzdkTB1UCSiBXENARWeuuRR6IEpAlVMVTgAAEABJREFUCSgBJaAElIASyL8EVHTm32ub1ZlpvRJQAkpACSgBJaAEbhoBFZ03DbXuSAkoASWgBJSAIwEtK4Hbh4CKztvnWuuZKgEloASUgBJQAkrglhFQ0XnL0OuOsyKg9UpACSgBJaAElED+IaCiM/9cSz0TJaAElIASUAI5TUDHUwI5RkBFZ46h1IGUgBJQAkpACSgBJaAEMiKgojMjMupXAlkR0HoloASUgBJQAkog2wRUdGYblTZUAkpACSgBJaAEchsBPZ68Q0BFZ965VnqkSkAJKAEloASUgBLIswRUdObZS6cHrgSyIqD1SkAJKAEloARyDwEVnbnnWuiRKAEloASUgBJQAvmNgJ6PjYCKThsKzSgBJaAElIASUAJKQAncKAIqOm8UWR1XCSiBrAhovRJQAkpACdxGBFR03kYXW09VCSgBJaAElIASUALpCdy8Up4UnX/++efNI5RDe+Ix//jDD/jf//6XQyPqMEpACSgBJaAElIASyDsEcp3ojJo0CaWfKHmFde7Q0VAdGR6Oqs89j2++/tqUc8Omb6/e5nhXvPee08Oh0Azo0QM13Wrg4sWLTtvQmdU4bGNvX3z+OaZGT7F32fITxo3HgQMHbOX8mCEvntfbQ4bi3LlzzF6z/fbrrwgfPvya+9+Mjryes2fNuhm7uup9WNfiqjvm8g7Xc3g5weRWX/NrOYe1a9Zg/brk60GnfZWAEsinBHKd6LQ4P/DAA2jW3NNmL1R/wVTRf9999+Huu+825bywmTE9Rv8RvoEXql9IMAoXLnzVe5gza7atzz333oveffvayprJGQL/+c9/sHzpspwZ7BaPktPnktPj3WI8tt03aNgQderVtZU1owSUgBKwCFyj6LS637i0TNmymBwdbbMu/v5mZ75vvYWVq1fhoYceMmVrc/bsWTBaZRn99nmWGQ2j77///S8uXbpk2v/xxx+swokTJ9JNfTMieezYMfz111+m/lo3n2zbhgnjx8PFxeVah8ixfjzvHBtMBspsvMzqGPmV7rYfx3JGfTPyFypUKEu+zvru//JL2zG4uLiA49gcaRln/VjleMz0ZWSOYziW7ftlVpeddjwumn3bq8k72z/Hozkb559//nHmtvl++eUX/Pjjj7ayfcbZvuzrmc9OG7azLLPjyawus/1Y557ZuVj7Z5rRfhz3kdF4ju04Ju1q/dZxs69lGY1h1VtpRufAMWlWOyu1H/f//u//QLPqMkvt+2XWTuuUgBLIHwRyrejkP8irk1bBsk937DDEQ/r1R9XnK2Pnzl2mzGhVtcpVUPmZZ42fddWrpUZFa9d6CTTTUDbt275l2hz//nskLk8weUYhe3brjjo1a8n06ghpBYwZHYnnnnoajRq6o8qzz2HxokXGf7UbPsMZ2LMnOnTogAIFC15t9xxr/9NPP6G/RPEGhQxAn6BemDZlqhHYfJTh1zNnbPtZsngxdqSkcqZzz+7deDcxkdl0FjpgoGE0MCQEXTt3xqGDB231jGrxnLmvoIAAHD161NQxnRcbi3fmzUNI//7CejgGh4ZibGQkwgYOQq/AQJw/fx6jI0aC4/p36WKbMk9YthyRo0aDj1bw2pgB7Tb0/f7773jv3XfBqXYa9/9aSy/wP8+J4ydgwrhxoI9tjh8/LuXx2L9/v0nXvP8+fvvtN8mPM6PyF43RI0ehX5++5ljCBg2yHQuPednSpQju1w/du/pj1cok08fZJnbOXJDBsCFDbI9BOB4L+y1aGI+F8xeAU5nBcn9z3/Q7s2NHjmL4sLfNsbL93j17TTMKAZ5j106d0aVjJ0yeOMn4HTfcF6dsLf/uXbvMOfCXNnIbPnSYuVf4S1dmY+789FMEdO8B3gu8p+zvAWtscoqdMwcfb90ixzveMM6MrdXPSnl/hg8fYVh/+cUXOHzoEBa8M9+qNimPmRleW14n3kvt27UDz5N+2putXjf32oDgYLCOx04/Lbv3K/99cTwX9rc3juuMya6dOzEqPAJj5B7u17sPLsh97oxNRvd5RtfcjOswLo+H9/iIt4eba8M8fZzybufbFkE9A8x9xr9r9DtaRueQ0b3g7L75cP16bNq40Qy9dcsW8LqQu88bb4LnzWuT3fvdDKIbJaAE8g2BXCs6j3z1FSheLJsZM+MK6PzPk0KkTJky+GB9MjwavWzajIgIN2l2NquTkvD5Z5+harVqeOqpp8B/+GdMn44WLV/Fvi+/QIdOnTB4UCjso2LZGffvv/9GDxGzpUuXQX+Z/s1On2tp89GH621Ci/8BW7Z50ybbcEPCwtCnbz+MHjsGEyZPwj333IPly5ahqaen+U/Aarjt44+xetVlEbV82XI0atTIqralO+U/0bYScY4cOxa08WNTxRr7MzocNWWK2Vf4yJEYOSIcfInqvxIR+2DtWtSvXx9jRAAG9e6NnZ/uRPuOHRExehR827aFb2sfKXcwY7b08gJFMHfapOkrCBk4AGEi3k6dPAkrOs062sULF4yIfrVlSwwd/raxuwsUwHC5D+6880507eaPfiI4uJ91az9AiRIl0KdfX1SqVMmkTV55BTIALsg4HG9KVDRqvFgD4yaMN8fi4+trzoN1Z345g6JFi2KsRK+nzYjBwgXzjbBlnb1t3rjJjMdo/fDwcPQI6GmqHY+FzkuX/gB/MRg/aaLZJ4UZ70nWORqnZEMHh5nziRw3FlGTJuEfudeSVq5EgQIFMXPObMyaO8cwcvZcHffF9ta4f/31t7k+WzZthpuc87ARw80533XXXchoTP5C+E7cPEyMmmyuM++pJ0uXtoa0pa1ef12uZ0fUeqm24XzvvfciM7a2jpI5ffo0fj3zK4YMG2rulwoVKuAfmaH4Q1hJte3n/IXzJs97gvfbqDGRmCO/3OzbuxfbP/nE1BUrVgwjIiLMNYueOjVVAP/6K67mft287eMrzsUMnrbJjElFuc8GhoViQOgg8+/MTvmF2RmbjO7zjK65s3F5OLzug4cOwcjI0fCUv+Pfyy/Z7yYkYp7cq9HTpqL5qy0wUe5ftrW3zM4ho3vB2X3D+/evP/8ys0kL5s8Hr0us/LLJvzeNGjcWf/bvd/vj07wSUAJ5n0CuFZ3lypfHjFmzbNY97T9te+ScKme5tIhOTseXTvuPr0CBAnRnyxjhWrPuAyxNWA6v17zB39LZ8cCX++HfuQs+lt/UOQW0Wf5Tpj+7tnTxEjBSSNHTRwTWJZnOZ9+lEk1kmlPWoKG7EVmW2LLSOnVTn6ni1GaxYsVRtFhR2y59fNuAooi8vj72NXh+FPDPPPss/v77HyOW2M+1cGEUlKlrW8e0zNNPP20bj0KCAoVVjEp38e/KrDFXV1fUrFULX6ZNY9d48UU89vjjtrpnnn0GDz74oClXrlwZPJ5HHn3UlNmWx8ZCQYkS/3DqFN5fvRrff/ddlo88MLpTrnw5UFSyfwERoPwlhlGWixcv0JWpsW09EcdWI45DccOoKZ8lfql2basKZPazRJJtjrTMBx98gLf82qWVLicZHYvHyx62RjVr1bRFiG3OtEzlqlXAe4rFf/3rX3j6mafxrTDh9fz11zNGUE0YN16u4Xl8/U32X7arW78eKEySP1hnHlW44447zD3ibExGryhcuH8eB+3f//43kywtM7b2nXlf8JeVd+LizMt3d8q52tc75l1cLj++wmPv3rMHPliz1jRzcblcx2d/X/Vqie3bt5tZlKu5X81gGWwyY8L7lxFB/huya+dO/Jn2b4HjUGzn7D7P6JqzvbNxq9dwA6PlnGkhN4prTnfzvqDxGCjqHfef2TlkdH85u2+scSk+7R+DeviRR2DtN7v3uzWWpkpACeQPArlWdPJlIXf5j9gyihJH5G41ash/7H4SnVyGhvXqI2badLxQvTrcPS7/B86ozv/Slin6W6JtjmN4t2qVTlhZ/6FTWPh374Y+/fthfvxCNG7S2LFrpuXCroXBY770xx848f1x/E+iNOzw66+/MTHRpYuZvMluGuXAhkLpX/+6M91ILi4usJjUb9gAGz76SARHAhgpbPJKEzAiySmwN1q3Ttcvo0KBggVMVeq+/mXy1ubf//4XGPVg2RKnzDsa/3O8487LtyPFgcWMb+ivW7cONWvWxHMiTh372pcpajhF+GbasfOY+ss0OaM9ns2b46GHH7Zv7jTv4nJZpFgN7hARZjGzfEx5nIzAMW9vvO7WvWT5s3sshQu74r///Nfqlml67tzv5llUsgseMACM4NLeHjECnbt0uaKvi4uL+cXCsaKw/IIxNWY6fvvPb2YKlvUZjcmoNeuvxVxcss+WkWn+QskpYQooF7iYqG529st7zdn1Yl+rjtfDXjizLrv3K9vaW2ZMNm7YIBHeKDxZ+knbbAyc/MnufW5d84zGfatdO7R643WMk5kItvnXnf/Cmz6tbfdGn379MCkq6oojyOwcMroXnN031sCsu++++zBr5kzwlwf+EvHkk09a1ba08FXc77ZOmlECSiBPErj8v3wePHwKgVKlSoJp6zY+YMRy8bKlYASAp1O8eHGZyrmEJYsWYf4774BLDNFvbwUK3G1fRBOZyqWDv/X/W6I3jHJxmu8zmYKnP7vWvEULLH/vXZvdLdE29u0qU70Uwh71G6CeTDveaOFZTKYWGTFkRJf7p61etUrE+QvMoqG7O9a8vwacwmN0qaZEJhnVOHHiOEo9Wcq0ye6GYn+hTKdZ7fmfzNYtWyUa+Izluqb06JEj4H+k9953nwimvzIcg9PjjOQMCguzteGzhuUrVkD9Bg1k+rmATQCzwT///QeMxjBvb7xv+Kyj5fteIon8j9tRoFj1ztIXRSCvXLEiXVVmx5KuYTYLJ0+exHfffotHJILUoGFDzIuNS9eT9ekcUmCkmZEvyZofawqaBZ4fp33Ly1T2wQMHkdGYNV96yTwTzfuY/WgZCTwXEYoX7aLLV8u2luyLf2f4TGKJx0rA/nhTJFrJfTszRrVfbtzoiioKzQ+T16OG/MJ6tfer47nYD54Zk5XvrcDA0FDzWAf3b/VzHC879zmvqXXNMxqX43PWYOTo0UhasRL8O81nVzmjwTraiRMnmKSzzM4ho3uBAzjeN/RZ9kJ1NxS4uwAYIOCUv+V3lvIe4i+MzurUpwSUQP4gkKdFJy8Bp4M5dT1p/AQEBQSah+cZFWEdnwMsLBGc0IGDsGnDRpSvUJ7uTO2Vpk3NdDWfseMLCHwxafrUqShZsmSm/a6q0sUFjLZwyssxGnZV42SzcdiQweBzqXy5gC/xfLZ3H7gKALtz/6VKlYK7e2p0mAL+sccfAzmw/mrMXSLT7M+XgiIk0hbYsyd6BgagQJrgvpqx7NtSKPHZxSlRUaCAprB0JhaHDh5sppXHjo60PedaUs7t4P4D5uUpjvHdd9+aX0A4vofHyxg2ZCiGDR7Cos2C+vRGwvIE8L55W+q5v4Fhobb67GT4qMaxo0fNSxvhw4ebl6CMmGpPd3gAAAlWSURBVMvgWLIzJu/lPbt2mxeJ+HJGxPAR4HOr7Nu4SROcP/87Anv0NPviNTguEXbW2VvdevVw+PAh85IUX0T666/UDy3wF41giYDxGelTp06idJnSyGjMR0Tkvunjg84dO5l9kd8R+cXAfj9W/omST+Cbr78B770tm7cgu2z5shePjy/gLIpfZAQwz5+PXXDNXr7AtP/L/dZu8Nfff4E+vnDG+45tKbbYgGKfzzXzJbXu/v7gL6j33X8/rvZ+dTwXjm1ZZkwaergjXK7V9KnTsFUYLJNfjPlineN4zu5z/juR0TXPaNyBwSGyv+Hmvn6lWVMULVYUTZs1A7nx+pIr/z20jt1KMzuHjO4FZ/eNNR7TgwcP4P/u+j/8+ONP+NXupUXWORpFMV8Ic/RrWQkogfxDINeJzsBevXD0228Qv2SxU8pTpk8z9W413MBnpMbIb/OcxuYLP3yhiG+aDw5NjXTVb9AAu/btxd4vPsfs2LlYvXat6fv4E0+Y/3i4n0DZn+OOGFXbsXsXdu7ZbV4mWrV2DZ597jnHZrYyXwDhWC1efdXmc8x8vv9Ls29GYSn01iSvw4Ytm0HhabXNzjhWW6ZPP/OM7QUVlu2NU6wVK1Y0ridKlgRfIOglYipi1ChQQPEYTKVsOnftggbuDSWX+tNdxKL9M42p3stbHuflEsyLHla5c9eumDBpkojNQMTItJrFrWy5cujarZvVzKRjxo0zqbWxL/P4+CIE63r37WNe6OoREGCuY9jgMDAKbR0Hn2Pl86N8uSdOIq0sW0bebNe23VvgtZ4fHw++BMVxm3o2wyARk2FDh4BRVL6oRD/7RIwaaV5i4UtgfGHmgQceYBU4lsmkbTgmo3dpRVvi4uIiY4chctxYs99BEn3lObG/47H4degAXkurM+9tilarbKWPPfYYOAXeL7i/eamKeft981gmTp4EXj9On1Z3q251taU8BtbxF5GxE8abF5K4rzr16oKRMY7BFz/Il51YdjZmnbp1MHdeHLp1744hbw8zy5ixvaPxlxDee4G9glC7Tm0zC5ERW/u+fNlr3MQJ6NazB/hCFwUZ63kPTY6OMvts37GD7d7797/+jXC5Zp26dDZTx2TK9jSK/aHDhoHLrvE5cUah6addzf3qeC7sb28ZMaHg433UWf6e8ZEB8mck0nE8Z/c5p6N5nZ1d84zG5ctUAUFBhkdDmcngMVJgz4mLNdeLXPlcN/2OltE5sJ2ze8HZfUOByv3xxaQ777gTnLY/c+YXTImeAq7owGvj7H6/8847se6jD7mrm2m6LyWgBG4igVwnOq/m3Ldt3WqmR+vL1KL3a97gb/X8h9x+DE79UJDY+7KbZzSEEZPstr+advwHlsd2NX2uty05ONsnhS+PxxqfL8u4uLhYxatOeQ34hvxVd8ykA6+Di4uLEel8/jOTpk6reO6soKBkahnX5nTGhPWMMjl7kYp12TWOXaRIkXTNMzqWdI0yKfAceI2cNSGbe++911lVOh/b8DrZO3ms5GzvYz6zMfl3xHEc9rE3FxcXs2KCvS87bF1cXMDjtO/HPK8J+zNvby4uLuAvB86Oh+dw/wP32ze35dk+u/eri8uV52IbKC3jjAmvF/m6uLiki/y7uKQfj/xdXK68zzO65hmNy/Nxcbny7zCPzcXlSn/aodsStiMXmyMtQ46O14TnxeNOa2JLVq1MndpnVPzVli0xKHQQuOyVrYFmlIASuO0I3JGXz7hrN394tmiO2LlzzYtEwX37oU7duiYKAv1zfQS0txJQAkrgOgi8IlP6fJaej1+EDx+OQQMHwq9D++sYUbsqASWQ1wnkadHJ38Y5VcVp8MPHjuLzA/vBKSROzeX1C6PHrwSUQPYJ8DGGjFpnVpdRH/VfPwEul8RHKbj2a+jgwWb9Vz7qcP0j314j6NkqgfxEIE+LTvsL4WwqyL5e80pACeRfApzizejsMqvLqI/6c5aAi4tLzg6ooykBJZAnCeQb0Zkn6etBXwcB7aoElIASUAJKQAnkJQIqOvPS1dJjVQJKQAkoASWQmwjosSiBqyCgovMqYGlTJaAElIASUAJKQAkogWsjoKLz2rhpLyWQFQGtVwJKQAkoASWgBOwIqOi0g6FZJaAElIASUAJKID8R0HPJTQRUdOamq6HHogSUgBJQAkpACSiBfEpARWc+vbB6WkogKwJarwSUgBJQAkrgZhJQ0Xkzaeu+lIASUAJKQAkoASVwmcBtlVPReVtdbj1ZJaAElIASUAJKQAncGgIqOm8Nd92rElACWRHQeiWgBJSAEshXBFR05qvLqSejBJSAElACSkAJKIGcI5CTI6nozEmaOpYSUAJKQAkoASWgBJSAUwIqOp1iUacSUAJKICsCWq8ElIASUAJXQ0BF59XQ0rZKQAkoASWgBJSAElAC10TghojOazoS7aQElIASUAJKQAkoASWQbwmo6My3l1ZPTAkogducgJ6+ElACSiBXEVDRmasuhx6MElACSkAJKAEloATyJ4HbU3Tmz2upZ6UElIASUAJKQAkogVxLQEVnrr00emBKQAkogfxNQM9OCSiB24uAis7b63rr2SoBJaAElIASUAJK4JYQUNF5S7BntVOtVwJKQAkoASWgBJRA/iKgojN/XU89GyWgBJSAEsgpAjqOElACOUpARWeO4tTBlIASUAJKQAkoASWgBJwRUNHpjIr6siKg9UpACSgBJaAElIASuCoCKjqvCpc2VgJKQAkoASWQWwjocSiBvEVARWfeul56tEpACSgBJaAElIASyJMEVHTmycumB50VAa1XAkpACSgBJaAEchcBFZ2563ro0SgBJaAElIASyC8E9DyUQDoCKjrT4dCCElACSkAJKAEloASUwI0goKLzRlDVMZVAVgS0XgkoASWgBJTAbUZARedtdsH1dJWAElACSkAJKIFUArq9uQRUdN5c3ro3JaAElIASUAJKQAnclgRUdN6Wl11PWglkRUDrlYASUAJKQAnkLAEVnTnLU0dTAkpACSgBJaAElEDOEMhno6jozGcXVE9HCSgBJaAElIASUAK5kYCKztx4VfSYlIASyIqA1isBJaAElEAeI6CiM49dMD1cJaAElIASUAJKQAnkDgJXdxQqOq+Ol7ZWAkpACSgBJaAElIASuAYCKjqvAZp2UQJKQAlkRUDrlYASUAJKID2B/wcAAP//QO+1oQAAAAZJREFUAwCiLDB2BnfnngAAAABJRU5ErkJggg==" id="120" name="Google Shape;120;p5"/>
          <p:cNvSpPr/>
          <p:nvPr/>
        </p:nvSpPr>
        <p:spPr>
          <a:xfrm>
            <a:off x="155575" y="84138"/>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data:image/png;base64,iVBORw0KGgoAAAANSUhEUgAAAp0AAAHbCAYAAACJPCHSAAAQAElEQVR4Aex9B3xVxdb9evp9T1piByFRQWkJIJ1goyihCAFJQDSAhF4TmgSE0IMQkJbQW4JApCUIoQcpIkqQKprQFU1AsLwnoYi+9//+e829J9xcEgJISdn8WGdm9uyZc846XO66e8p54P/0jzKgDCgDyoAyoAwoA8qAMnCXGXgA+kcZUAaUAWXgPjOgp1cGlAFlIPczoKIz9z9jvUNl4KYY2P7zf/CP2H8psgEHfBY39dDUSRlQBpSBHMRAthedOYhLvVRlIFcwcLqBK76r74pTdpz0dsUJO45LeqyeK4gjkia97goiUdJvX3PFYTu+ruuKQ3VdDA7UccF+O/bWdsFXduyRNKGWC4jdkn75qgt22bHzFRd8ZseOl12w3Y5tLxfC1pds+FTSLS8WAhEv6aaahbDRjg1ehbDejnWSrq1RCERcjYJYY8fq6gWxqpoNsZLGCFZWLQhiuaTLqhQEsVTSj+2IrlwAS+xYVKkAPrIjqmIBLBDMt2PuCwUwx45ZFQpgph0zJJ1WvgCICEmnlisAYkq5/JgsmOiZH88X0P+Wc8UHSW9CGVAGrmNA/3e7jhI1KAPKgDKgDDgxoEVlQBlQBv42Ayo6/zaF2oEyoAwoA8qAMqAMKAPKQFYMqOjMiqGs6rVeGVAGlAFlQBlQBpQBZSBLBlR0ZkmROigDyoAyoAxkdwb0+pQBZSD7M6CiM/s/I71CZUAZUAaUAWVAGVAGcjwDKjpz/CPM6ga0XhlQBpQBZUAZUAaUgfvPgIrO+/8M9AqUAWVAGVAGcjsDen/KgDIAFZ36j0AZUAbuCAOH9ybgG4FjZ+fPJGPbmhhH023lfzmbfFvtbqbRbz+l4KsNsTfjqj7KgDKgDCgDf4MBFZ1/gzxtekcY0E5yCQOHv9oNwvF2zp9JuSOic/7IYMdu72j+XyJo965X0XlHSdXOlAFlQBnIgAEVnRmQoiZlQBm48wxcSr2AddGRWDE7HN8fTUo7wWWxbxD7RsHpY9fslsPna2Pwy9kUrJ4bbpmwa20s1kj56P6ENNuX62Lxq/jtlnTbsiiTT6t0yqQcT8LGBREmwnnlYmq62m93bsGWyAjss0c/Tx1MwHcCy2lrVISVxfcH9xgc2hiL05LfE7MQX0v+j4sX0nw0owzkDAb0KpWBu8+Ais67z7GeQRlQBoSBsL7djNgs6OKCGcOD8bMMvVNwDnzHR/Ip4gF80MUfzsLzmdKeKFDIFWWqeBmfCd1b48COeDxd2gPLJofioORZ8eW6GEzu0VrEZjKSRVRO7cm8rV/WWzhxIAERvdqYIsXnJ+FjTJ6HNZLfHBmOR59yQ+LnW7A2Ygzyy7nXScr6f8lQ/LaoaTh7wiaOd6+MAgXmwU2rsHxoD5M/JPm14wfRXaEMKAPKgDLgwICKTgcyNKsMZMSA2u4MAz/LUHvxMh6o7eOHAZNmmk53xMXAs6oX3n0vBA3926NN/xDsFJuptB+eEXFZQIRqWfH7QSKhRK8JM1G5tjeadgrCmnnXIqAt+w5BY7G1DQnDC7Xq4evP4u29XEv2SCTUt/cQNOwQiDeDhqB6I9+0ys9XLkTABzNRVWxNAodgl5SLlvTAldRUIyi/k4jnI0WKIUkEKRv9JOKz7Cv1mEX9noNRq10gWo6ejh8k6mmMelAGlAFlQBlIY0BFZxoVmlEGlIE7zQCH1K0+e40aj8S9CejVuLYZYi/g4opLIuYS9yVgtEQ4QwWfOQlOq62VXpGheIpQq1xaop/Jx49YRbBsFSrW8sZxGX4PfKkUgl62gXVcOPRYUTdmDUpWrmHSKzIknq+gi4ly0sBo5yNF3ExU0/PVekiUYfckwRsiRr87sAdHRHgWr+RFV4NHnnI3ab5Crrh6Kf2QvanQgzKgDPwdBrRtLmBARWcueIh6C8pAdmCgoIsrvjuamO5SErbGo3gZTxGXtjmOAybNwrR1O0x5Q3QUCrq4SL0Hhs6JRoigzXtD8axENtN14lRgpNMy/SjD6I/LULhVPiYi08ofl2F0d+kr4ovjCN9lA+seE/8rInaZJyhCmXIY/Q8RixxCZ5nD5v8+lwJGOqtI5JPD7RxW95DI5r9/SsaBjbGwopz0VygDyoAyoAzcmAEVnTfmR2uVgezPQDa5wnrN/HD4qwTMGz/abJ0UtyQSCdviUbepn4hLV0wbFmwWEp0+mgQOtT8p0UYOtTP6yQhnkkQ854zIfJX6/h22eZxPSLv4pVHgIiLO6XypiW8aA+tkqN1aSMTU6w2/tDorU6OxL1ZNHYM962PNQqJPJG/VVW3YHJsXhOOUCNa4iDEoUckWBaXwPCsClyl9PSTy+b0MoavoJBsKZUAZUAZujgEVnTfHk3opA8pAFgww0jl1xVojMOMWL5BoZipC50ejRBkP03LkvCUm3R4Xg5Zdg1BbxGgBiY4OkwgnV7NzfqdvlyC86nO9UPR+pz1+PJaEyxdTMWDmElyRYfYv1sbipcZ+8OkUZPrloUWfEPx4PNEsJuK8zsdFoNLuiJKVvdC89xBwQdFvZ1PQYewMVHvDJlxbDQ5DsVIeZuV6sZIeeHfMjLSmjWVY/aWWAaZcuaEvGvYabPI8VGrQHA9LBJV54pV3ezFRKAPKQB5iQG81awZUdGbNkXooA8rATTJQuJg73uneG+9PmY23uwWlCU42Z11j//boMXI8qtf1psngWRGlXEjUbcR4VK1zzW4q7Ycqtb3RrHMQGOWkUG0q+fbDwlDvbZsItLuZOZ0tRXhSfJaqcm2+pVVvpRVq1YP/kDA06BCI5yt7pVtM9KoIy5YiPl+WlPMzrTac1+kY+aTwtOoqigh9xEF0vtou0KrSVBlQBpQBZcDOgIpOOxGaKAO5mYELqalISTlzn27x3pyWWyjdmzPpWZQBZUAZUAZuhwEVnbfDmrZRBnIYA6kXUrHqkzgs/Cgahw4dxtWrf+awO8j6chnhzNpLPZQBZUAZyKMMZIPbVtGZDR6CXoIycK8YSJWI587Pv8DceZHY8um2XB/9vFe86nmUAWVAGVAGsmZARWfWHOV6Dw67Ks4YAZZbefjll1+v+3d85MixdNHPv/766zqfnGLgVkmTerS+3cu9pXZboyJA3FIjdVYGlAFlQBmAik79R2CEB4deFXG5lgtGNzP7p25FP2/kk1lbtSsDyoAyoAwoAzfLwI1F5832on45noHmb/qgV8+uilzKAZ9vRv9I//nPf6Js2dJ4u1ULvFa3dkYuOJeSjPcC/NG2fi2DxTOmGr8lkvZq2QREq5cqIeitJrA2hx/S0R8hgr5v+aDtq5XNHp2XUm0bxPdqXNu8lYjpZbHNHB6MoCa10blOZcTOCTd98xD+Xjf0b1obw1r7IKybP6w/SyeFIvD1KhjUrA5mBHcH+2Ddr2dT8MG7PujvXQVTerbGlYu287HOQkSvNhjlVxeDGlTFjuVRxrxpQQROHkgweR5mBbVhYl57uTZiDEa9URUT3qqLdZI3FXLgm4kmv10X45pUw8ZpY8Ry/d+YYT0w078uoro2w9J+bXFVrodYJOV5bepivuDkF1uub6gWZUAZUAZyKQMqOnPpg9XbUgZuxMATTzyO11+vg3bvtka91+uC5cz8Z4SNxkuve2PR5s8wM2YtNq+OSXOlkBw6dRaWfXEQNet64+OZNkFKB+7bGTp/CWatt72BaM+2eJrxs4jD9ybNQtjSOHBvzssixsLX7sDUuB3mvetJ+xKwc63tHBPX7MCoJXEiLFNxROx8G9GBHVsQ9sl2jFu9HdyHc9kUm+jjm4XeHToeE+P3g28X4ubw5oT2A99QxP09h8Vsw3DBiQN77DUZJ9/u3AK+nWjY+n0YsHwbvjuYgP0bY40z31bUfd5q9Fm61bwOk+9gNxX2w9ebYkVkpqJ79DYEzF6Nhwq54PzJIzi+a4vkXdFp8Ta0nLgYiZtt/dmbZZpohTKgDCgDuYEBFZ254SnqPSgDN8GAY1STkU2PsmXw0EP/zLLlyPDZqFjdC4sksvnhkAE4fyYF1h++hahIMXdT9O/e27yRyBTk4NOmvdkovqCLK5q0bg9LdEqVefUl7V9tj0c1+96c3H+zquQpOl9t4gf//iH4XMTnvJHBoDBlu6MiPF9u4gv6styqbwjaDw1jFu6lygpsG9Hz9ZfOkU73Uh4S/UzFhHZNcfizLfAfMs60cz5Y7fjay5dbtkur7jV/Dao09DXlEpW9wD08iUeecpeoaKqxW4cXGviicfA4HBbxuX78IBGcSaaq1Mv18PPJJKwe3gM/HkpA/fcyvgbjrAdlQBlQBnIZAzlcdOayp6G3owzcJQaeeOKJm4pqZnT6CSI0Z44LBcVl94FDM3JJs12+mF58pVU4ZDyr2l4t6WC6LrtPxOjYrq0lwnkBr4gAfaa0TUxelqioNZzORsxzWJ15RjeZZgbWM8LZsGMQTuxPwKgWdcHoKOTPFYfrPnviiFggAvUC/iVRWVOQA6OejHBKFo4bwbPsjGMS0Yzu1wa//5SC8iJAn6lo26j+oUKMcm5FSRGfJ8Unsu1rzk21rAwoA8pArmVARWeufbR6Y8rANQYY0SSuWW4+t+vTeAwYMx713/TDoa8STMOLqbb5kltkqJ1D7DSuXhyJ8tVs4orlrVLHlFi7JBLlHOpoI6pLZHOvCEzmCYpNvpOdQ+kN3glA/Xfa44libmZo/cdjiShbxQscXqfYpP+ny6KwZt61eaC0ZYavP4vHktCBMG8jCgnDY0+5mddp0v+kfU7nmeO2iCRtz1XyQuLn1+ZcxowdmK5Mn8xw7kQSGNV8pV0gHi7ihh8kqkmcEKG5P3YhytX3RdORM0zzC+euRY6NISce9JqVAWVAGbgJBlR03gRJ6qIM5GUGfN9tj/fa+5tFRF9s3Yznynjg1BGbOOMQefsGtRDYsgnWiOjsFBySRtX5M8no0qi2WUhEYVq3qV9anZWp7eMH1r3/jg96+9SGR1UvvCq2qiJGN30chaH+PhjXrTXKip3zOctISoxs0xQTurcWARqPpp2CrO5umL5Qy1uil7bhdS4mcpPhdqL6G774an0sJrdvioVDeuBREaPs6BUZWv/XT8mI6NgU0wQcSreG11l/I5SWSCbnby7o0gwf928jwtMdFyTq+XTFGqDwXN6/LRZ3bYZKvu3gKqL0Rn1pnTKgDCgDuYUBFZ1390lq78pAjmfg3R69zQIiLiQaET4bM1auxQvVvcx9vfiaN5Z/cRDjFkRj/sbPUKKMp7Hz8Hb33pizYYdZSDRqXjQoUGkfPjeaiQHnZg6bE42hc5aAC4m6jBhv7BSZXET0/uwl+HD1DgROmIWOw211HYaFIWz1dvQcPxPDFsWZxUSlJQLab8YS05aHxh2D8IaAeUd0GjcDvaYvBhcT+Q8JM1WMeIZu3IduEYvx/vJtBqygyAyavwadpy4G53O2GWOLTL4WEAiCPkTAlEUoXqkGs2koUtLDLCLyn7QI3ZZsw9uSNgoedL3D9gAAEABJREFUZxYRtZ29Gs1GTkcbSWu2DUxroxllQBlQBnI7Ayo6c/sT1vtTBu4AA4VcXG/YiyUoM3K6UZ3lT/Fp5R3TzOz0uVEd6zMD53ZmVJeZneIzI/+bsWXWlnM7b6a9+twpBrQfZUAZyA4MqOjMDk9Br0EZyIEM1HvTD1y9ntGlc5i9hAzDZ1SnNmVAGVAGlIG8yYCKzrz53NPuWjPKwO0yUKSYu1nRnlF7DrPfTIQzo7ZqUwaUAWVAGcidDKjozJ3PVe9KGbivDHyzNwFLZ4UbLJN0uWDbmhhzTdslXTE7HCvt4AbxP59JNnV387BhfvgNux/waum0+i2REWl5zSgD94ABPYUykCcYUNGZJx6z3qQycG8Z+GbvbpxPSQa3UCLKVfNKW2REkVnQxQWeVb3wZDE3cMukSf273/UL3LDg5oXkKfsWSnf9ovQEyoAyoAzkIQZUdOahh50jb1UvOscyUNjN3YhOCk6iuMMcz+KlPeFZzQvcMqn/xFk4fSzJbATveLPcq3P/9nhs/jgS8QLuzblrbSzWzA3HLw6btv8obePmhWOtINlhn01uGr9tWRTWS4QzxcHOc5wQUblRROhny6PSNoin3cJzlW2r808dTEDizi34YkUUPpXo579+uran5r8lvz0qArtXLgTzhzbGWs01VQaUAWVAGciAARWdGZCiJmVAGbg3DFBIboiOxBNF3dJebWmdmaIzfEB3XL6YCu7ROaBZbbNJ/ONF3TGhW2vjRmH5YY/WoI2YFdwdtF25eAHj2vmAIvTxp9wxd9C1SCoF57xBPWybw0vfMwLbgP6mQ/vBGl4/dWAPFof0kPpUUzO9YzOTUmRG9mlj3kz0yFNuWNi3Db7etMrU6UEZyI0M6D0pA3eCARWdd4JF7UMZUAauY4BvJArp6I9hnWyw5nTScWSX1ni7Skl0rFMF3x9NMvt00u6MKrXr4c3OQfB+p70Rfh2Hh+HlJr7mLUWMcH6xLgYvNfY1eFFS7te5W2zH9ieAm8G3DQmDl9iDpl3bw3PHsoXw7T0ENd7wRYMOgShZuQYc30TkfA0vtWiH19sHGuQr5IKzJ5KwX6KaZV+ph0oNfcG0TrtA52ZaVgaUAWVAGXBiQEWnEyFaVAZujQH1zoyB15r5IXR+NLgxPOH4RqLhc5Zg6f4TaPROgJnTWTCTfUCfkWF49v9MaQ88XcqD2TRclmgmhefTdh9WuIsf7SbCKdFT2ojHHPKMau6QYfdpvdqAUc7fZKj+Nxkqp19GyF/o2h6lj0rU9A+Jjn4nEVCPV7zT3B8We1pBM8qAMqAMKAMZMqCiM0Na1KgMKAP3goF33wsxcztnjgjO8nQFXFyu83laROZRiWpaFcnHklBARKK7CFQOs1t2Cksrz5RRzl7TFqNHxGLUeisAbiXTC1r63AglJDqa9Hl8mssfIoDTCppRBpSBe8+AnjFHMKCiM0c8prt7kb16doWbW7G7exLtPc8x8M1Xu9NtmcRtkzIiofuI8Ujam2AinhnV38j2UmM/HNwRb3Dos3gQNcXGYfavpbxySigS1sVi7qBuad3UFpG5Y/lCHN65BV9tiMUn4WPwqEMkNM3xBhkPGVo/uHEVjny+BQdlqH3T9DE38NYqZUAZUAaUATKgopMsKJSB3MvAfbmz8tVqonz1mhmemyvWuVWSVVlAhtb7TZp13er1slW9QFh+rzTxs7Kg2HyiqDseF7H43owl+PF4EjjU3lfytHFIfNDCOLDvX39KRpuQ8WjUIdC0r1CrHvxDxoEr2n+ToXVGO+k/YecxU89DvfY23+ckosmoJm1E5UbN8ehTbqB/+ymL8NOJJLNyvWaLAFYrlAFlQBlQBm7AgIrOG5CjVcqAMnB7DHBvzre7BYFoJelbdrC3Ok398GQxd2bTwD07a/lcE5WsoOAkmCdedhCdLzfxNYKTdg6x+3QKQhMBh9VpIyg+3+gYBMJNhtsbSZ52omRlLzQUEcqFRI+JiKTNEWmis5IXnhNYdVUa+poV698dTMC2qAiziIgLiRjxfLZSDctNU2VAGVAGnBjQIhlQ0UkWFMqAMqAM3AIDlUV8Fhcxyn06N077wIjPWrqC/RYYVFdlQBnIiwyo6MyLT13vWRnIRgzk1Et5sUU7vB06AwEyzO7l1y6n3oZetzKgDCgD94wBFZ33jOobn8i/VSs8/2xxg0rlK6Br585ITEy8cSOpjVmxUo76VxlQBpQBZUAZUAaUgdtm4J40VNF5T2i+uZNEL1uKk6e/x2df7ELNmi/Cp9EbSE5OvmHjmJUrblivlcqAMqAMKAPKgDKgDGQHBlR0Zoen4HQNrq6uaN+xA3xb+MGKZMZv2gxGQx2joKxL/DbR2BkVTdi92+TpQ1/anLo2/TVp2Ai1XnoZo0eOSqueOnkKLDvzrGB7Rx+ej2DdgP79zbnY5sKFC6Yv5gnHNpHzF1zXL/3Z/kbXyXMolIFswYBehDKgDCgDysAdYUBF5x2h8e50Ur9+Axli/xYUaaNHjkTI8OE4+M1heHqWA0WoX8sW8Czniehly+Du7o6unTqjd9++xsdb2tLH+crYz6x5c7F24wYkJX5rIqkUqzErViB6+TJjZ57iMlXEJH2sPhh1JViOXRkDvxYtMX7SRCR8udv0xX7ZR/ymTUbcst/I+fPT+k3Y/aWx87p4T7wXXm+o3Bv7VCgDyoAyoAwoA8pA7mXg74jO3MtKNrkzCjMKP0Y+OeTOy2LkMFHEIsGyBfpQxLlIlJQ+u0XgUeRZ9VZKkRosUUoKv1lz5xqxultEo3eDBmAfhF/LlmB7q01mqV9LEb2enti8eRPad+ho+mJ7Ck/WsV/3p93B6yF4bYmJifB6saYRqox2sm+KZqaK7MHA5BNXMeXkVUx1QLjkLUScugpimqQWpkt++ndXMcOOmZJamPX9Vcy2Y46kFuZKfu7pqyDmSUrMl5RY8MNVRDogSvI2/ImFP17DR5K3sCj5Tyx2wBLJW4hO+RMWPpa8haVn/gSxTFJiuaTECklXnP0TxEpJLcSc/QsWYn/6C6vs+ETS1Q5Yc+4vxNmxVlIL6yS//vxfsLBB8sRGSYlNP/+F3/76v+zxD0GvQhlQBpSBO8yAis47TOid7M4ItJovmkgnh62nTp5suud8T4pRU7AfKFCdfexV6RIKPEYoN4tQrFzhBRMxpQPFIlOCUVP2x3xmcHNzS6tKSU4212gZ2N7Ku0kEtqaITKJDx46gGGU9I62M2I4eMdIMv1v+mt4/BooXfADDPfLh4X/+A4844NGH/gELj0newuOSfyLfP2DhSckXtpD/HyiS/wGDpyS1ULTAAyjmADfJW3CX8z9txzOSWni20AOwUFzyFkpIvoTLAyCe/L/L+PXIgTT88cNRlHR9wKCUpBZKuz4IC2UefhBlHeAheY9HHgThKWk5B5SXvMGjD6KCHS9IaqHiYw+ikqCyHVUktVD18QdRzQHVJU/UkNTriQdhw/+g5hP/gxcFQSUfAp/Fzf9LUE9lQBlQBnIGAyo6s+lzouDkMDfFWlKibRX7bIlMcq6ncxSSQ97OPrQ53xptXTt3NsKPfXHOKM9DEcghccufgpTClpHJ5B+TLbMI1E1peUYwrQKH8h2viRFMRjbZb9K3EtmsWRNeAkY+GWHl0D1T3gvFZ1JSUjrRavWr6b1loLgIwBEe+ZET0c/9L7yR+m0aWvz3VI68D4t7Pot7+/T1bMqAMqAM3H0GcrXovPv03dkzMOrHBUBcYNOtU2cMHT7ciDUPGcJm5JF1XADEs3IBEVMKQ/oydfRJkiH4hN0JdEkDRSAjmoyIUhhSEDLySLg+7Ar2T1GaIkKTNk85L/15TrahaE3rzCFDX/bF9gTztBHsl23ZL0U0hSaH1znXk9fAunr1vc3QvkOXmlUGlAFlQBlQBpSBXMaAis5s8kA57M2oH1POzeQcToo2Xh6FH8tcSEQfRinpwzrmh44YbuZTOvqwH26/RB9HTJg40SzsaS9D3eyLQpT19Gf/XNhDO89JO/NcIETwnL379qHZLF4yGTnQl35sTzBPm1QZPy426t23L3h9tPOczPMaOP+T90BfhTKgDORKBvSmlAFlQBkwDKjoNDTkjIMVeXS+Wg5dU8zRnpkP6yzQl35W2UppI6yyldJGoWiVM0vpRzjX00ZkZOe1ONu1rAwoA8qAMqAMKAO5jwEVnffzmeq5lQFlQBlQBpQBZUAZyCMMqOjMIw9ab1MZUAaUAWUgYwbUqgwoA/eGARWd94ZnPYsyoAwoA8qAMqAMKAN5mgEVnXn68Wd181qvDCgDyoAyoAwoA8rAnWFAReed4VF7UQaUAWVAGVAG7g4D2qsykEsYUNGZSx6k3oYyoAwoA8qAMqAMKAPZmYFsJTr37NmLadNnK5SDm/03cF/8+O80O3+o9dqUAWVAGVAGlIHsyEC2Ep0WQc3f9IFCOciO/wasf6OaKgPKgDKgDFgMaKoM3BwD2VJ0urkVg0I5yI7/Bm7uY6VeyoAyoAwoA8qAMuDMQLYUnc4XqWVlIKcyoNetDCgDyoAyoAwoAzYGVHTaeNCjMqAMKAPKgDKgDOROBvSusgkDKjqzyYPQy1AGlAFlQBlQBpQBZSA3M6CiMzc/Xb03ZSArBrReGVAGlAFlQBm4Rwyo6LxHROtplAFlQBlQBpQBZUAZyIiBvGJT0ZlXnrTepzKgDCgDyoAyoAwoA/eRgTwrOl/cfgFEzW0XkBm8pM4ZNcR2HbZeQA1B9RugmtQ5o6rY0uHTC6hqRxVJnVFZbJmhktSlw5YLqOSEilJ2xgtiywwVpM4g/gIqZILyYndGObFdh80XUM4JnlK24Xd4br4GD8k7o6zY0rDpd5QVlMkApcXmjFJiywwlpc5g4+8oKYg6/ed9/Djqqa9nQC3KgDKgDCgDuYWBPCs6d//2X9Qv/L/o+/xDBn0kJXpL6owgsRGBzz0EC71KPASip6TO6CE2orukFroVfwhEV0nT8OxD6CroYkdnSZ3RSWxER0k7PvMQiA6SEu0lNXj6IbS3I0BSot3T/0RmaCt1bd3/CUe0kTLR2u2fyAz+bv+Ld5zwdrH/RStnFBWb4C1By0zQQuwW/CRP+Epq8NT/orkdbxb5XxDNJLXQVPKO8JFyEyc0lrKBPOM37GgkqcGT/4uGdjSQ1MJj//wHvr/839zy2db7UAaUAWVAGVAG7gwDd6iXPCs6yV85lwdQ87H/uQ5ej/4PMkMNqXNGdbFliEf+B9UeeTBDVBV7Rqgi9nR4+EFUEVS+ASpJ3Y1QUeoNXB9ERTtekDQzVJC6TOHyICoIymeAcmLLDJ5Sdx0KPQhPB3hI3hllxWahjOQzQmmxly74IDJCKbE7o6TYShZ8AI54XsqP/u8/+M9CoQwoA8qAMqAMKAN3gYE8LTrvAp/apTKgDOQtBvRulQFlQBlQBm6SARWdN0mUuikDyoAyoAwoA8qAMqAM3D4Dd0903v41af9VgiIAABAASURBVEtlQBlQBpQBZUAZUAaUgVzGgIrOXPZA9XaUAWVAGXBkQPPKgDKgDGQXBlR0ZpcnodehDCgDyoAyoAwoA8pALmYgD4vOXPxU9daUAWVAGVAGlAFlQBnIZgyo6MxmD+TvXs4Px5Ku6+JHsV1OvXCdXQ3KgDKgDNx3BvQClAFlIM8woKIzlz3qpZNGX3dHSyeH4sfj14vR6xzVoAwoA8qAMqAMKAPKwF1iQEXnXSL2DnR717r49WxKhn1nZr9yMX2UNEUFbIb8qVEZUAaUAWVAGVAGMmdARWfm3OTKmlFtfbBwVDCGNK+DtfPCzT1SbH7wrg8WjQ7GgPpVEDMl1Ng3zA/HCN86CGvXFItDB+LwZ1swqkVdrJo6Bu83rIrfMhGvprEelAFlQBnIFQzoTSgDysCdYkBF551iMgf0c3R/grnKfjOXIGTRGiTbI5brRHxWrOWNPjOWYMLm/fhaxKVVl7+QC0bEbEebkDBsXx6Fhh0C0WvaYvgPCUPKCR2yN4TqQRlQBpQBZUAZUAayZEBFZ5YU5TyHzBYNlaniZW5m8Ju2KGfLPiGm/OvZZBz6LB5TerTG1J6tweH0lGM2QflCbW/jw0OdtwIQGz4G89/vgSupF1Cycg2aFcqAMqAMKAPKgDKgDGTJgIrOLCnKeQ5cre541b+euTaHc9iiOHQfP9NUh8jQ+a/2IfIXG/uhcacgvNExCH69Q1DKLlCNo/1QoVY9DF+5DRVerYcdEvWMHjPIXqOJMqAMKAPKwH1iQE+rDOQYBlR05phHdXMX+nhRd8QvjUxz5pD65YsX8HQpD3yxLhYfdm+Np0t7gFHOx55yM35sc0yG3ik03aVu/XzbXE9T6XAY6VcXXERU4w1fNBRx6lClWWVAGVAGlAFlQBlQBm7IgIrOG9KT8yrf6ReC/IVcEfh6FXTyKoWlk0LRflgYCri44qXGvni8mDtC2/pgzLs+eJHlom5o2XcI+Gdo8zoY+25T1GkVgMfETpsjOo2bgY3zI8xioj3rY8H5nY712S6vF6QMKAPKgDKgDCgD2YYBFZ3Z5lHcmQuhuOw4fDwiPt2PeQnHMXxxHCo7zMtsPzQMITLEPuSjODSR4XSelSK1a9hMjF61HaNit6OuiE7aG0k0k2CecCvlYRYRDZMh9o5jZ4Bl2hXKgDKgDCgDykBmDKhdGbAYUNFpMaGpMqAMKAPKgDKgDCgDysBdY0BF512jVjtWBrJiQOuVAWVAGVAGlIG8w4CKzrzzrPVOlQFlQBlQBpQBZcCZAS3fMwZUdN4zqvVEyoAyoAwoA8qAMqAM5F0GVHTm3Wevd64MZMVArq8fPXIU/Fu1SoeYFSvNfTvbB/TvjwsXLpi6u3VITEwEr+lG/T//bPHrqm+m3XWNsqEht9xHNqRWL0kZyBYMqOjMFo9BL0IZUAbuBwNJid+id9++iF62LA1+LVuYS0nYnZBmCxk+3NgoPE3mLh1SRdTymm61e1dXV3h6et5qs2znf7v3n+1uRC9IGbijDOSezlR05p5nqXeiDCgDd4kBCrr69RuAosj5FIxMTp08xURLKUoZKbWipIkSuaQ/I6Sso71r586w7Kyz2tK+edNmmgzYhja2Ydvk5GRjz+hAX6vPeOmDbYjI+Quuc6cf+yPoQ3/rGmizGtBunZ8pz8E6tmG/TAn60W71Sz5oZxvaWEc42q02tFvnpr/j/bNOoQwoA7mLgTwtOlt9dRnFN18wKCEp8Zykz8dfAFFSUqKUpETpLRdQ1g6PTy+A8JS03NYLIMpLSlSQlHhh2wVU3JZqUHl7KogqkhJVJa22IxVEdUmJGp+lwsuOmpISL+5MBfGypK98ngriVUmJWpIStXeloo4ddSUlXvviIiy8Lnmi3pcXQdSXtMHuiyAaSko0kpR4I+EiGtvRRFKDPRfRROCz5xKafmVDM0mJ5nsvwdcOP0mJFvsugWgp6Vt2tNp/CY54W8rvHLgEwv/AZRBtJCXaHryMd+0IOHQZRAdJO9rR6evLIDpLSnSVtNvhyyC6S0r0kJTo+c1lBNoRJCnR+9vL6PPtFYN+khL9E69g88//yV2f7jxwN3fiFleuWAEKHwuO4i5h924QFFlTJ0+GX4uW150ySaKliYJZc+ea4Xf6jZ84Ed4iUiPnzzf+o0eONCkjqi2kj26dOpsy+03Y/SXo36FjR8Rv2mTsPHQTcVqz5osm2urpWQ7BMrxPe0agGOZ1sI7CkZFZ9snzO94P6+kbuzIGLVq2BP26delirpvXlvRtohHEbMN+rCgwI6mWUEyQCDDvl/2znn70t/p1d3c398Nrt+6T3CYn/whyxPskH2xDgc575nWwr4Qvv+QlKpQBZSCXMpBnRef/+T4KhY2DiLPLkex1RfmQfxMjPPLn0o+63tbtMLD7y90YPWIkQkeNwvhJE2ENvTv3RSFFYUZx6PViTVB4eTeojxR7dJKCrb2ISrajnWmCCNr4zZvM8D79vWrWNHnWEQki7jzLeRrRyzRRBCHtWYG+FL4UkJ99sctci3MbNzc38HyeMiTPvHVf3g0aiPDdbNpEL18G3hOFIe+DIhH2PxSI1jXzvnh/rPLw8ED7jh1Me6Zsz3YU1hShSfbIr/vT7oab3SK42Revgxg6wjaNgX0plAFlIMcwcNMXmmdF500zpI7KgDKQqxlgxK933z4i+GygmLJumPa1GzfAt4UfgvtlvpDIQ8Sb1cbd/WmTdZeIn8nIITU11QgxyZq/FF3MJP+YDDcHP4o0Y7eLVYpeC+1FtFLAsf5GYDSRAo/Cs1L5CiZy6exvnZ925in4mLfAoXRGKRld5Tkdr5E+jvfGMv2Zuj7syiQNLFOw0pAo0WDrXrwkgksb6+jDvEIZUAZyPwMqOnP/M9Y7VAaUgb/JwAQZLmcXHA5n6gxLLDrbYTcwAmhFAynQGMWkkGNkMUGiqXY37JboJ/MUdS4uLvCWaCmFb3uJHlK00c76zMC+OXRNf4pltrfOm1mbjOxsw4gth9x5fvZLWL4J9utkmVFMS7QyGmv5MWXZSyK4LmahU7k0Yc+hdtq86zcAhSj7IejPVKEMKAO5kwEVnbnzuepdKQPKwE0yMFqGz7nwxQKHkzNqyuH18ClTMowcZuTvaOvdty8YeeTcRv+3WiGgg20ImsPaFIldO3cGzx+zYkVas6HDh4PRRqsNo5dplZlkKH4ZPWR/nGtJQctzZOKeqZmCk225+KfWSy8jRSKy1pxRNuraqTPYP+su/H4B9KedoM2q82tpmwNr3T/76yr3yqF/ClWKYs475b3TTo7Yh0IZUAZyJwP3S3TmTjb1rpQBZSBHMcAFLJxHSFFkwRJQ0cuWprsXiqS4DevNPEfHCvZhlf1atkg379Oqo7jiHMmaL9Y0c0OHDh9mmrBPzrvknFD6Ms+Ulexr1ry5sNowekn7ydPfM0kHDu9b7aKXLcNQEaycNsD+nKOjjr7sxGrHPM9JsA0jpfUl0srrJhz9Dn5z2CxE4vXRj2KX7TmflOfkuWkf6nSf7I/3yjr68zzsy+KebR3PQx+FMqAM5B4GVHTmnmepd6IMKAO3yABFH4d/HUEhxG5oY+oI+lv1lp02K886wio717FPRxv9KNgsO/OO9cxbdfTNDM7teA1sl5F/el+k29+T7Qi2ox/7YJl5XgvtFljnbGMdfVnHdixbsOyss2xWShv7og9Ty66pMqAM5C4GVHTmruepd6MMKAPKwF1lINopAmydzDmCatk1VQaUAWXAYkBFp8WEU6pFZUAZUAaUgesZYFTyeivMtAONUmbEjNqUAWXAYkBFp8WEpsqAMqAM5BAGuNiJC4xu93Izen/7jfr6O+e6Ub83UacuyoAykIsYUNGZix6m3ooyoAzcGgNcMe24/c+ttb4z3rd6DdzOiCu+nedM3pmrudYL9/i0StwWycprqgwoA8rA7TKgovN2mbvf7fT8yoAy8LcY4Kbn3AqIe0NyT0l2lpiYaN4AxJTljMB2FKpERvW0sY6gL8sWaCOs87He+RosX6a8DvozZZn+mzdvgkc5z3TbFLGOYL/0oT9T2pg69kGbM1hPsB3rmHJDe9pY5upypoTVn1Vn2RztvA7aCfZFX6YsK5QBZSDvMqCiM+8+e71zZSBPM8D9LCmOuOk6U+4hybcOcbNyphltBE8b99mkz4L588EopTOJHIrm3p+bN21Gk4aN0vb15N6V3IfSslOIOV+DY1+R8xeYtyDxXNb10N8Rjv7MJ4lo5jktf0ZFWeY5Q0eONHtr0s8RrF8g98LzcF9QikPuo0kf2pj6t3qbiXlFJv1pZxvr/jncTzttvEdyxAa081roz755PbTnJui9KAPKwM0zoKLz5rlST2VAGchFDHBBDF8ByT0lOVQdtWABuO9k7759zF6aFE/Ot8toHvespA/fUsQopbNPYuK38G7QANyjcva8uUi9cMEIT262Hm320ByGCZMmms3ina/BsS+e3/l66O9V80XYUNPRPS3Pe+E+mDx/5IL54HUyz3PzGngPljPzvNbZc+eatwX5tWxphKVfyxbGhfdpMvYD+xs6fLjxZRv2R5HKau5vShvPQxHPvlnHqCz74b3QTl+FMqAM5E0GVHTmwed+9eqfmDZ9dhpIwapP4tLKp05dv/k0fW4N6q0M5BwGGHXkqyop2HjVXIXN4WXmHcEN2iMlAsmoHqN5SUlJjtUm37tvXxFum8A38zDCyNddUnimpKSAC3gIRg45rG8aZHCgYOOelY7XQzfamd4Ibk+7p1Un7E5Aty5d0s7La2Ck1HJg/0TXzp3N9Tq+EcnycUzZn3eD+mkmbgbPe6PB07McEwOKeZ6HfDHl/FDOQ6UwNQ56UAaUgTzJgIrOPPjYH3ronyhbtnSGd873PT/3XPEM69SoDORWBigMHQVkZuKOYtPT0xOMdhIZ8UERxkgj6/mOcb7mkn4UtXybEHHg8NcmAkl7RqAQpEC0IoNMKYJpz8jf0ebpIP7c3NzAtyjxnET0sqXgfpqWP4e7KQYplPk2IL+WttdWWvXOKftLkiF8y578Y7KVzTDldc+SKCr5cHV9GBTqGTqq8e4xoD0rA9mIARWd2ehh3MtL8ShbJsPTeWQiRjN0VqMykAsYuPD7BVDMedX0kiHvKeaOGM1k2RQcDq6urmY/SgovztFkFYUVUwscFue8Tvq6uz9t/Cn0KGQ5x5H+FKJcEGS14TVYeSvl+XkdLDNlmflbgbcM8/N6eM6E3bvRtVPndM1pd33Y1dh4bRSgiYnfmjJ/gPKaTcF+oChdMH8+2I6ClSnvzV59XcL+eK/u7u6GY0ZAr3NSgzKgDOQZBlR05plHnf5G3dyKgV8q6a1AWY+MxaizXy4o6y0oA2jfoSM4T5ECihE5Rib9W7USUfU7WHamiPMZV65cAQqvmjVfRECHDnAWZuMnTpT2F9BNhqzZnm0oQBn5pNCk3V3EKO2sd7wGli3w/Nb1MGWZde5n6eboAAAQAElEQVR2Ace8M1xEFLPesg8dPgyMfPKcvGZeA6+FUU/6+LVsAe/6DcBFRpx/OXT4cBGHT7MKjH4G9+9v5qNagrd33z5p/ZEHqz+ekzAN5eAh0VZei9UfOSVP5Eaq9a8yoAzkUQZUdObRB8/brlSxApM0lChRHK4uLmllzSgDuZ0B7wb1Eb1sGZhSjHHRDctMWXa+f/pxsQzB+YpDjajzTOdG8UU7+2Fq9eMpw/JsRzvFm2Vnn7QxdeyI9bwO1jFlmfUUigTzzuA5nOt4LvbBc7PeuQ3vg/W8VrZlSh/Lzjasp43IqD+2I1hPsA+24zVb/rSRG9YrlIFrDGguLzGgojMvPW2ney3rNMTu4VR2cteiMqAMKAPKgDKgDCgDt82Ais7bpi7nN3RcUMShdl1AlL2eqV6NMqAMKAPKgDKQmxjIs6JzRNIVKK5gQ6HyWO9SDp8Xq6l8yL+J7T//Jzd9vvVelAFlQBlQBv4eA9r6DjKQZ0XnyKQ/sDz5L2z8KXNskDpnrBfbdTj7F9YL1t0Aa6XOGXFiS4czfyHOjjWSOmO12DLDJ1KXDil/4RMnrJKyM+JTH0JysReQgCcQK/WOiJGygfAUkwlWit0ZK8R2HX78CyucsFzKNvyJ5T9ewzLJO2Op2NLww59YKvg4A0SLzRlLxJYZFkudwek/EX7iKrb/8tcd/HhpV8qAMqAMKAPKgDJgMZBnRScJGFH2ISyrXtBgqaTEx5JGVysIRyyRMrG4akEssuOjKgVBLJQ0ygmRUiYWVC6I+ZULGMyrVADEXEmJOZLOqVgAxGxJiVmSznTCjBcKgJgm6bQKBUBESEqES0pMLV8AFqZInphcPj8sTJK8Qbn8mCT4UDDBMz8cMV7KRJhHfozLBGM98uGDsjaMkZQILZMPo+0YJalB6XwYJRgpGGHHcEkdMUzKw0rlAzFUUmKIpAYl82GwHYOezwdioKTBdgyQ1BH9pdzvuXxwRF8pE31K5ENvO4IkJQKL50Ov4g8Z9JSU6CFp9Uce5D8Lxc0yoH7KgDKgDCgDysAtMJCnRect8KSuyoAyoAwoA8qAMqAMZDsGctIFqejMSU9Lr1UZUAaUAWVAGVAGlIEcyoCKzhz64PSylQFlICsGtF4ZUAaUAWUgOzGgojM7PQ29FmVAGVAGlAFlQBlQBnITAw73oqLTgQzNKgPKgDKgDCgDyoAyoAzcHQZUdN4dXrVXZUAZUAayYkDrlQFlQBnIUwyo6MxTj1tvVhlQBpQBZUAZUAaUgfvDQPYUnfeHi9s+6/sd/a9rO2/8aHx3NPE6+50w/HAsCWO7Xn/OO9F3Zn3ETg3NrOqe2f+4eAGnD+65Z+fTEykDyoAyoAwoA8rAnWNARecd4PKbvQnX9fLd0SRcSk29zn4nDAVcXHBahOed6Otm+3Ar5XmzrnfN79yJIzh96Hqu79oJtWNlII8zoLevDCgDysCdZEBF551kM4O+LqVeQPjQYAzr5I+wvt3wvYhRutE+fXgwRnT2xwxJLfuOuBisnB2O0V38sXd7vBGXoZIfI1g1J5xNcVnEbIN32pu84+HjSaGYPzIY47v548COePwownTagO6Y0L01lkrdZbkW+v96NgWzBnbHpB6tsWJKKLYui0Ly8SSDlVKmD5GwLhYE8ynHbVHbPetjsXFBBKb1aoPDO7cgRdpFvt8DMwPbYE34GFyRaCT9mY+PjMCcoDZY8cFA7NsQizm92xicPZFEFzByGTNuIOb3bouYcYPwk91+YGMstkdFYGlIDyzs2xZHPt9i/OOnj8HXUsf0959SsHJYDyzp1xbrwgbhqv28xlEPyoAyoAwoA8qAMpDtGFDReVuP5OYbJWyLl4jnBYyaF40adb2xbNZU0zhqQqhJB0yaBc+qXviwXzdT/vlMihGbfl1749nSHpg1Ihi1fPzQd+IsJO3bjX0iRJ8Re/MuQcbf8fDDsUQjNJt17o1nSnuCgrOM9N1z/EzjFjfPJlpnBneDeykPtBs6Ho8XdcfKKSIWRZBeEVBEGmc5/PZTMgjJGkHK9DcRe4c/i0fDjoFwK+mByME9ULJyDQSMncFqIzyZOSMC8owI0paDw0SIpmKLCNCW74eh3Cv1jAClz7ppY5ig9ZjpKFGpBqKH9DDlf8s5Doq4rBMQiEoNmmO1iEpWePccghca+oLpZwsj8EgRN/iNmo58hVzw+UcRdFEoA8qAMqAMKAPKQDZlQEXnXX4whYu5g8Pva5dEolw1LwycPMuccXtcLGrU8QYjnPQp4OKKn88km7raPr5GiD4pbZ8VgflZXAwoNgfPjkZVaWOcMjl4vxMACs1fziajgIuLiE8P/Cjij7aj+xMkSnrBtGzSKUgEpxteaxWAUiIajfEmD7XfChCh6ZUmSIuJgKXAfK6yF04e2JPWy6st2+HRp9zA+qqNfE2+KH1FkNJp/8ZV8HjFG2dl2PzRp9xFPLqCgpN1lURcPiWitqKkFJW0OeIR6ffYri0gXmkXiNd7DHGs1rwyoAzkBQb0HpUBZSBHMfBAjrraHHSxp44koqCLC8qL0AydHw3O8ezfyscMs1u38b0MfyfuS8C3guoSBbXsz5a5Nn/y3f4hJtK5VyKc3epWNuLT8ssofUIil5b9sgzDH5W+CQ61V67tDQ6tFyjkarmYNL8IXpO5ycNjRd3SeZ4UoUlQeFYTcWlVUoRa+cxSDrV/dzABhMer9dLcKDitwiMiSK28lb4qQrOeRD5/OLgHU5pVxy6NdFrUaKoMKAPKgDKgDGRLBlR03oHHUlhE2O6t8Wk9MbLJQgkRj3ES4TwvEczAUeMxa/0OJO6zRQKflDbFJYrZsmsQiO8zWen+0cRQIzo5vN5chtT37bh2Hp4jE4DC8lcZpm7aOQgEBecvZ1PwtJyTKcUn23IOZrKIX+aJyzLEzpT4OotzPSZi8F9yjlffaof6HQJR/Q1fUHiy7c2Aw+NFJZr5WkAgiLMSkbXa5XMSxpbdmru5U4bXizzvgSYDx+GdSYtweFOs5aKpMqAMKAPKgDKgDGRDBnKd6ExJOYOly1Yi6chRXL365z2hvHPwUMwdPxpj+nTFlKEDMKZ3V3QSG09evlpNs5Bo2axws5Coep16NCNgQAi4kGjF7HCM7OwPDrFzON1UOhwKShSSC4kWi/jc9HEUXm3i51CbeZbisl6rdhjZxgdr5oabxUSVa9nO7SNCdMy7Plg4eiDGtG2KAhKRZU+lqngxwdSerQ04f9MYMjkw4skhdC4i2rwgwiwmqibCMxP368yNA4cgZuxAbI2KMIuJHhUhzmHz6xztBg6zH9q4Cl+LwCwiYnVJvzag+FwXNhAVGvjavTRRBpQBZSC7MKDXoQwoA44M5DrRyZv75Zdf8emn27HwoyXY8uk2sEz73ULN17wxdkE0mrbpgNebtcDUFWsltYnDEmU8sOTzA2aYvZdEO605nVxUNGFpnJm72e69oWj3Xoi5PM7nZATUFOTQVobXu44Yb+ZyTlqzAx5VbcJQqq77+06/oSaSaVW83S8EHYaNN3M8hy+OQ6Xa3qbqxca+GPJRHJj2nbEEFWvZ7KzsI+U3OgbBr08IBi6Mg9cbtvvw6227vhoyfO5WyoOuBm8GDcHbg8PwfOUa6B6xGOXtQ+RNRVAaBzlUlTaEZFFMxKKPvc7zlXroNX8NSlTywmvtA9Go1xC6oHJDXzxVsqzJ89Cg52AmoNBsO3kRGOEs/XI9dJizGs9KW6YvvxtofPSgDCgDyoAyoAwoA9mTgQey52Xdmav6888/ceTIMRP5vNvRT0YqK1TzAsG88x2UkzpnOyObtBcXYWr501bAJf2cS9puJDattlzV7tyWEc8yEsF8XKKIlh9TlktnYM8vw9qMeHJ1+2PShqC/JTRZpg9tFrhQ6PnKXmahkKPNyj/6lFtaHYfNOaTuWFeiUg0RnjUsExjtpJ9leEqEqpWn8CRYps8zFWvgIblmlhXKgDKgDCgDyoAykH0ZyHGic9WqNZg2fXamWPVJXIZsM9rpGP3M0CmPGms29oN76WvRyzxKg962MqAMKAN5jQG9X2XgnjKQ40Qn2XFxcUGN6lUzRNmypemSIdiuUsUKqFGjWob1edXIqKdz9DKvcqH3rQwoA8qAMqAMKAN3h4EcKTpdXQoZ4Ujx6AyPsmWuY6pEieJ4o1EDtHvX37RzFdF6nVMeMHDF+hfrbKu8uWr9S8mvmxeO3ZKy7u9SsHeDre+/20+2aK8XoQwoA8qAMqAMKAN3lIEcKTpvhgFGNRkNfVeEZuM3GuC554rfTLNc7XM59QJ+PJZo7vHgji34cl0MHi/qjh+PJ4Ii1FTc4mFIw6ppLW5lu6S0RppRBpQBZUAZUAYyYUDNuYuBXCc6XVxdcnRUk5vFEz+fsb2diP/cTh9LMm8SStqXAII2CxSSR8ROWDYr5RuICPrQxmH0lxr7gVHNY/sTzEp3Lhp6UWysow9xXOoIZyF64kACiN/OptANfGXmH5dScVLsNFRr5MvEgPt3nhK7oxCl7Y+LF3DqYIIB88ZZD8qAMqAMKAPKgDKQ6xnIdaKTQ+c5Naq58MNQbIiOxN5t8RjdpXXaazEn9e+GMV1bY//2eMwdGYyp73Uz/zB/OZuM/k1r4/O1MYhfGonhrX2MOKXI5P6c8R9HYdfaWAx6s44Rmj8eT8KyyaGSTza4nJpq0hVi4wbxFJlj3/XB9mVRSFgfixG+dYyw5MlG+NUR+0IRnXswvn1TY6foZN3JA3uYYHX4GJN+u3MLJovPyYN7sDZiDOLs9n0y/B72Vl0w/TQyAovt71o3jfRwiwyouzKgDCgDyoAykLMYyHWiM2fRn/5qGeGsVscb774Xgm4jx+Nne0TxF0n7fjgTrfuHgHt1/iCRz19EcG6OjkKDd9qj0/DxCJwwC9wyiZHNAzviJYrpiV4TZqLDsDDzRiK+CtM6G7dKIl5s7Aumlp3RT/fSnugcNhNtQsLQqGMQGPFkZNPrDV90GjcDDTsEos5bAUZ01hAb2/JtREwtbI4MR6vBYfBuH4i2H8zArpULwSgn6/lqzJbvh6Hz1MXgKzBpUygDyoAyoAwoAzmSAb3oW2JARect0XV3nblB/MrZ4QhsUhtJexNgbRL/RFE3PFHMPe3kVWp7Y59EPX84lmjScd38ESY4IsPiP4gg5VA79+a0GtR7OwAvNfG1ipmmjHZyf07LoU6rABDcm/Oxou6YN6gHRrWoiz0SBb3R24rOnjiC5yrXMN1wVfxzlWqI6LRNFyjqsOemY94460EZUAaUAWVAGVAGci0DKjqz2aONWLsD702chcR9u/GRDLfz8i6nXmCSBkY5ny3tiQIurnjVxxeDZkVjoMESvCzikgLVWjDERj+KEP1ChtmZzwrJMgRv+XD4PGFdLDjcvn1ZpEQ+AzFs5TZUeNX2Ok3LzznNV9AF/5LorGW3opws841ETBW5ngG9QWVAGVAGlAFlIB0DKjrT0XF/iZId/AAAEABJREFUCzOGB2OvRDCfLOYGikq+iYhXdPliKhZPDAWjmDvXxoCLicpW9UIVGYrfGRcLilAirFtr/HomBWWreOHAji2g2PxFxF/kqGB2kyU41P71Z/FpQ+qLR9va5Rdxa1DI1UQ5EzbE4jcZ3rc65FxQK8+0nIjS+MgIsyKe8zdpe66S7fWd+VxcWFQoA8qAMqAMKAPKwF1nIHudQEVnNnoeJsIpw+of9u8GCs9G/gHm6jyq1ACH2BdPHG0E5+DZ0cb+ShM/NBCfeSODMV/wTr8QlBExSrzdbwiWTg4FBWe9t9uDw+sFRDQ+bX/z0OMyXF5AxCQ74tuI8kueK9nbhoRh/fxwLAoNhldjP4EvXqhVD6Uqe2HJmIFmLqdv0BBw2Jxt67cPRNT7PcDhdrdSHjShqdQXk/xHg3uAi4rajpkB/nn0Kbe0diwXFR+mCmVAGVAGlAFlQBnI/Qyo6MxGz7h4GQ+ziGjYnGg08m9vhs+ty2soZYrNLsPHmwVDlp3C0xpe51xPy165tjcGzFxiQMFJOwVnq74hzIKLiKz5my37hMDKv1DLG72nLzHgfE46U2ByUVHgtMVo3nsIuICIKesadAhE94jFeEwEJcUmbfTnIqKu4Yvx7gczQAFKe9VGvnCcx9m41xCaFcrAfWFAT6oMKAPKgDJwbxlQ0Xlv+b6tsz1bxvO22mkjZUAZUAaUgfvPwPaf/4N/xP5LoRzcsX8DdT5Lvf//sG/jCjIQnbfRiza5qwy07W+LTt7Vk2jnyoAyoAwoA3eNgZqPPYjTDVzxfX0bvpOUOCUpcdLbFSfsOC4pcayeK4gjkhJJr7uCSJSU+PY1VxDfSEoclpT4uq4riEN1XUAcqOOC/Xbsk5TYW9sFxFeSEntquYBIkJTYLSnx5asuIHZJSnz+iguInZISn0lK7HjZBdvt2CYpsfWlQnDEp1ImtrxYCMRmSYlNNQuB2CgpsUFSYr1XIRDrJCXWSrq2RiEQcTUKglhTvSCI1ZISq6oVBBErKREjKbGyakEQKyQllktKLKtSEI5YKuWPKxcEEV25AIjFkhKLKhUA8ZGkRFTFAiAWSErMl5SY90IBEHMlJWZLSsyqUAAz7ZghKTG9fAEQEZIS4ZISU8sVADGlXH4QkyQlJnrmR49nH7pr/07vdscqOu82w9q/MqAMKAO3w4C2UQaUAWUglzGgojOXPVC9HWVAGVAGlAFlQBlQBrIjAzlRdGZHHvWalAFlQBlQBpQBZUAZUAZuwICKzhuQo1XKgDKgDCgDmTGgdmVAGVAGbo2BPC06v039f9j923+uQ8K//oPMsEfqnPGV2DLEv/+Dvf/+b4bYJ/aMsF/s6fD7f7FfcOAGOCh1N8IhqTe48F8csuNrSTPDYanLFKn/xWHBNxngW7FlhkSpuw4X/4tEByRJ3hlHxGbhqOQzwjGxH7v0X2SE42J3xgmxnbj0/+CIk1L+11//d2ufHvW+bwxcSE3FqlVr0rDz8y/SXcvvFy6k1dFvz5696eq1oAwoA8qAMnDvGcizopMrCTef/wuTT141mCIpMVVSZ4SLjYg4dRUWpn13FcR0SZ0xQ2zETEktzPr+KojZkqbh9FXMFsyxY66kzpgnNmK+pPN/uApigaREpKQGP15FpB1RkhILf/wTmWGR1C1K/hOOWCxlYknKn8gM0Sl/4WMnLD3zF5Y546zYBMsFKzLBSrFbiJE8ESupwU9/YZUdn5z7C8RqSS2skbwj4qS81gnrpGwgz3i9HRskNfj5L2y0Y5OkFn778/9QvMCD9/5TqGe8ZQZcXVxwIfUiUs6cNfjll1/T9fHXX38Zu1Xv4qpvwkpHkBaUAWVAGbgPDORZ0fllHVcQu+u6IjMkSJ0z9ojtOrzmij2Cr26AvVLnjH1iS4fXXbHPjv2SOuOA2DLDQalLh3quOOiEQ1J2xgaPi+hy9GMsevI0vpZ6RxyWsoG3Kw5ngm/E7oxvxXYd6rviWyckStmGh5FY/xqSJO+MI2JLQ4OHcURwNAMcE5szjostM5yQOoOGD+OEIODZf96Hj6Ge8nYYqFSxwk01++c//wmPsmVuyledchUDejPKgDKQzRjIs6Izmz2H+3Y5SUeOmnMfPHTYpHpQBnIKA2VvUkh6eKjgzCnPVK/z5hjYsjoG584kp3M+vDcB3wjSGXNYoceLpcwV/3o2Bcf3J5j8rR6uXLxgmvDVzCcP3F4fpgM93BUGVHTeFVqzeaf2y7t69U8cOXLMlFJTU5GScsbk9aAM5AQGHnronyhbtnSWl1rxJiOiWXakDspANmGAovN8Skq6q/nmq904LEhnzKEFCkcKz1u9/JTjSYh8v4dp9kfqBVB4moIesg0DKjqzzaO49xdyxB7ltM5sRT2tsqbKQHZnIKthc7diRcH5n9n9PvT68iYDd+uuz0sUdOuaGCRsi8clEV/WeWjfLvY9Yrdsjil9Tx9NAvFZXAx+ln6s+svSz77t8di5Nga/nL0WZf3hWBKO7EvA/h3xxpV51u8yfilgu11rY/Gj+BkH+4HlL9fF4lgGEc3Hi7qhVBUvUHwy4umI3yQKyi6YHv5sCw7v3ALmaTshkU22ofh8VPp4vrIXzQaMeu5cEYUzIkyNQQ7M/+unFOzbEItE6UdMGf796UQSDmyMxfcH9+APeySVjiwnxCzEOalnOSP8cGgP9ooP04zq85pNRWdee+IO9+s8pM6oJ6OfDi6aVQayNQNubsXg4pL5IqGyOrSerZ+fXtzdYaDPW01AgZmwNR5j+3QzJ2F5eKfW+E5E5VciOge87ZNOkNLptAjDQf4+WDhxNBJlqP79d3yM8KRwHNO1NSg6f5D2H0iewpJtxnb1x5KJofhcRCbL47u3xrT3uoswTcHINj6CpvhVROqCUcE4YBemkaMHYtnkUGP/dGkUti6LYtM0JMt17F4XI4I1FcdFSBJffxaPiF5tTJkic3xAU5M/IaJ1WmAb05Zi88rFVJwREUhBuXd9rLGvCR+DNRFjRDCmYvnYgfhcxCcr1ootvENTnBX/OMmvkDraHbF/Yyyih/TAv0WcJn0ej1XjBpnq7VER2LEwQvq8gOVDe+C0CFJT4XBY0q8t9sREGZ9Pp48BxadDdZ7MqujMk48dZiidQ+rOt+8c/XSuvzdlPYsycPMMZLagSBcQ3TyH6pl7GKC45N281tQPQaPH47Vmfixi+axwNG4dgPYDQtBz1HgUL+OB70VAmkqHw7OlPTBsTjS6jRwPj2peRjzulQhngUIu6DJiPFr3D0HV2t5YNSfctKLIe3/2EgRNmGXKPHQYPh7NOgfhGenr5Sa+aCr5em+3T4t2PiFRyPdmLkGTTkF4sbEvMop2sh9GPN/oGASC56nxhi+8BL/+lIxO42bAt/cQNBfkl2uj4GT9Y0+5oXojXzY3uCKRyZ0rFqJb+GJ4tw9E08AhiF8QYep4aCJl4t0PZoBRT9qc0WHqYtQNCDRgdJP1jH4Wr1QDtdsF4q3RM5BProF2C4yIln65HlqMmoFXxKeaXzv8fu5ahNjyy2upis689sTt95vZULpz9NPurokykG0ZKJvJgiJdQJRtH5le2F1g4KIMf7PbwsXc8U733hjS0R9937oWzaQY3b4mFsM7+Rtw6JxgG0cUcBg5KF7a01T9LEPaHtVqmjwPVep44xf70DuFYQEXV5rTQLFpFcpU9TLZJ4q5mZSHp0t5gNHOwW/Wwdp54RLRvEBzpoiZEorkY4loExJmfNyl/fH9ezC+XVNMkIjnrxKFpLg0lU4HRjyLlSyL/IVs1/icDLn/cSk1zetREcAsFC3pweQ60P7lyihMalUXH4f0hNW2johQCtAwn2rgEPtD9v6tDvJJ+WERwCuH9cBM/7omynn+xBGrOs+mKjrz4KPnEDqH0jO6dUY/dUFRRsyoLbsykNmCIl1AlF2fmF7XnWDgnF30WX1x5XqJMp5mWN2rrjfmbvgMb3cPQtziKHwrQ+X0q9PUFyPnRRu07Nob5ap50XxTOH00Mc3vBxGAVuFJu2izylmlv4qApeB8SSKcH3yy3UQ7b9Rm97pYcE5n7xlL0txipowx8z0Dpy/GgKg1eFzEXVqlU4Zik8PxljmzaKZV75wukaH1R55yR79l2/BO6PS06j9kGL/d5EXoOne1scWF2YbdTUEOnOe5RYbUX303EN2jt4GRTjHn+b8qOvPoP4Hmb/rAAil49ZWX0souupE2KbkRtC6bMeC8oEgXEGWzB6SXc0cZqCdD5nPDRmP31nhwq6Q1iyNxLiUZFap7gYuBGOX8TkQio5488ZPF3FBXhtsZ6eSQOkXohH62uZ6szwq1ZIicC4SS9iWAczl3xsXiFR+/rJrdsL6ARAK/FEHJSGeyw+Iex0YUm4vHDIRXYz+JdCYZ8clhdMuHYnLV1DFIkQgi8xSYjHg6+hSTqOhjIozjIyPM8Hn8gnBUbdjc6uKm0nyFXPDdwT1p8zk5tL7dPqeTHbCeUU3mLTDSSWF6VaKqhzfF4vOFEbh66YJVnWdTFZ158NEzMsQFGBZIwRNPPA6rrKt9yYgiJzHAf7uOC4p0AVFOenp6rbfKAEVn39AJ2LJmJaJnTjV7doavWIuCMsxdQqKdnYKHSoQz0qBjcAgKy5A7RSfndEZOGI11SyIxYNIsPCl2x3MzalnbQUxyTifnX9Jv8JxobIyOxJwRwWjgH4BXm9hEp7P45FxOq8+XRCw+XtTdFJlyqJ3D8e2HhiFOhtV/lIjpW31D8FqrAOMz48vjJn1M2pSuYovCvtEx0EQ1uZiIq9MpUP36DDF+G+ZHgIKy49gZJnUTgUmsDh+DR6WP5yvXMH7dIhbjSuoFLPtgoLH7BNnaV23ki0climmc5FC1oa8c0/9tPWaGEZxcvV72lXp4c+BYUFC+OWiccVwtEU5GQuv3HGzK1oEitJ7YuJDo/Ikk+I2agVIv17Oq82yqojPPPnq9cWUgdzFgLSjSBUS567nq3WTMQM3XvBEyZTbGzo9GZxGZFJaWJ4fXg0ZPMAuJmLfsFJ4cXg+ePAsZDa1TXDqKTs+qXmnClAuM+k6chcGzo9MEJ/t9xS4+mSccRScXEVG00s60jF1IVqrtjR7jZ4KCk+KSC4roY4HClFsmEVxEZKFRxyBwIVF+iZJyEREXE9V+KwAVXq2HkpVtIvXtwWHoISLzMRlyf95uo39TEZrWYiKWeS6b6Lw215Rl2h3BOZ2+IjCJyiJKiUekb4KLiDjEXsOvnRGiju2Yf6GBr1lI9HrPIShc0gMvy1A77XkZKjrz8tPXe8+1DDjfWO/A3mja2CdXY+jgwdi8fi3WfhKbq+5z9MhRzo9Ty8qAMqAM5EgGVHTmyMemF60M3BoD3506hcJFCuPt1q0VOYgDPrOkxG9v7WGrtzKgDGQXBvQ6nBhQ0elEiBaVgdzKQOEiRVC+QgVFDuKAzyy3/nvU+1IGlIG8x4CKzrz3zPWOlYH7z4BegTKgDBWnMwkAABAASURBVNwTBppXKgm/yiXNtkkt7KnziUd29sfK2eHO5nTlfdvjsTMuxtg+6OoPvonIFP7mgSvYidvppvfLpbHRYaP3m+ljYK3S4Er2m/G9HZ8/Ll7AnpiFt9M0T7RR0ZknHrPepDKgDCgDykBeZuDJYm54q2sQCkt6OzxMea87uEk8277q4/e3t0xiP8TC0QPx69lkZu8J6rUPxPOVbKva78YJz504gmO7ttyNru9Kn/e6UxWd95pxPZ8yoAwoA8qAMnAbDHBD+EEd/M3+nGzOtwy939FW/nR1DPq81QTNKj5v3kbEfTrpY+Fyaiq+2bsblyS9lHoB04cHI6BWZXC/zktis/w2REdi0Ds+8K9aEhP7d8PpY0n4zB7hZKRz59oY/HA0yYBtfpD68Pe6oX2Nkgjr5g/u50n7LvFbMGogpg3ojk5epUx6Wc7LOgvLJ4eaLCOdxK9nUzBrYHe8510FU3q0BrdHogP33pwr9oH1qyCsnQ++/iyeZgPuyTmqRV0QVtTzqw2xWPrBQES+3wNDG1ZFlKTsA/Ln1IEE/PZTiuSAuPAxCHurLsI7NsXaiDEGrJjXuw32b4xlFmdPJGFB77bg3pyMYm6YNgZT3q6LWZ2a4ZDdxzjaD/HTx4AbwzOlaefCCPCNRMSujyJoytNQ0ZmnH7/evDKgDGTMgFqVgezHQJFi7mZPzi2rV5qL2yJC85u9CXjK/WlMHRZsopjvT54FCs55422CzjjK4ZIIvsR9e0R0XsC6JVHYEReLxq3bSw2MsGTm5zPJ+GjiGDAq2m/iTCRJ3zGzp0rZndXgtkdPFHUX/0T8cMz2hqKpIjiT9iXgnb5DcFnEa8SAbmYD+V9EQH6xzibcWkndwc+24OCO9BHAp+2v2eQWScSKKaH4TaKebYeG4bIMU0/t2Rr8EzNlDLhPZ51WAcjv4op5IiJ/k/5ZR3vDDoHg/pyb7EPtrNu7YRWrUV/qvv18Cz5fYRvyPnVwj9kkfp8I010rF+K5yjXg+Yo3mD8jApONvjtk82H+j4up+F7KVyQ9sHEVdsd8hDoBgSgu0dLV498HX4VJPwvePYegSEkPMP1B2nFj+A5zVoNg/ptNNk4s/7yWqujMa09c71cZUAaUAWUgxzJQr5kfdm/bYsQjo5tedeuheOmymLI8DuWr1UTCts1Z3tu3EvH0rFoDLWW4nZvEWw2eLOaOoXOWoFodb+zdFm/Ml0WselT1Mnm+f93K08CoJqOTzbsEof477dFx+HgYcbbd1pY+vSbMhPfbAcwaMWoy9sOLjW2bsXOvTuJrEabcQzNZoqdPl/I0ffGtRAnrY/FCLW9wn842Q8aj9ZAwEZ8uppdSlb1Q4w1f1H6rnSmflEimycjh7SHj8OpbAchX0OYrprS/fCc7Cy3fDwOH3IuWLMviDfH9wQQ8UqQY/i2RUm4QT+fThxKYZIjT4l/65Xrge9mJCg18cf5kUoa+ecV4y6IzrxCj96kMKAPKgDKgDGQ3Big6eU1zwkbjvET76jVtAQ6zD5Zh97jFkeatRHwzEX1uFnwTEX0Z6ZzYr5tZVFRAIooE7VnhGXvEkpFQ+l6WqCDTWwHFq6P/Y0XdwLcR8e1E+Qu5gGB9fhcX8/YhilOWGeFkmhEsH74K07n+D4mkZiRGnf04vG7ZKDatPNPa7Xrh2Yo2Qc5yRqDYtOwPF3HD7yJYrXJeTPOs6Nz+83+gsHFw/J+F8eWFB6B8/AffX/5/ee7/Ae7h+c3hw2B6t27+TvffvEnjtEt1zKcZM8jw/i5dupRBzY1Nt9vuxr1eX8vzXG/N1KIVeZQBDrHXlOjmp2tiUViEGd9MdPirBBmOTkXH4KFo2qa9iYJyOD0zigpLRPP7o0lmRfv2NTFpC4S+kgglBWP3kePBNxNxiNzqo4AIv19k+P0XGf62bM+U9jDZzR9HynB7ElbPta2Ar1zb29hv9mAJTr5F6IqIwZqN/STKeQHblkWZLigsGQXlsPl2sUX0aiPD8Cmm7nYPRUt54I9Lqdi1IgqnJCJ59sSRtK6KPl8WSTvjQWH6nUPklEPqf4igLl7JS4bXvbBj4TTjk9bQKcNXYTouKjq+awueyUKkOnWR64p5VnTW3ZmKHgcvY9A3mWOg1DkjWGzX4fBlBAsG3ADvSZ0z+ostHb6+jP529JPUGX3Flhn6SF06HLqMPk7oLWVnBIltW4nXMSqlAJh3RKDUGQhPgZmgl9id0VNs1+HAZfR0Qg8p23AJPQ5cQ3fJO6Ob2NKw/xK6CbpmgC5ic0ZnsWWGTlJnsO8SfHdfRNTpq7nuQ36jGwqfPAljQ0cj4csvTcryjfxZdzM+9LNA/6VLluB2BJ/Vx51I58+Zc1vC+nbb3eo18zy32kb98yYD9Zq1MDf+ugy1M0PhSQE6tm83dG5U20Q7v5chatZlhLe6BRmfkV1aY+GHobAinRSajFaOFvv7/j54VkRl0v49pouyMsS+c20sYufYhCWNBSQa2ml4GDinc3gbH8QvjTJD6ZYYpU9WKF25BnbL8PmX62LA12EmHz+CYb51RHAuRN1WAeBcT78+IUaEjvCrgw0LIlBHhtIZCc2q7xvVv9IyAEVlSH3ttA8wt3fbdEPwJWTI/uzJIwhtUt3M/7T64Ssw84n4jurbFsSzFWuA72O36pk+W6mGRDOTsbhfW/A1mPkKuSKySzNES/n3cyko36A53fIsHsh1d34LNzSi7ENYVr2gwVJJiY8lja5WEI5YImVicdWCWGTHR1UKglgoaZQTIqVMLKhcEPMrFzCYV6kAiLmSEnMknVOxAIjZkhKzJJ3phBkvFAAxTdJpFQqAiJCUCJeUmFq+ACxMkTwxuXx+WJgkeYNy+TFJ8KFggmd+OGK8lIkwj/wYlwnGeuTDB2VtGCMpEVomH0bbMUpSg9L5MEowUjDCjuGSOmKYlIeVygdiqKTEEEkNSubDYDsGPZ8PxEBJg+0YIKkj+ku533P54Ii+Uib6lMiH3nYESUoEFs+HXsUfMugpKdFD0uqPPHgL/3pyvitF4LZPP8XkiGno2KUL5iyIRMLu3Th/7lzazTFPvzSDZM6fOy/HjP/Sl20ca+kf1LcvuDG9o/1W8rcbBczoeqzz8jpZb5Wt1PlcoePGpbt2tiEsf8eUdvbraGOeNtYx74jM7I4+mlcGnBmgyFz79Un4d+9tqgqK+Ju38TNwXmf05wcwd8Nn+OTgSVO36uAJxBw4gXLVvLDSnnLu5vR1OzB8zhKMXxqHaZJv0dUmRCPW7sC46DjM274fYz+Ow5K9J0w/fSfOwuDZS9CmX4ik0Xh/drSxv9LEDxPX7MDAmUsw7dP9eEfqWdGscxDmJRxn1oD5pmIzBYdDP2nXd/piIzhrNvbFjC+Po4+Up0v6Rscg4+kuUcnxm/dj4MI1GLFyO3x7hxj71F3HwEVELJQUoTj582N4XtIGHQLx4c5jNBt0j1gM7/aBJh/22bG0fO8FaxA0fzWCl20DI5/GQQ6New3Be0u3oee8T9BL6kdtP4oSIiafKumBvmLvNvcT9Pl4K9pNXiTe1//tOGc1vHsMNhWtJy2C76gZqCflgNmrzfxOU5FHD3ladObRZ663rQwYBgoWLGhSR5E1OTwChYsUAQVSyKBBJvrZN7AXmKczo3HffXcqrUybBUY06Rs+eTKYUlBZ/rQ5nodtEnbboqvMExwmZxvm2S5u9WoTmezSoT1Ybt3qLWzdsoXVNwW2YVuem+n58+dMu8zujeemH9vxXLw+NuC9c3oA8+ESGQ4ZNBBjR482HPCaaV8avcTcM+v6BgWa66WdfZKLcDsn4dKedl4D7SHvD7K3G0RzroLezL1noEQZTxPBvNkzU4hSgDr7P1vGA4xiOtu5iCgjO21lJRLK1LnNzZS5iMjRr1QVL8diWp7D7H83wpnWmT1TVITko0+52UvXEtpYd81yLUfx+UgGbSwPRjeLSL9WmcPshR3Klj0vpio68+JT13tWBuwMBPbpCwohS2xRDLGK4q5goYImCsoIKPO0MSJaosRzYPSPfhYoKCnM6Mu68hVeAIWYo3+J556z3E3qVfNFsA3PSYFXQEQwI62sZNmrZk1zbeyDfbLv+XPnsDpLsM+tn24x0Vu2fT9kKH4+b4vQ8j54P4zwsk/maaM/o7H0p/jmPTmeiNdEG9vRx+vFFx2rjVhnHftcu2a1qSMH9KM/7Yz68p45nYHinjai/AsVjP+dOiQdOYoLqal3qjvtRxnI9Qz4BA4Bketv9D7foIrOe/4A9ITKQPZh4LV69YwwoyjjVfWTKB2F1TeHvzZRRkb5CNrO2yOF9HMGBRkFm2WniKLAssqZpRSWPNc3Xx+GT7NmIkJt52UUlqLs++++Q9wnq01UkdFF9vPN4cNM0oERRwusoKhj3+yHZQreJwsXZlbu66TAFq217o3399rr9eT8h03kkeKXZdPAfuA1vlbP214CXhPu0gqS4TkkAc9ZvEQJZkEOeC08D0EOea5vhF+fZm8aHx68RIAz/TugyNz5+ReYMzcSn366HakXVHT+HT61bd5igFFNIm/d9b2/WxWd955zPaMykC0YoFBkJI4XQ8HEiGLd1183wovCiaKIETqDseNEFF4TSWxzJ8AoIEWZJcJsguywCLpr4o7zQc01jBuHULkOR3FrXcOqtetggTYKVkY7mXdGwYKFzL049vl269YmUsmoY8cuXUWUngSHyR3bMiLK4XLLduniRStrUkZ3TUYOPIck5i/7djwXxSrrL1261v7SpUvG93YOjGquWrUGH30UjUOHDuPPP/+8nW7yXptsfsfnUpLx9VcJf/squZ3StjUxt9XPz2eSb6tdRo0up17IyHzXbFwFvzp8DPZuiL3tc4TUKZNl2z8u2u7r3z+l4OsM3lCUZQd5zEFFZx574Hq7yoDFQOHCRcB5k9/YI4eW4POSYW0KqK1b4s3cTvqHT55sVrgzz2gdU0e89no9swjJEk8crma009Eno7yXRPis81PoUlAukCF0L7kG+pcrX8H0yzyvjyvtrXPQlhnYD/sl6MP7/Nk+vE6BHbf6k+vujXM5KcLZ9m1/25tQ2NaCl1wrhTrPT9DXqsssJQfkgvVswzmcvA/auaKfIpZ2ck2fm4VzVDPlzNmbbap+OYSBc2dExHy1+29f7Xnp53ZF5/vv+Pzt81sdTA/ubmXvSbpz+UKz4r3YXZ5LuWxoT3M/V0V8nsvjG78bIrI4qOjMgqA8WK23nEcYoPhiFJHih0PT4ZMnmQggo4SMxlF4crEL53vSlzZSQ7FKf+YtsE3Hzl3M0DT9KSAZKWU92zLNDOzX8mXks65EW9kf/Xl938hQNBf28Po6dulihq9XSWST9YRjnmULvJ75c2aD18M+2C+vi+ejgHS+N0YkKQLpT3HLc7MvXj/bMbXaccEQxSLnodKHnNCHeYK+THlfrGOfPB/PTVHLfgy/QYGGM0Y+rTZslxluJapJ3z179kIQCaSJAAAQAElEQVRx/zk4cuRoZo/U2H+SqObmT2JAMMJpjPbDF1vj8cmiSPP6S7sJ3IOTr8D8dHWM2Rje0b5b/OOWRIKvwrTsjum3exPgHMFkfzviYrA+OhKnj9remMP08sVUJO2zRVtPH0vCzrgY7ONenqkXzL6cVr/cu5NgmRHNAzviEf9xJH6UNrT9cjYFtB/dn5CW0k7Qnnzcdk6m3LOT+3MyZbTy68/iwTL36KR/Rji8cws2LohAir2f3yTq+M3OeLiJ4ORrM53b/Evq+Uaiz1dEwdr8nemWyAhwz05nf5YZyTwgkcwvVy7ET/bXZTJlpPP0wT3gYiFukURf4pz47FwYAcd9Ovk2ot/l3N9sigVBoUpf4uSuLdgfuxA/53LhqqKTT1uhDORRBih+OPRL4cZFMJxXaVFBgcfhZoJ5y275W2UrpaCiLxHUt58Rh6xzbMuyMxhVZFvaeT1syzxB8cn5pkuWLTeLmlhP+82AffKeeD3sg/1awo7XRDvBPPujaKQPbWxnnYv1bPeNRIR5PVY9RSMFJNvyXPRhnmAbpuyTebYheK+0E7TzvmhnnqDdGf/5z3/hOFfzZqOaR44cw56v9imyAQdJ8iycn6tVpuDsH+CPE0cScVLQza8JbMITWCViM/6TlUZw9hI7xSER2LIJTonvqaOJeL+DP5iyvyEd/ZGwbbMRpbZ8PM1pmDYsGOtEkDqvMp8xPBiJIkYvp6biw/7djCg9fSzRtEu0i84Qfx/sFcG5TwTlaRGTSyaONvU8fB4Xi8/X2oaxw7q1xq61MaBgnTagu9m789ezySI2U3FU+roiQnZijzZsZkChuXxyqMmvkHRyj9ZIlv5/kzZTJH/osy0mYjmunQ+Oi2g1jg6Hab3aYM/6WPPGougxA/GNCNB/SVueJ0WEH/txcDdZDrmHd2yGf4kYPnUgARSbK8YONHWfivBcN22MyVsHCssFvdsYsZmvkAui+rQFReg56Z91pw8l4NyJI9g8/QPThGIzbvwgcBX7VzEL8en0Mcb+qdQv7NoMFJ/fblqFT4bZoqTbZozBt5tjQRG6WdolH9pj/HPjQUXnLTxV/ocwsL0/iEHyQSf4a/MWuvhbrvyFSfytTm6xsfXL8WabnZQPMH35K5IfbOZvFvzVeLO+6qcM3GsGKCo5/5QRSy4K4vC6o4i8W9dz7tx5nat5t8jNBv3u+jQeL7/ujR6DhqK7YMCYCSIyU8yVFXFzx/Dw2eg6cCieK+uJU0eSwO+cCtW80EVsnYOHmr06EyS6SeFZ0MUVvUdPwNvdemPM/GgjPk1HcqDglATBk2ddt60So5qe0if36nxv4iy6oZaPn0n9utj2ymSBe3V2GT6e2Qzxg4hFVvSaMAvcp7PXhJkoUMgVZap44YlibmjaOchs9k6fzNCy7xC0HRpmqimO24aEgft1tpE0QcSlqbAf+P2ULMKv49gZqP1WABp2DMKmBeFmr06+3ah6I1+Tt7unS6o2bA6foCF4uWWAeStRl6mLUa99INqOmYH9TvNAz4qgbBQ4BI16DQE3iOeWSRSdFRv64pGn3FGrXWC6vveI0PQJHofqfu3QRNK9sR+l1XNz+Nd6DEGrSYvw49c2cXnhXAqefN4DVXzbob74u95gO6a0jnJo5oEcet335bIvya/ASzKs0LpHb7TubkOF6hnvJ3Y3LnCn/Hrk/ml3o+/M+oyZYvsFmlm9o52Cc7MMcdB25eKFdG9yoC0rrI/4ICsXU68HZeB+MMCoJaO8oePC8P7QoWCUkkL0bl9L0aJP4dVXXoKLi8vdPpX2fx8YOPTVblSsXjPtzC+JAH3B/r1SRISaVWHZLsp30GGJSjLo8b5ENresiQFtFJ7lRTha/iXKeOK1pjbh+O2+PeCwOkWpVe+Y9hg5Hhxe71C7shliz8ivbJUajk0yzB/dtxuObyN6urQHXm7im6FvZsb8IlJZd0yimr9KJHJqz9YgOMTOV3GyzgK/Z9xlCN0ql6xcA2dEIFrlG6WPFnU31YxU8nWYHw3pgTkSzVwkaVHpk0PwxkEORUuWxfcHEzCzUzMDthFzpn+vXkqFtU8nh90LP18WP9ijl09XvF4zvPhuIDisPqN5dRyQIXZGPDPtPIdXqOi8xQfIDyM//BSbRJFi7qAQXb04EoPlP4A1krLMbrfKfwbE/Amh+O5okvnQ79kWD/7ijBQb59VEfRgKDm0wzzaX5T+UlbPDMVGGODZER9KUhl/OpOAJ+aCsmhMOCtB5I4NlyOKCmVvz8aRQzJfyURm+YAPOodklwx1E5KiBWDM3HPwAs4449Fk8Fo4eiBUiKjm8QRvrd6+LxeLQgUiQlEMZv8mHfsP8cPOe28MyzMHhi1VTx6TNnWE7C4xs8oPKlLY/5F44bPHR4B5IlCEP2gjOmVkbMQYx4wbii5VRNGH/xlgZrkjGtqgIU3Y8fH9wDz5bGIEVQ3uAvyCtuq83xYLDGBy64IeUH+qtMkxB/Gj/gFu+mioDd4oBik/iTvWXVT8PPPAPVKxYAe3e9UfzN31QtmzprJqYevrVqF4VivvPgccNntlTEs2k8DQPTQ6HvkrAFxL9lCyel+gmU2c8V8YD4xZEY6xEMzsHh6BCtZrg+9S/ETFq+Z4/kwx+/7BcrmoNfLgsDlxQRPFJmwXr+2rYnGiEfRwnw+IXwO8gq/4GaVrVD/ah+KdLe5rvI6uC32fxS23/x9PGMlNH8HvHsWzl3UWwPl7UDb2nLzFoGzIebqU8req0lJFOq8DIZ76CLlbxplIOgdOx5fthYLSzs0Q8PV+tB24OTztxYOMqMxTffsoidJ+3WqKbbshKeHLuJtvS7/zJIygiwpNl63zMW7h6MRVNR85Aj1Vf4SG5/h0zcm8A5gHrpjW9OQb4AeU2FoflPwaCrSYPHSCiMhHvSPSTQxxTpUw7J3nHLY5CCfkPgmX+h0CxWVd+fVJk9mxSB8Xlg1Vc6ik86bNQRCg/mI3825v5M5/F2ba64LA63wZBn09EQB4RcclflL/+dAbjuvmjTFUvVK7jjfmjgs28mV/PJiNSRCUndL9k/6X5YffWbI4vRVCunReOFxv74mn5EHMOzRWJTP4mbRaPGYhSlW2/xB4XgZu/kAtKVpHyP4AlUlfjDV9Tnv9+DzPPxnRoP3CVIP2Z0vT5yoXIJ+3LyQeY82UoSIkVHwwCfarI0MSuFQvxnYjKovLLMp/8wi1eSc7FxnbwA7s6bCAeLuKGGn4BOC2/Nq2J2evGvw9+sB9+yh2/y/DEqmE9wF+RhWWY4hPJsw76J8cy0LxJ4yyvnSvBufiHjvPnzAHLzOdWuLkVQ73X6+JdEaAUky43iH56lC2DGjWqKbIBB2XlWWT2b/Ll1+tj0ycx4DA7xeaHQwagkKtrZu6o18wP/O7hgiFGPKcMDTaBD74a89SRRDDwwe+aD/p0w3kJVFgdFZSh94EytD6+bzfj72jn9w8XEf0sQQbaHUfUkuS7hjZHPCvfW0f27zHBj80fR2L/ji2mmt9Jv8j3CBcRMQDCFetXJPhgKuXwhXz38PuttEQkl00OxcEd8YiT7zOpuu4v31LEgAgjnAyALAoNvu47p6R8V3H4fsfyKJw4kICN8yNQS4bZr+ssC0MVGWrfEhmOU/L9smtFVLogiWPTnySKumHaGBzZ9amZ38k6Tgs7fXAPs2moUL+5CZQwEPK5BEyerljjhq+//OKjCHwp+FnEKaOkT4pAnVq/TFp/uSmjovMWnyYneC+ZMRVLZtrA5gnbtqBz8FD5tellUpZpJ3zaBJghDkt41hXBWa6aFxq3bg9P+fVZR8pviMBMlOEP+hM/y4e2oAiw/hNnoZoISdooOl/18WPWoHmXINR/pz32bdsM8/ox8eeHr3JtbxyRYQnjJAfOqeF8mqadg5BfvqC4mvBLGaZ/sbEf+KHmu27dS3ngkP0/jVLyn4GXiFHiMfmVyZV/peSDnb+Qi/QGE+HkisBeEYuRX85pjPZDMeknn9iY0vRcpRp4pWUAqjbyxXPSx79+SqYZXcIXo4rYWKDYpJ0p25aQNrQ7otXoGagoAtWycfK2la/XczCq+bXD8V1bUOrlemAfFKElJc+J2ZbfPU31ZPeMgfkiNM87bIVUsGDBe3bu+3kiV/ks1xAxxejnG40aoESJ4vfzcvTcf4OBitW9EDxmAr7Yuhm7BN0HDgVH0zi0/oLDsHsFyRd2c0MRGV0bK1HOL8V39eIFaCbfJa+LEC0oovIDsZ+XCGec2Gl7u1uQREDdUFe+Z3iJ/O5pPyAE38vIG8sWhs9dIqNmqWZond851e3fO91GhIEjbhSKtRy+fwrIuYImzMT+7fH4RYQt82UlOEH7wFnR+EXEa/zSSFSS7yN+9/A89d4OMAGRKxLVa9U3hCYcktGz18XO7yMamDLYwTy/XxjlZABl+7Io1HzDD3VaBbAqHQZErcZvcr4dyxeiQq16aNAh0NRXkwDJoxI4MQWnw/PyPcPvJ8vsEzjEBEK2REZIBDMVbcbMMFWh2227DlQWUVqishe+lJE5zuEMmLwI1msw6wQE4pCMunEYvWKD5qadz8BxZnidI3EPyXei36jpxl5B6l0lgGIKcnjp3V5yBBoFjzOidH9sFNxFoNaU4XZTkQsPKjpv8aFyMndYZLQZ2uDwxjn5gBcs5IKC8iFkV0wLFHKRX5g2gcUhD9ot8ENv5TNK270XAk+JWnJ4fdA7PibaST+uFuSvSOaJJxw+TJfll+RREZoEP/RPiFikTxmnOThl5D8FfoBZR6HJlKD4tOyZvfOW/wF0GjfDiM7x7ZtiVfiY6351si9HUABaZYpK5vMLNxxaH/9WXTOkzkgmJ2SzLjPskF+Kczs3A4fT/5D/sBz98hWyRQTOn0gyK/9+OJQAgv8BMOLp6Kv57MNA3OrV5jWZFI28Ku5/yS2RCK4Sp80RjGZy4Q4X8LANtyui3/nz57B1SzxY7+jP/rjtkWN/9LHOyzrmrTbMW33Tz7LnhPS554qj8RsNbir6mRPuJy9eIxcScQER8dLr3oaCIjLsTvFpCnJgvogITsmaRUV9QycgZMpsUFzSRpQo44lOEgB5X+w+IkZp43eQJTpZZqDD+XvoSenXWkRUW8Qlv0foS6HZT4IfLDsGPVhXVYRp7w9nwb9/CKpInsEP2vk99U6/EHAxkbcIStoIBkR6ilDlkDnnelJ4thsaBpvo9KULGARhvSnIgd9TLfqEoHPYTDAQIqbr/vK7qXnvIehoX0xkOXARERcTWWXHlEEQwrLxe4QLiji8/nr7QBO8sOqYsv7FFu3wTugMMC0uorWSPRDiJUGPpiIyKUJfsNvYpobYW09ahFfbBRpBSVv5Br5mayXmiZfs4pJClIuIOMTuWd/X+PfebBO89MtNUNH5N58m/xO4JELovIhPdsX0spT5QWf5VrE+Ogr80Iev3YFG/gHg8Dq3qbCG1p37K+DiggIieLlSkOAH3vL5d254aQAAEABJREFU4ViS/Hq1vS2BNopS/opk9JKTtGkjOL+TduYzA+fK/Cq/Jv2HhGH4ym3yyzJZhjPSDyk4t7Uino72z2U4nXNlgpdvg9+gMMcq+YV57VqtikObVok9FZ3nrgZ/PfKDbdU5poVleJ6/KF+WDzHBD7FjveazFwPcAP7SxUvgFkQUj0uXLDFvIeI+nRSKzsKPIpF3wG2FChYqCPoXLlzYbMtU4rnnUbBQIRGfW8CoJ/ujMOU2RuyPbdkf63he7onJurjVn5jheApUrkrnPp28nvDJk3mqHAfn6KeLq210IsfdiF6wMqAM5FoGVHTegUfbtHUAJg8NxqerY8D5NT5Svt1uGbWcOSLYiM3EfQnwqFbTbM6bmeh8pYkfOL+TC4k4j4aLiZ4ufW2y9YTurbFlaRSY8pr4C5O/LDmvc6sMWayYEirCNBUVa9djdYbgwqJ//OMBcAERN+Ddsz4W3Hy3pAzFOzZ4TKKv//opBTtXRDma0+UpOL/duQXcC21e7zZmhTvb0Omnk0euW0j0rAw1/FuG5bmAiAuJjn6+BaczWCRUXn4dMsK566MI7ItZiC8kffJ5D3aruI6B7GGggPRp1kzEYjzKV3jBXBQFIfe+TNi925StQ8cuXfG2f2vzFiGKVc7dpECkf4nnnjPi0/Jl5JOikvts2lATWz/dYqr5hiOe02Z/ERSo7IMRUwpTtuPKdOOcgw+MflKE5uBb0EtXBpSBXMiAis5beKjPlfVA14G2uSiOzTifk/NqGOVsKkMaHN5gfafgkLRFRCzXbeqL4mVsQohpwHtDaTYYPmeJSd+V4fUWXXrj5zMpYMo90p4t7QEOZRgHObw/y+YrWRPl/HD1DlhD6iOWxKVtWcGoZ4dh40VUXgDn07w3w9aOw+n97PmnS3liyKI1Zn6mu5zH6w0/dpuGNiHjzb5q+QoWwvCYbeBwRf5Crhgm0U6maY6SoaCsb59PwyhnNfu8Taky8zq5eKiq2N79YAZN4DBG4PzVeEmGLWhoP2URk3R4SiKYnNP5x8ULZiFRr4+3wrvHYOPDoQuTkQOH09+ZuBj5CtqG21tJnjap0r/ZkIHiJUqkXdX5c+dFTF4UAfi1AcUkhWSag2QYieRbfeIkOnnp0kWxZP6X/Tm2Z38ZeReUiCn7osjt2KULGPFs0+otE0XNyF9tNgb4g2Dq5ClITEy0GbLhkdfH68zq0uI3bQZ9ieTk5Kzc71o9tzw6l3L/zn/Xbkw7vjEDebD2gTx4z7d9y4VcXM1cmow64MpBrl5natWXKOOJgtLGKnPI3SozLW4XoKz3rHZt1TZXDvp1DQJT1nFeDVML1twZq8zhde932oN4oqht7zGrjpFNTuSuXNvbCFTLznkzr7UKMHNo8ouIpJ0p7cxbeKyoGxp1DAJT1nP1OsG85eOYUmi+2jLAiFiKUKuOec6LYZnzOyk4S1TyMnNnWKa9RKUaqBtgmwTOsgUKT26++6zUsw9r/7NnJApq+TClyKzq1w4E87QpsicDjC5aV0aByDIjmQTzVh1TRjUpCOcsiATfLGRFRVmXEdjfN18fTqtie+c+0yolY0U72ffiZcuxds3q6+aIipv+tTMwesRIhE+Zgsj58+2W7Jfw+nZ/ufuGF0ah2c3+Y4P30qRhoxv6383K2I8iwa2S6pd/HkQDSYmGFZ7HgPb+MItXZ0yF8x+uXo+eeb3d2S8nlXu8WCrLyw3v1RpcrZ6lYwYO8ZERIDKouiOmRX3bmtE4jsgt6df2b/XJNxPFvPf3+vhbF3AXGqvovAukZocuHxfx+VLj9FHL7HBdeg3KgDMDHO6mqOQ8TGJp9BJQOFp+zF+6dAmsC588CfPnzsG339hEZeEihcHhdApHy9+5P9a9Vi/z6SNsx3mfXKjEuaJPFi6MwkWK0KxwYoDRzaSkJHh4eCB2ZQwuXLiQ5kERx+hi5PwFIkgXpNXFrFgJC/RhH2zEyCLLjDayDfuybLSzL/oRrKMP7UxZpp1g35adZQv0oZ1g3rJbacyKFahX3xvRy5ZhwsSJSE1NlWj3jYWq1fZOpj9JhJPbJdV/0w+bvzlp0KZHEIiNh09iQmR0pqfjfp3cQilTh1xa4dc7BG6lbKOG2e0W6/ccnLYnZ3a7tuxwPSo6s8NTuAvXwOH2W30TxF24DO1SGciQAQ5nWxUUeKFjxxmhSYHJiGbBggWxau06ywW00Y8Lg5gfLf6s7Nilq7R7HlxU1LFLF8k/B/pl1B/7pg/bEa+9Xg8Eh9cnh0egcOEiKP9CBXMu1iuuZ4ARQVqHjhjOxIhJk5EDo4v+rd4W2wqEjhoF/7daiRWIWbkCwe+9h9EjR4oYnQ+fRm8YcZciw9lsw2gj/c+cOQNGG3kOCkJbXytNH+xr6uTJ0u5L0/eA/v2NffTIUabv+E2bjN2/le2crIxasMD4sz/Ln3YLn32xC7PnzjVFSwi7uacfKTKVd/nw0fSp8H23fZZn+XJrPNo3rIW3XqqEOWGjjT93T+GenSzMHT8a77xcCZ3FJ25J+heLsJ4I69sNPd6obTB9eDBN4PZJMyTPd67zjUTcNYXrCVjJhayzRgTjfX8ftK1WEpP7dzPTtVi3ZGIopr7XDd3rVjYbwnO/zp6vVQbBtQVcn0C/NXPDMbKNj8EoSbkglXZu3xfa1gd961XBpB6twT05aSdmD+yOnhLxHPuuTzo764iE9THgNknEhICmGNWiLpiyzHpH8JXMMwPbYFijqpgV1AYsW/X7NsQi7K26GPlGVfBNRJzGxTq+e31046r4sFVdfLFyIU1g3YZpYzD57bqYItgoeVZwn87lQ3tggk81xIUNMrusWHtE//5TMlYO64EpTashskszcN9Otrl68QI2jB+EiGbVMLdNXfPeddqJHTPGYOab1bCgbV0cWBVF033EnT/1A3e+S+0xIwac3wKRkU9esHHREOF8r98dvPFKeGf/zMrnTyZlVqX2bMQABaDj5VAoMhpJUHA61jFPGyOYXjVfNIuGKBQd7WzPPulHO8vsi7BsTOnDeoI+hJWnL/tnWZExA4xK+rbwg1fNmibaSUHn6Mm6tRs3IGTYMDAi6hitpMgj6L9SooxMifEffoiTp7/HimXLTbSR7enHaCqFKqOU3g0aIHr5MoQMH27OmyoRVtopLAM6dADbsB/2Z4F2RjH9WrbEls3xlvm6NEYiseFTpoD+7vdBdP50JgVPuWUtdjnvc9qKtYhYudYsWuVG8JckOkvhyfUEn66Owce7DmLuxs/wzVe7cSn1WhSaN73WLkRnrN8BgmLz5zPJRkTuiIs1u6Ys2HEA774XgpkiQtnmZ7m2pH0J6PfhTCzaewLPlvHE4kmhrBKhmYhnSnti4podprx5aRQmrN6B6VsPmO30+CYi7te5a20sek6YheGL48ze0HxhCRt8KELzrb4hmLxlP7if58zg7jQbuEsUc/qXx1GxtjfWzws3NscDBeoVEW4J62NRsrIXuMagYccg7BER6ejH/OrwMSj/aj2M2rAP3u0DcepAAs1mEWuc1HGNwfD1+8wbiOIixuDsiSTsl36GrtuHXvNXI2nnFuPPtxL9+6cU80aibvNW48jnW3BoY6yI0VRw7+hArjeQKCc3kOdrNdno93Nn8EIDX/RZsxev9xyC9eMH0gwueGUmcPVecP0BF75eOJdixCfTDou3ovXM1bh6MZVuuQoP5Kq7ycY3M6xz62x8dbd3aVzNftL+Ab7ZHvjLknD2n9+nrbPppst8Dab1C3Lr9Nz7+rCbJkQd7zoDefEEFGepInJiZVj9+WeLG1GZkpIi0cRrQ9KenuUMNZ7lru2gQYNXTS+4uroaUEwyykk74f60TXAlJX5rBKUl/Cg0eT62o8BktJNRUg7Bs12SfSGTp6ftXH4tW5ihctYRbOeYMu8M3hOjsBTLQ4cPc66+J+Wvv0oAN4jP6mQvvuZt1ghwm74SZT1xSZ6F1YbrBbjmYEhHfyNIg0ZPML5WPdMmrduj16jx2L4mBnwz3s8iOM+LqGSdZ9UaqF7Htj+oZ1UvPFnMDaftG8hzTQH38aSfb5cgs1sK8wR3VeGagv3b42FtDk97ZRGLR/ftBkfcwlZvx4/HErFGIp7cqo8R0B+PJeFpEZZc1Ep/ri8Ys2o7swav2ff35ItJKC6NMYNDqSo1kCACMXrMQOQv5IKG9oWsjq6MbL76VoAxPS8ClW/IY4H2/C6u4G4q3BSe52FAhGsM8hVyxeIhPZAowrL1GNvG7t/Jd92LLQLMOgTW91m6Le2lJc/a1yfQzr4tcN1B6ZdtU3uYf7iIOxgYOX/iiHGh2PxmUyweKuiKn0Xsnty1BZV9A8w+ndwCsGbbQOOXmw4P5Kabudv3wl+UhPN5zpsP7/UrDzOzO7fnL85Lqel/ldKH/ykwzQjcgzMjO22Z1XFYgx94+jiCvxody1beeajCeeI29+60fK00MxF66qDt16Xll1nKX5JEZvUZ2c+dtH2AHev4wb4qv4QdbcwnZ7DdEu0KZUAZuDEDMTJM7uLigqA+fdLAFgscFhQlinCkLfnH9P8fJuxOMHM8KR4pGh2HsRk1ZRsPEaysow/L7IvnS9i9G4xotu/YEYyIUpRe+P2Cibba/BKZyLD+SnB4nX0YQxYHRm0pOCmCOaczC/f7Xl1IBNKNLmKeRDh9RFgmbNuM1q9WTntBidVmz7Z4vNfKR+wpqFHXG8UdFrJaPo7ppQz+/2S943eI86JW1hMF7Nf6y9kUBL5eBQd2bAEXtTKiyfrL0jfBvAV+P1n5zBaqWvVWyihncOQaM7+TQZBpvdpYVSalkMxvvxZjkINj3/lEqD5XuQaIqo18UU8ioeKCAcu2wfPVeibK+WGr18DvpD8k6viHXDfrCdqYEpntH806Z1yVfmjjy0uerugFom6PIXiypAfNuR53WHTmfL7qlXs+7Sa4mvC9AH9THhHUFSODumG0YGB7m41CcVAHf4T26WYwWH5lGmc5TB06APzVObZPd/R9y0cs1/+lqOzZuDYWfjgaA9/2SRvSSJThjKAmtTGpf3dBt3QNKSi71a2MJRNHo3/T2hjX1R+fyC9IOu1aG4PgZrWxdNJo80HnZvC0c49OzqWJHBWMPt5V8enSKJrBX50hzetgxeRQvOddBbvXxRr7+vnhGO5bB3MHdsP2ZVHYIOURfnWQIPWDGlbFYRlu4F6dKfLL7BMZnuAvxq82xOKDlnWxeUEExr5V1/x6ZGf8FTmiUVXwlyTnziR+nvkw14yOzRAtvy5ndmqGT8YNkmGLCxj1WhmTsi9i2jt18bsMcTBP8C1FfBvR1hljzC9I2hZ2bYZtEvGMeLM6TsgvR9r4C3JBm7rY/VEEZjWvhqTNq2hWKAPKwE0wQCGXIMLRT4aqe/ftAwv16nuboWvWs5tYiYJyXiaHxSnmLEHJOtoZrWT0soX0Q5sj/CRSybpaL71s5nZySJxC0xKonLdJUclhe4JtOZU+cpsAABAASURBVCROQUo7z0kbRSnTrMA5ovRhX4zcEgkicGm7l3ihuhdOHrEJ59s976mjiZgi3zncPWXwlNkoJ9HKb/am/6G/bU0M3uoWZFBYIpkMdlgCknmC52eEk2DEk+Wkvdci2RujI5GR0KTtyP5r5+Pe0Y8XdTcRTr4Jr8OwMDDldxLFJaOcycePSL1tOhS/izivk+e7FWyYHwF+D9V+KwD+Q8JM3rF9folYcueUb+Q7i3aK0G8lesk87f8SUcyt/J6TSCXzu1YsxCkJkMSMG4gqDX3ReswM87pLRkAfKeqG76SObQl+R3F4nfnMwGF3gvX8nmIw5OmKNcxbiX4/lyyCs4bBNvn+uiqC1l1E6IFY2/cz2yR/fY1TlnMDHsgNN3Ev7uHLrVswPjIa01auBffrZMRzy+oYFHJxQfjytQYFXVzwqdj4YT8vwxZzN3yGycvj8Foz3wwvcfnscFSXX5zD50q/63bgWxGb/LBbzmM/jgNfQWaVmW78OBLNZYjj/dnRaXNpaOd/HtGTQjFicRyCZ0UjeOYSM5zBOuKlJn54T2w9wmbg0I54mrBw9EC8OzQMfWcswehV27Fyim2uDitLVfHCwI/izKvHGAkdEbMdrUPC0Fo+2CfkPxdum+Qmv8zeDBoC7sm5euoYBHwwA90jFqOdfFA3R4azGxGb4eCcGb5erPeC1bjiMCRkHBwOdeVXZo/5q/H+2r3gr0iiYoPm4IbwdDt9cI98WN0FbiwavNDAF3wb0WvyS5G/HGnkRvGtJi3CmyOnY1+sbRL49pljUH9AGFpMXAT/WauxY+YHdFUoA7mTgTt8V4w+BvXpg/YdO6TruXffvibqyXpWhAwbBg6Lt5eoJOdg0kZQgNLGuuhlS02UkmKSfbKe4DD5jl2fyzk6mj5mzZljxC1FJNuwrXf9BjKEvtSck0J3qAyJj//wQ+nvRfHti1n2hUHst+aLNdktmLJsCg4H9ke7I3hNDi73JFuyrAd+Skn5W+d6roynad/nrSYgLsnI2WtN/YzNOtSV8vJZ4RjeyV/Q2kQ6v5dhbtYXlGjgqC7+IAb5+5h5nbQTP4sw61ynMoaIfdPHUfDt0pvmdKDoLCvfGQMk6BHWzR9H5busmXxPUWhyKJ2Bj5FtmqKAiMAfZai9gJwvQL57KDQndW9tvove6jskXZ83Uyglw+sbJSjCCCeH2DMaXm8m31HLZPh9coemmNKhmQyPu5iu+b31ylsBmCq2Ob3bYG3EGBPppAC9It9T0zo2xTQJhDz6lBtKVKqBN3oNxvfyHcSgyCwJjOQr5JI2vG46zOBAnyX92iLajtd72PaYfundQPwoo27LxM6FRPwO48tMytVvjgsSVFkgARIuJGKwJINuc7RJRedNPr42PYLQrn4tTAoZgBeq1wTn1fDX6amjSXhfIpzEd0eSZOgiGYe/2o3y1bzSeuaQR1rBIfOzDMtXt8+joZm/Tr/abhOE1RzsrLPAX5BVHerKVrX9x8oIKH2mDeiG8fKhXyrRy6P799BkwKENZqzhDeb5VqF188IxuUdrzLZP4j4ugpJ1L9SqxwT5C7nijY5BJuIZIUMXS+TD6zysbg2prw4fA64SXCMf3rMnjpjJ5Pz1+FxlGxec72LNpzGdOx08XrGdk+bi8iHnRO2KIip3x9iEI6OaFUWEsv5GKGmfQ8M5MZbfhXNnTJRzZf+22DxhEPiHE7aZKpQBZeDGDFAQ9pYIJwWgo6dlZ0o753LSj7DmVNLu+rAr2otgpd2KfrIvlllvwbLR7t2gvmUWUVlTRKVN9LI96+lLB0ZIWWb/1jlZph/rmbLMvCNoc4bVp6Pf3c6//Hp9xCyKTHeatj16g7CMraVMWOVxC6JRQSKkFeR7xr+7TQT2GT0BY+ZHG0yRQIjla6UcUp+5foeZ18mFRCMk2NGya5Cp5hxOs4io/1B8vO+EWVRkKuRQy8cPc7cfQJcR4zE5bgf40hExg4EPphY6DR+PkRL06CgpX1LyhEQ6KS45p7P9sPFg2nPCTAwTH7Z5qbGvWUTUsm8IOJ+zYi1vmjHjy+Mm5aGUCNne05cwmw5B05aYBUQcXh8QtQbNew8BU0Y80zlKgeJy9MZ9EhSZifeXb0OfBWvMgiKpMiJzoNh8AoeAi4k4n5P2NhI46TR1MTpNXWSinbTx+6v7vNXm/esBUxbh7dAZNIPfVdxH2hTk0HbyIvBNekSP6G3ot2Yv6vUYDC4mKi/fZ+KCh0XItpu9Gg2Dx+FdCYI0HDCOZvA7q7XYW0xcbBYStZY6vw8XmbrccshrovOWnhtFpdWgrXzoZ8SsBX9RThoyALYopyuatWmPsfJBJz6Q/wheb+aHgi6uVjOTXkq9fr6mqZADhack5i/n0BR0sf0Kc+7DOMiBvxQvy68wyV73t4Cc10Q5JdI5YOYSDF+0Js2HwxlpBYfMu0PHg5HOPhLtJPghZzXFJtPf5Ffu3EHdmTVRzk5jbR80Y7AfLF9GOYlu4YvRRyKWlt3uZpIrMoRgMjdx4IecH2jOo+EQBSOeL8iQR1ZN+YHOyMdHIp+MdLb4cBH8PvwIrkXcMnJTmzKgDNwGA1ws5OKa/v8+dsO5mgTziusZ4CIijphxOtf1tbdm4fcGcaNWTxZzz7S6+A3meT5b2iPTdlYFv4MoNq2ylXJBkZV3Tq2AiLP9Vso3s2cnI5aZ9WmJTcd6fv8QjjbmOX8zIzvrMgMjmRnV8buKQtO5jt9NGdmd/XJiWUWn01Mr6OJi3gxxUYTi5k9iTC1fT9ZWopz8ML/Ztr35hcmK58p6YvXiSFwSX2LK0GCJciaY+q2rY/Dd0URTt1SGNOjvjHLVauIre2ST7RP3JiCzCKfVlqsFN8kQO8u/nE3GzrW2a+TwxmW5Dg5rsG7X2lgw2sk8UUAEKVNHlKpcA4c+s0VWOYQ+RSKezqLQKtdpZVv9x8najn0wz1+SnKxtzZvhPM5lYweyCoxycj4nC2dPJCHRPreGZWdsi4ow8ze/lyGM3SsXml+Q9KnZIgAf9W0rQxnNWbwtuL9QA4n2eZw/n0zC2hE9b6ufnNyIb+kxG6BHL4GmOYMDPrOc8m8uetkyWBFPx2vmEDjhaAO05MhA8AcT8FSx+/MjmG++a/feUMfLScvX8vFFrSa+aWXNKAN/lwEVnU4M9hg0FBMkktnNr4nZxuL5sh4o4uYOXxGbwe390atFE1OuJxFNomZdbwS1bGKG2EvIr0RGOkuU8cTbMuTxQZ9uaYuIylWt4XQm4A3/APBXZ6/Gtc1ConbvhZhyQRnS5nDHdQ3E0LxLkNlXjYuJpvbvbubIiNn8HSgRzo8nhaJjjZLgXmhvy7AFK5yjnO72X6ztJMrJCdz9vavgo9HBaDs0zAynP/6UOygi2Za/IDmEMbBBFcyTiCfnctJOlJShjwXv9wCH19t/MAPxC8Ix4NXS2LkiCq3eD6MLfIKGmM14369dGtwDrWojX7Mfmql0OJSoWMPsmzap1WvgBrwNew3GUyVtv6w5pH71Uipq+NmEr0Mzk+VWFKuG9TALiQqXLGtsPDxUyAWFn7eV6/QYjORDCWbT3c0yvN5kxHS65Bm0C2iH1+u9jiKFC+daPPH440hOTgH+7/9yzT3ymfm1aJln/p3m1RvlynR+z9yP+y8oAYni8t2V0bn5/URkVKc2ZeB2GFDR6cRagzf9sHjzZwbdRYASdGkuonPGyrVmIVHXgdd+FXaR/PyNn5mFRJ2Dr9lfF1HKhURzNuxAxwEhGDUvmt2kAz/sASI0p63bAaK2jx/o8Kz8B1DLx4/Z67BqTjgavNMes7YdwOjoOFNvDV1wrg3n0szfcwK9Jsw0W1TQ4e1+IUzSwA15WXi8qBu6hc3ExPj9GPxRHCra59R4NfYFN+elD9EmJAxhm/YjeOEacM5Mr2mLaTZ7oo3ZuA/c+4zRzr6RazBh5zFweJ1lOnFIgwuJxu44Bi4mahI4BBSerHNEx6mL4DtoHAav22s2363kMIzOyCfnx3AowrGNlX+lXSB6r94rAtMDr/W4Nhm98PMe4FYU9OMkbZ+RM9D9k73gPBmWac8r8GvZwsyJc57DlpvKjZo0QY2aL6GMZ4Vcda98dnnl36neZ+YMcD/Pw18lZO6QQQ1H0DjSxjcRLZcRN2uFOl1XzLYt9mT+74Kjbn+3D7bnDipc3c48U+6k4oiEdbGsyhRXLl7AZ8ujECnBkNXhY0zAw3LmCnQr/3dTLnI9uDEWOxZGmMVFGfXHaWFch7BTfA5vSn/dXES0z75WIaO2udmmojOHPV0Oo88dGYyxXf3NlkmMiFapbZuAncNu5aYud9nQHlgdNgiOE7VvqqE65TkGDh06bO45NTUVKSlnTF4PysBtMpDtmp07kwziZi+M07u6NKpt3LkxfAEXF1B8WsLzTorOeSOCzXn+zmHrsih8FDoQv55NzrCbr3fE4/iBG4tuTv/6ZucWVH/D1wRDZgS2MSNo7JBb+TH9u6CY5Op1Ck/O7eR3FHdWce53cb+2Zns/Bks+dxKe3Dbpm82xpt65XW4vq+jMYU+YK9f52rHeH84yWyYFSVrA5frJ+znstjK93FajZ6D3x1vxbKXrpydk2kgr8hwDv/zyKwjrxpOOHLWymioDuYIB7phC8Ga2rI4BX4MZPXMqdm+1zcun3RHzxofCp017vN0tCOWqeYHCs25TPyyfNTXNjQKU4pNvKbKMXBuwd3s8YiQS+llcjGXGTskn7Usw6wg44mZFNz9fGwNuq2TtF80Gu8S2em44uC8ny8SutbGmvGVplJkiRpsFbt93UESleynbdCjaORLHnVOImm/44crFVPj1GcKqTMGFrw06BJrXXpZ/tR6Y524rezfYIo3xkRGm7RWJiPLNeFxvwLUGxigHlhkR/WJlFAjmxZzuL0feuMC1TkAgvPzaoWHPwTjkFMnkwlfuu/mqjMK90MAX9XoOweFNq9L1U9W3HfhGonTGPFBQ0ZlDH/J9E5r3gS/+mrwPp9VT5iAGDh76Ot3VHjlyDFev/pnOpgVlICczcPir3fjavlH73LDRmDw02NzO3PGjzf7QpuBw+FYEok/r9PPguTl88ORZaV7Th9v6WCkCk2DFTIla7oiLAad5cXFrzBzbMDwF6JT+3fDDUduG7iH+PuaVmM+U9jRrC7hPJ9tzn06uKShQyAVLJ4UiXkQm7V+si8EyKf8iEdsrIiBps9CkUxD6zViCjHY8oU/MlFAjODOrpw+RXwIwfGHJNxLtZJmvvywv4pMbwLP8nD14MTuojXmBCad/rRg7MG2B66dREZgrdfSlGJ3esZlZ3MqyhbKv1EvbLom27w/tQT65V+YtFCnpgZ7R26yiiWg6+5R6uZ5Zh5DmlEcyKjpz4YPmL9Uf7Zv+3o3b40a8d6Nf7VMZuB0GKC5Pnfr+uqZHNNp5HSdqyB0MXLqYCu7VyT06m7Zpb/aHdryz8yLsWC4oIoxpZgieNBPcq5ObfJKGAAAQAElEQVSLWBP32d489KyIyP4TZ5mdVCg8Hd9IxIWsrfuHmBeUMN0nEdFnSnugoIsLOPWL+0X/cjYFvSbMgvc77dFT0i/WxqSdvlW/ELwtYBQzzSgZ57KY0v5y72gOub9gX3OQVpFBxn/IOFRv5ItNC8IR0rCqmdt5RaKa1hoDrj84ZR+i51oDri9o+X4YPl957S1AXHfwUosA+A0KQ+VGzZFof4NRBqdDQsxCfH8wIdNFrmzDeZ1fxUThlXcDWUwDt0TiRvCMiKYZ80BGRWcufMgUnPylebdujavW71bf2q8ycKsMnPruO/z55/VRzYP2OZ632p/6KwM5gQFLUD5X1vY2IsdrLpzJXpxcWLRn27XheGtlutUX+yhexgN8M1FQk9rYK6KSNgvPlrl2rieLuuOHY4lWlUkZ8CD4ghKCr14u4CB8y1SxvSjEON/kYff6WNRt1f6mvPkmoVpvBaB/5BoMWWmLNMYvsA2pWx1ckSgrX1oyRyKaBHdVyV/I1aqGp0RGrcKjT7mDczetsmP6ybhB4GKirnNX45GnMt7uioLz84UR8Bs1w7w5z7E981zsev7kEWbzDFR05pBHvTE6Eh909Qfn0vBDzcvm24n2y38K80YGY77gB4lu/nI2GZ/LL0vOpSHoRwE6fUB3RI4emPau21/l1ygnbs8a2N28c51l7tm5bVkUpvZsDQ5nXJFfiGzPydsJ8sGfN6gHTth/JdLO+TMcyuBbiHYuv/ZLkfNg1oSPwcLBPfD5imt2trn70DPkNQasBUTO952qC4qcKdFyLmGgfLWsxVu5ql7gynXHW163JArrlqR/+5FjPV9WsvDDUHQfMR7ha3egkX96sWd997ANBewTmYjb4FnRIHqOn4nbEZrs30KyCFs3iaZa5cxSfh9NaN80rZpCsnyterC+x6yK/IVckF+EcJfwxSAY6fSUIXOrnt9f1/LJMnR+TZBadgpOLihqN3lRhvX02yNR0K8EHeaszlBw0uf8ySQUtm/rx3JegIrOHPCUZ40Ill+USWjT37Yl09iurc1VU3RyJXuVOt7ghz9iQDczt4bDHY/Lr1Bi19pYxM0NR9POQebDPyO4OygwfxVxumLKGLzY2Fc+gC74TcpzBvYwH1BO3L4ivwbniiDliU7sT8CG+eHwekN85RfhRvsvx40yhMEPNt9te+LAHliTtWfJL8hHi7qZV42dEnucCFD2o1AG7jQDXDxEZNavLijKjBm153YGOgWHIG5xpBGe3+5NQOSEUKwVwflWN9trMzO6f0Ylf5GAxGkJYGyQQMes4cFg3vKdI99FfCEJYb57HHZO+VyCHfzueUK+e8wion0JWDp5zHWLhqy+bjZNOXEk3RZ+bBc7NRQMhDBv4TH5znEr6YGJIjxPSnCEgZDVU8egmgy304fzN/nikqKlPFg0AREOtXNOp6PQXDykO/ZvjAXndybt3AIPB0HKhkdkuP17GVLnS0t+kmvjwiIuHGLdmNfKMDFzOLlVEhcSMZL5w6E9OH/CNhd2Qj2bjzWszmF20yiPHFR05oAHvVOEY1URlvxlyXkzlyUCeTnV9mrNBu+0B7dMaiai8lf5z4L/aXBi9xPyASS+WBeDSvIfA9s8Lja+cuxH+eXI264ovwIr1vJO25/TrVRZUHDyVZhtQsJwRc5xRc5FXwrOCuLvZv/A0kbByQ/3bz+loP3YGebDzTLrOHGbvwSrygf+lHxAaVMoA3eagYNOC4ic+9cFRc6MaDmnMlChek28UK2muXy+mMRk5FCkmBvKS51k0/0tIUPhk5fHmfmWW9fESOqKD5fFgSvZ6ci5nEyJJ4u5gftEF3RxxdA5S/CVDMFflpGCsR/HoaFDtLNN/xD8cibFLCbq8+Es8HuJ7evL9xDFKr9nBs5aQhP274g3e0VzDicNLzXOeO9p1ll4UXweF9Fqlfmd1mZImFVMl/4m33fpDFLoOG4GGnQIwlcbYiWAkmq+lziPU6rQNHAIzojw+0MCKr0XrAZTrmAvJ6KyXvtAuhg0Fj8uImKh49TF173MJJ8EXio19AWF5+lDCSB+kn7pb+Hf51JQw68dKEZPy/ffD4JzEtW06pke37UFJV+ux2yegorOHPK4+WuTkU3ilSZ+4Iebl04RyvRG4AeXr8fk24coOilM6e/uICBZ5nvdmVrgEESy/OJlOaN5nA07BpqtKTZLxJOTtq1IJ/1PHdyDkwJ+eMu9mnv3EeW93iLU/Q4xkNkCIufudUGRMyNazokMvFDdCxUEvHZH0Vm4mDsqVMt4uJ11Pq3bI3DUeLzVLQgssz2RXnS6G9FJu6cMy3cfOR5+XYPAOZ9+XYJoNnhCzmUtJiorfsYoB462vSmBjydEMPL7hUGQd/qFwPvta6vnX76J12nWlJE3BkekS/OXedpMwenAQIiTCQyElH+1Ht4eHIb6HQJhCU76lRO7t4hLRjzpR6HZUvxebnntGun3XCUvNO41BK8HBF4nOFlvbZdUR+prtwsEUVFEKOuGbD3KBHyZCaOcFvgCkwoNfE3dgC02H26X9JLT4iLjkMsPKjpzwAPm1hP8RckPO/GDPVJ5M5fODxc/uBxe9+lk+8/jskQwM2pLcWrZGeHk/maMelo253TH8oVmE95+kWvwtvwa/Wp9rPnQM0LKDzdRVSKdZ47bhhWc22tZGfg7DGS2gMi5z4O6oMiZEi0rA7fMABcRUVDecsO70MC3dwg4nP73ur6+dQn7lkrX19xZC+dyVvUNADeOv7M9Z//eVHRm/2cE/tKcMyLYLCKa8l438IP/RFH3G175LhmSJ7zfCcAXkl8zNxzLJoeafOlMVhBSaI591wd87di4d5uaOZw3PIlU8nVjmxdEYLNEO/mrkltTMOUiIm7E+9Hg7uAvTHHVv8rAHWUgswVEzifRBUXOjGhZGbh1Bji0/uxNLOi59Z6zTwu+qvleXE3h5z1QVYbf78W5sts5VHRmtyeSwfVwTk2XEeNFbLqY9653Hj7eeL3i4wtO3DYFOQTPtM2lKSPDHm/3G4InirmZxUMDZi0BRSpXEQ5dtEb6cTVzbTh/Bg5/6rYKQNuh4020knM6ffuEmFqvN/zgOBTfK2KRsTeU4QsuIuKioYCxM81wBivafTADr7RsJ/24gCsDq0q0k3ZFzmAgJ1wlFw8RN3utuqDoZplSP2VAGVAG7h4DKjrvHrd3tGf+wuSiIQ8RlFbHT0i0k1FPq1zWoa5ybW8jOFnH4fWXmviaBUWWvzXsznpHUFxSfDoOq3MYg/6WX8nK1+YPcWFRdRGVjz2Vfp8yRjtfaRkARj6tdpoqA3eKgSeeeBy9enZNQ/M3fdJ17Vxf7/W66eq1oAwoA8pANmcgV16eis5c+Vhv/aYeEwGb2bD7rfemLZQBZUAZUAaUAWVAGUjPgIrO9Hzk2RKjoY7RzTxLhN549mdAr1AZUAaUAWUgRzKgojNHPja9aGVAGVAGlIGcxMCPV/4Pk09cxZST6TFVyhbCJe+IiFNXQUyT1BHTpWzw3VVMF8xwwkwpO2LW91cx2wlzpOyIuaevwhHzpOyI+VImFvxwFY6IlLKFKMk7YuGPfyIjfCR2YpGkBsl/YpFgsROWSNkR0VKOTvkTjvhYyo5YeuZPEMskdcRyKTtihZQNzv6JFQ5YKXkLMWf/AhErqcFPfyFWsMqOTyQlVkvqiDXn/oIj4qRMrJXUwjrJG5z/C+sE6+3YIKkjNkqZ2CSpwc9/4avf/5Mt/unfzkWo6Lwd1rSNMqAMKAPKgDJwkwwUL/gAOhX/Jx7+5z/S8IjkHfHoQ/+Ahcck74jHpUw8ke8fcMSTUnZEYSkb5P8HCguK5H8AxFOSWigqeYMCD6CooJgT3KTsCHe5duJpSR3xjJQd8WyhB2ChuOQzQgmxG7g8gBKC5+x4XlJHlJSygesDKCkolQFKuz4Ig4clFZSxo6ykjvCQssEjD8JD4OmEclJ2RvlHH4QjKkiZeEFSR1R87EEQlSQlKkvqiCpSJqpKavD4g6jmhOpSJmpI6givJx6EDf8j6f+g5hM2vCjpG0X/FwHPPnST//qyl5uKzuz1PPRqlAFlIMczoDegDKRnoLgIuREe+aFQDu7Uv4GAZ/+Z/h9ZDimp6MwhD0ovUxlQBpQBZUAZUAaUgZzMwD0VndmNqBUpf93y/BrHeTXM3+y8Gs6pIRzn1TjOp2E+q/k0jvNomLfm0TB1nEfDfJbzaJKznkNj5s+IX1bzZxznzTB/J+bN3GjOjONcGead58pwzoyZK8M5M+f/QkZzZThHhjBzZMRn089/4eSl/5fd/onq9SgDyoAyoAwoA7mGgTwrOod75EO5hx/McH6NNa/GSrOaW+M4p4Z5M6eGc2symVPDuTWZzalxnEvDPOfSEH9nLo2ZQ8O5NC7X5tE4zp9h3syfkfrM5s9wTk1W82fMvBnhlPNmCMe5M85zZlh2nDPDPOfMEJnNmXGcK8M858oQ1lyZqo9nPF/GcZ4M85nNk2kjwxV1nvjfXPPh1htRBjJhQM3KgDKgDNwXBvKs6LxT8yq0n9w1R6fOk/9zXz6IelJlQBlQBpQBZSC3M5BnRWeGD1aNyoAyoAwoA8qAMqAMKAN3hQEVnXeFVu1UGVAGlAFl4HYZ0HbKgDKQOxlQ0Zk7n6velTKgDCgDyoAyoAwoA9mKARWd2epxZHUxWq8MKAPKgDKgDCgDykDOZEBFZ858bnrVyoAyoAwoA/eLAT2vMqAM3BYDKjpvizZtpAwoA8qAMqAMKAPKgDJwKwyo6LwVttQ3Kwa0XhlQBpQBZUAZUAaUgQwZUNGZIS1qVAaUAWVAGVAGcioDet3KQPZkQEVn9nwuelXKgDKgDCgDyoAyoAzkKgZUdOaqx6k3kxUDWq8MKAPKgDKgDCgD94cBFZ33h3c9qzKgDCgDyoAykFcZ0PvOowyo6MyjD15vWxlQBpQBZUAZUAaUgXvJgIrOe8m2nksZyIoBrVcGlAFlQBlQBnIpAyo6c+mD1dtSBpQBZUAZUAaUgdtjQFvdHQZUdN4dXrVXZUAZUAaUAWVAGVAGlAEHBlR0OpChWWVAGciKAa1XBpQBZUAZUAZujwEVnbfHm7ZSBpQBZUAZUAaUAWXg/jCQQ8+qojOHPji9bGVAGVAGlAFlQBlQBnISAyo6c9LT0mtVBpSBrBjQemVAGVAGlIFsykCeFZ0jkq5AoRw4/xvY/vN/sulHVS9LGVAGlAFlQBnIKQxkfJ15VnSOTPoDy5P/wsafMscGqXPGerFdh7N/Yb1g3Q2wVuqcESe2dDjzF+LsWCOpM1aLLTN8InXpkPIXPnHCKik7I1ZsmSFG6gyEp5hMsFLszlghtuvw419Y4YTlUrbhTyz/8RqWSd4ZS8WWhh/+xFLBxxkgWmzOWCK2zLBY6gxO/4nwE1ex/Ze/Mv6kqFUZUAaUAWVAGVAG/hYDeVZ0krURZR/CsuoFDZZKSnwsaXS1gnDEEikTi6sW1Zvy6QAAEABJREFUxCI7PqpSEMRCSaOcECllYkHlgphfuYDBvEoFQMyVlJgj6ZyKBUDMlpSYJelMJ8x4oQCIaZJOq1AARISkRLikxNTyBWBhiuSJyeXzw8IkyRuUy49Jgg8FEzzzwxHjpUyEeeTHuEww1iMfPihrwxhJidAy+TDajlGSGpTOh1GCkYIRdgyX1BHDpDysVD4QQyUlhkhqUDIfBtsx6Pl8IAZKGmzHAEkd0V/K/Z7LB0f0lTLRp0Q+9LYjSFIisHg+9Cr+kEFPSYkeklZ/5EH+s1AoA3eVAe1cGVAGlIG8ykCeFp159aHrfSsDyoAyoAwoA8qAMnCvGchGovNe37qeTxlQBpQBZUAZUAaUAWXgXjGgovNeMa3nUQaUAWUgJzCg16gMKAPKwF1iQEXnXSJWu1UGlAFlQBlQBpQBZUAZuMaAis5rXGSV03plQBlQBpQBZUAZUAaUgdtkQEXnbRKnzZQBZUAZUAbuBwN6TmVAGcipDKjozKlPTq9bGVAG7hgDiYmJSNi9+471d6c7Sk5OvqXr4/0Qd/o6tD9lQBlQBv4OAyo6b4K9RTOmwrdmJTSs8DwGtvfHqSOJN9Hq3rtkdMYJ3Vvj6P6EjKruiG1GYBvTz+YFESBMwekwJ6gNTh38+9fwx8UL+HpjrOn99KE92LkwwuT1oAz8HQYuXLgAn0ZvwL/V27ck7P7OOW+1bcyKleb6bqYdxab/W60QOnLkzbirjzKgDCgD94wBFZ1ZUH1SBOaqjyIxM2YtNh4+iRdf88akkOAsWuWd6mZBQ7K82SaBQ1CspEeWflk5nDtxBIc2rcrKTeuVgVtiIH7TZuPv4uKClStWmDwPVnSRopRRUJZpJ1imnQKPoI1g3oLlTz/6E/Sx4Gi3fK069kF/+lg2pizTznqWnRE5fwEoOFNTU52rtHzvGNAzKQPKQCYMPJCJXc12Bs6lpKCIm7sBTW+2bW+EJ/OXUi9gcsgAvN/R3+DUUVsE9NPVMfjOnqff/AmhTLBtTQymDQvGsE7+WD4rHGw/fXgwRnb2x4R+3fD90STjd1n6/ejDUIzu4o9J/bvh9DGb/QdJp7zXDWO7+mPuyGDj63ygz7QB3cAI59JJoWBfls/BHfH4UCKfkwRbl0VZZqyYEoopPVpj9sDuSD5uO9cViSouDh2I8J6tMXdQd3z9WTz4Z8/6WGyUqOa0Xm3A/FcbbJFH1p2Rtss+GIhZEtlcOLgH2Aft+8TnXz+l4OyJJKwYO9Bgbu82WDdtDKsNkj7fggW92xp8uXIhovq0NXbHQ/z0MTgnfTCl/dzJJKwc1gPR/dri0xnX+jq+awuWiY3YF7uQrgplIFMGIufPh4eHB7wb1EfsyhhQ2NHZii7WeullMApa++VXYAlUlmlnhJQY0L8/m5joIssExR/FIf3oTzRp2Mj0z3MwTxvBPMUkO+nauXNa5JVt2QftBMv0Z//WtdBuYffuL9G7b1941fSyTJoqA8qAMpBtGFDRmcWjeKGG7T/v7n5NsGpRJM6dSUbrHr1Nq9lho41wHDs/Gv7de2NwB39TPi8+lxwiDd9JtJQNzp9JwZ5t8WjVrTfqNvXFDBGcBV1c8d6kWahexxujRGRSJK6cHW7EYv+Js1DLx88IT7aPnTMVHlW90PvDWaZ+88eRcP5DwVmmihd6jp+Jx4u548fjR4wLh9gjRw9E+2Hj0U5AAfrlulgcEjF5XIbf+8xYgpqNfbFotE3Mrp8Xbtp1DpuJOq0CMO/9HvjtbAp+E/F4WNo07BiIkpW9QKFpHOXwrQjHcq96o90HM/DoU25Y/sEgscKITQrQKyJk929cZaKeLd4PQ+LOLfhOht05bB4zdhDeCByMDlMX4ScRlt/L8Llp7HDw7jkERSRiypTmHw7uQQ2/ADQOHgcKzfMiQokN4wehodiIEyJAv918TRiznUIZsBigoEtKSoJfy5Zo37GjMVNsmoz9QPuOXZ/Dzc0Nox2GrN3d3XHg8NcI6NDBiFX2ZW+CWXPmYNa8uQju1x+urq5g+/Effgiei/0nfLkb7k+7Gzv7YGRyt9goJLdsjkfIsGGmjm2nTp5sdWsEJf15LZs3b0qzW5nZc+fKfXSwipoqA8qAMpCtGHggW11NNryYQiIKObTeVoQmI5mc0zlJopu81MN7E4zYZL5CNS8TDT1lj1bSlhFq1PVGOfF9UgTht9I+4L0QUHjWaeqHYXOiTZOvtsfDU3y+l8gm6wrINSTtS8CzpT2xMy4W+yRi2Xn4eNR/p73xtw6/nE1GgUKu8BY723i/HYCnS5U11UelfaXa3qDPr+JXWoRp8vFEuJfyxK8iJldKtPPxou54/6M4408h6tdnCPJLf6VEXA6MWoP8Li6mrkItbyM4HyvqZsrWoVqj5ij/aj2wTVMZdj91IMGqSktLVKqBl1sGGFHqKb6s+E7EI+1PiaBkuVGvwUyyBAXoMxVr4GERuM9U9MIfF1ON+HxabBfOpYBgPjkDAZtl5+qQJxigAOSNxsiwujUHkpFP2iz4tWwBdxGY3g0aIEVGPiw7yxSF7TvaRB6FJOtc5HPiLVFTT09PIzK9pR3bsx+KxXgRi14v1oR3/Qbo1qkzKld4gc0MLOHKPtnmsy92gULSVMrBW/rlOd1FsKYkJ4tF/yoDt86AtlAG7hcDKjqzYH7zJzHgvM6XXvdG/9AJmL5yLb78NN5EPBm5LChRDKsLCkQrf/HCBSsrQ+1JafnCIjatwmURSVaeafEyHiggApPRzkQRpEmCRBGL1SQK+qQIvOZdgkDsF1Ha/bUqcI50/iKR1AIuNmHI/ogC0h9T4leJwB6TqCbBMgXn49LvYLvQnB3cHVN7tmYVUk4cMal1cCvlYcSkVc4offQp93Tm/A7nTldhL+Qr5GpyHHp/RK7DFORg2SV7w79FnrcJajpReDIlrgqvPx5KAMGyu4hQpgplwJkBik0KQdeHbf8WOcxOYWkNddOfQ+G29HcmaUhO/tHkLfFHkUiDZzlPJpnCTQTs1MlTEDpqlImwMgpqOVt9WHM8OUfTEsb0seqZVygDyoAykNMYUNGZxRPjcDpXrzu7FRJBVaGaFw5/dS2a942IxIIuNtFnzek8L0LPWVxafVFIfiXD7SxfSr2AXk1q42fxZ5ST8OsaBD8Rmqft80PnjAzGsyJMObweNGEmKD7Z1kJZGXrnnE6KVtqYssx8AbneyzK87dMpCE0Ej0tUk0Peu+1D7C36hGD0qu1mTmfy8SS4lSyLr3dsYVODEX51kCJ2U8jksHdDbFoNh93zFbJxkWbMJMMoZ5IMtVvVHF638jdKH7KLVkefh4u44eqlC3jp3UADilGKUEefzPNak5cYoJjjsDbnQEYvWwaCQ+LkwHFBEYfIKRI539O3hR+rDTgUPnrkKIweMRIuLi7wyEBs0j9qwQLQr2vnziZSWl8inKYDOTBqaQ3ZU8QyAipmBPfvD56TQ+uWAKVdoQwoA8pATmZARWcWT6952/YS6UxCd78mmCjD6gH1a+FNsRUUEdclOATRM6di7vjRCHqrCV5r6ovnyniiQvWaWDorHGP7dEVIx9YoUChj8dVSRCUXEi38MBQjO7c28zo57N6iS29wXicXE4V28TdX+IRESJ8UoTilf3csmRiK6Emh1w2v0/HlJn4IblYbC0YNxMA369BkUE+G2pmZIdHM5ZNDzeKhijJMXkqG2bcujQKH12cP7A4OpbtLVPMNEaYb5ocjVobdw3u1BiOdBPvIDFdEOH/Qsi64iGhKx2Z4RYbRM/N1tBeVYXWCC4lixw3CxyE9HKvT8o/IMDoXEu2JyXxxUPkGvsb/k2E9sHXGGGyb8QFKvlzP2PSgDDgyQDHHBTcc9rbs7hKF5BxNK3pJO8Vkwu4vQQE5dPhwmgwY0UxK/BaMks6eNxds6+FZDoRxkAP92R/9UmX0g/M6OUTO4XP2F7NyBSg8mXd1fdj0wfmg0hQ8p+XLvnmttBM8B8F8RmAdkVGd2pSBbM+AXmCuZUBFZxaPtpCLKxZt/gwjwmfBu1kLTItZm7aQ6LmynohYsRY1X6uPPqPHCyaY3spLBHTuhh3wadMBk5fHIXS+ba4mFw/VEWFqnORQp6kfJiyNM2Kzx8jxaPdeiFhhopnjPo5DtbreaPveUPSbOMvYObQ+ePYSVJXh9tFL4lBFUlPhcHinXwhGSN3LTXwR9sl2BM9cgqdFRNJl2KI4vC7ik3M7x0hUk0PrRKjkK4oAbSHRzi5hM+mKF6Q88KM1qCCpX+8QdB5ns9do5AvCOMnB2jKp2hu+6Be1Bt0jFovYbIeR6/eimviKC6wtk7htkk/gEJoMqjT0BcUmh9dfEoHKhUSVxfZO6AzkK3i9UGfUsu3kRWYxEYfWX7ALTHZWvr4vaGO+3ezVqOoXgFIve6Pz4q1wlegn7QplwJGB3n37mOimo435ocOHpbNPmDjRlJm6Okyn8ar5orEzQupVsyabgm0JU5AD/VmmD2EJXHcRt+yPNqYE/aQJKDRpJ2hnH2zHMusJ+hLMZwTWERnVqU0ZUAaUgfvFgIrOm2S+iJs7XqjuhSIScXRsUtDFFRxmZ4TT0c65mxSfrC8hQ+Kso41g3gIjmxxKL273sewFpF9PGS5/tnT6/S1p5zA6U8vXOX1CIqJcwU6fp6U9U8uHdi4iyl/INofNsjPiSQFqlZnSh3bHCOdjRd1AsJ6w6h6TKCRXrBPPV/ZKN/+zmIheztMkKDLZjqAvbfkLuSBm7EAc2BhrVq6vkmhnpYbN6XIduHjo2Yo1kE+unyLUcmDecbidC4gIR5vlm4NTvXRlQBlQBpQBZSDHMqCiM8c+utxz4RSQHacuBlev/3HxApoPGoeGva5FRHPPneqd5CQGGAk9efr7DC+ZdtZnWKlGZUAZyOUM6O3dLgMqOm+XOW13Rxlg1LOyDK3XDQg04vOOdq6dKQPKgDKgDCgDysB9Z0BF5x1+BFyFfoe7TOuOe3USaYb7mNmz/tpK9XtxGYdk6P33n1JueKqrEiW9oYNW3nUG9ATKgDKgDCgDykBmDKjozIyZ27R3bFjrNltm3YwbuxNZe959j3stOr/etAr/zkJ0rh9vewPS3b97PYMyoAwoA8qAMpBtGci2F6aiM4tHczH1Ar7+KgFffBqf5slo5qkjiSB2b40H9+Jk5amjibh8MRXcr5NlgvmEbfFgG5YJvomI+3Fae3RyI3ja+SaivdvjcVnOyTLT08eSwOgmU4+qXiBYR/H5+doYHNl3bZ9Qy75L7D9KO5YzAusOfRZv9uS06vkGIit/RSKG3KvTKnN/zq/Fn6llY0q/b3ZuwckM3jzEeoIr078Vn1P2113SRrCc+PkWsJ7ljPD9wT04Ij7OYpPzPk8f2oNju7bAin7+IOXfz6WAr8G0+vpRbHwNJt9MZNk0VQaUAWVAGVAGlIH7w4CKzhvwTsHJ/Tk3f7ISX2zdjHcb1DLi8eSRJAzq4I9JQ0xTrBgAABAASURBVIPxpdg7NqpthOd3Ymd3h7/azcTs07l05lQjQru9URsUm6wY3rk1hndqje1xMWYz+JFdWqNX49rYK+J0fXQkBr7jY4QnX4M52N8HMbOnIlbAV2ASFJxju7YG30D0yZypmDcymN0aATq+W2twQ/ilk0MxbUB3Y3c8fLEuFgtHB4PCc2Zwd1hvJ5rSs02aW7II1pgpoaa8fVkU5g7qbjaGnzeoB1ZNHWPsPEwIaIYTIjiXfjAImxdE0JQO3Cx+TlAbnD2RhF0rFmLFWFskcktkBL6QMu3TOjY19ekaSuGTcYPwybiBOH0oAQv7tjGr2sUMCs75XZrhaxlu556dS/q1AYfVfxQ/1p2Xc7E8p3VdfLMp1ojQxV2b4eeTSWyuyOsM6P0rA8qAMqAM3DcGVHTegPrNn8Tgpde88d6YCQbMx4vNahK2IBp9Qyfg9aa+2LI6Bq838zNV73TvDb6R6NyZFLNHZ8cBIQgcNR5rl0TC+hM8eRYGTJoFbplEW4uuQeg+cjyGzYkGt0pixJN2bizPfTr72vfqpO0X6bdAIVfUfycAg2ZHgxvH0x6/NBLcp5MYMHMJfj2bbMQl6ywc3Z8AbpnUpJOcb/xMMFpp1WWUUnQOXLgGjToGIXjhavzmMMTdvPcQvBk0BG8PHpdhtJMisEv4YtRrH4i2Y2aAbyniOSg2i5b0wOsBgWgj9j8kOky7hT8k0vq9REb7LN2GBj2HoOvc1VYVzp04gup+AfAZOA6vtgtEYenn3MkjePndQDxcxB3cHP53iXi+JOVGwePMW4mef7meCNPUtD40owwoA8qAMqAMKAP3ngFLdN77M+eAM34tEctVi6PQoPzzBp9InkPokD/cGL6gi22vS+e9N6Vaht6TwEhl80olQYT1647vjl6Ltjnvy1m9rjebGTBvDblzn07HfTbpwH06nynjgf5NayP8vW54prRtL08OtTO62bFGSXTyKoUfjx8xUU+2sdBUxCYjmf28q+DTpVFwL+VpVV2X/nY2xdi4XyczTDuOncGsQf5Ctg3cn6/sZcrOh3KveuPz5VGY2qEpwjs2xb9FDNKHIjTx83iMblwVHGIvWrIszWn4SYTlI0+5p5XzFXJNW9FexO67uF9bzPCvC0Y20xztmcLPexiRybcSzW1TF8kSBWUk1F6tiTKgDCgDyoAyoAzcBwYeuA/n/NunvPrnn0hJOfO34P7Xv7O8jufLeqJ5mwBs+uakwfQVcWlvI8qqcRE3dxQXMbjq4AkQH32230Q7M2v3s0QvrbqfzySnRUAtm2PK4XW+nWjimh3mrUQcXueQOsVnrwkzMX/PCcxLOI4BMxejcu16jk3NsH0/iYIO+SgOBVxcMHtgt3T1LCQft4nj/FLPyKZjNHSHiEirXDITsck+iCntm4IbwzPa2WXqYpoM2D5w/hr0EjCqGWMfdjeVcuDrLmmXbNrff/+UbPJcUPSDiEgfiWL2iN6Ghx3EqXGQw76YhaDIrNtjCDov3gb3ihmLYnHVv8pANmNAL0cZUAaUgdzLwAM58dZ++eVXrPok7m/B78KBLG/9heo18cXWeLOQ6FxKMiaGBONcii36l1ljDod/dzQRJSQSyQVGW9fEmHmgCyaEmrmdmbVb+OFofC+R0B1xMVgfHYVqGbzi0mp7Wvym9u+OyzIM/UxpTxGPrniiqBvKVq2J+I8jQVHKYfQFIwdaTdLSLcuisHZeuLRxMW8NeqyoLaLINwptkzoKzoR1Mcafkc2SlWtgw/xwMwzPofYdyxeadsYhi0N+iQQzSvkviZha8zm5cIhzOnetiJJ+XMybhfKJn2NXlujcHhVh5nLuWBiB38+dcXQBRelOsf9waA9+kKF4Vv5+LhnWwiKWiX2xC5G4eRWzCmVAGVAGlAFlQBm4jww8cB/PfUuntpxfffVlNH/T528jxrWy1WWmacXqXug+cCgWTZ+KD4cEo3nb9nhBbIUkAviciEqrYZFi7iBY9u/eG/PGh5qFRWPmRyNBROvYPt3AIfgmrQPoAs+qNUzqeHjDvz1WzpkKzuVs914InpX+C8qw8rNlrg1/P1HMDURVEaT1/QMQPTEUm0Vkdho2XkSkK5p1DkIZEZ4LRgaL+IxCh+Fhxu54nlZ9bG/64SIiRhxb9gkx1V3HzzSLitaLIH2htrcMu3sYe+ewmRIdTU1bTNQrYrGxu5Wy1ZuCHBjRlCTd37feH4d9G2JBkflcpRp4uUU7IxZbvh9mVq0vHtLDiM7GvQana8fC26Ez8O+fUrBp+gcs/n/2zgM+p7P947+07/tvjegeRltq6zQqSu2kKKGSaiuiYsdIYiZIjJIgtsSImShiJi2hVLRmVdTssIouo0O1L0V1vO//+t3JeTx5PBkIkrh8cp37vq97nHO+5+CX6z7nPni2UUtp62rSex4pjuRpqf6mwaNMPTdla7ljzZgBeFraFnm0ONZKni8Vvdx/lEy3n2UTNSWgBJSAElACSuAWEchzovPBBx9A8eLFrtuO//vebCGv2dADY+PijXmkvSjE5zm7iBhF2h++QERjsblve1BslhKxSBs4KQbhIj7f8A9EobSI3vDZ8WyazvgcZ7/xMegrZkU5KTzb9k0VhWxcu5k3aFY+cFwMOg0dIxFON7qMUXgGx8SD0+zlq1z2m0rZFJRj4EtEfaYtRCsRnA9IhFTcRmR2FYHZReyVjoHwljr6Ge30DYtE4JSFaCPp/WntWwalile2obUITF+m70mZfn9r5DTQarXyQ7OAUBQtUxH8+hDznWTKnS8TMRrK9vb2qLR7dcBotJs4H3XbBaB5yGg8Ij629egRCt8J882LRM828sJLUs++DWU6/U3x3yVivYHk35B8zbcC8NTLXqgnZbZRUwJKQAkogWsloP2UwPURyHOi8/pON3f2dhb5zJ1HqkelBJSAElACSkAJKIFrI6Ci89q45WivobOujHzm6A50sBtOQHegBJSAElACSkAJZE5ARWfmfLRWCSgBJaAElIASyBsE9ChzOQEVndm4QP39fMwb7J99moKF0yZn2mP7R8ng2+tsFNrRJ9M31tkmL1hUzzZ54TBtx8g32Pn5S5tDM0pACSgBJaAElMAtJ6Ci8youwZMVKsL9Ve9Me6xcGIvz586ZNp2Cw8zSSaagm5tGgN9at/8G+03bcW7ekR6bElACSkAJKIFbTEBFp5ML8PGHyegr0c22L9fB2ND++P1c6nI7P544biKe7HLs4H4M6OCDDo3rILxXV/BLRR+uSAD9s8eMMNFOrtH5U9qi70tiotD3DU/0E7M+h8l1OacODcbYPv7o2bQupkueY9M2JyVgRBcfBHnWxYS+/riQdgwz3w7GqK4+GOzjiU/WrMB7M6PY3BjX55wj9aZgt1k5KwrDfT0x8NV6WDIx3NRwPc55I0IQE9INYS3rYYakXEKJlZ9tTsbkHm0wzKseFoSH4GLavllnb5uWxmF8++aYILYiKsJWtXNNIiZ2aI7Rr9dHkp1/fmh3zAzyNV8nYuPZkv8wLhpTOrYwtmdtIt3GuEZnTKcWmNG5BVIS5hnfj0cOYNng7uDXiJYP6W6WX1oVOQDTfeojrmsLfPFBIig2P5oWYfIss+NGKc/xrY+F0ubox+vpUlMCSkAJKAElcNMJ3O47VNHp5A4YFuQPr7btMT1hFR4tXgLHDh0wrRjB/EmEJwsjevnDvYU35q7djCfLV0KE9OGySVxOqVPwYIlwVsKxgwck6nkWFJ8bViZg+OyFeFts9cI4fLkzxdRtSkrEC/U8ELk4CT+fOg4uDs8vEi2fEQX/YWMwOWmT+TrRro3J3C22rko0XyHqLHVln6+KDxbFGj83H0vdg8VKMGsz+rhQfI+xMRj13kYw//3hA0bEbn8/Ec/X8UDo/JVGWO7blCrIZg3ojvpv+CHknZXgkkonjhy0jWdljuxJwQ7p337UdHSLXoCjUqbYPPnVASTHRsNv5HQEzV2BUyIUuVYn+/GTl1Ube5mlk1j+et8O/PbDcXSaPB9NA0KxJnqklE+A4nOvCFC/SfPNkknbl8fh2707RGSew+GPP4RH90Go/VYA1k8dadbu7DBzBVqPn48Pp40EP4HJ5ZKebuQF2rZ3osHIp2/MCngOn4Z1Ywfg56Op15PHoKYElIASUAJKQAncHAIqOh04M8pZs4E7ajX0QGHXImjbPQiFCruma/XjyeNmMXiKTlZwQfhRc+OZdWpfi2it39wbhWQ8WvX6HkZ0svET5SqiXlpdpao18LNERh8S4Ri1apMIw3NIkEjm/l0p+PnUCTY31qh1e/CTlw8WLYGKVd1EiCYY/9ZVCajVzMvkrQ3L/acvBKOgSbOj8IuMY0U0+RWiGk29wLU4y1Zxk7rj+EyinM/WdsezIkbpb9IxUOrTnz/HPrJnB6q/4gWOwXZ+Ij6fkn5fbFkPLgTPtTjpryS+L8XHPncXckXVJl5Sf3n9UO8BkSIci6DU89VRuUlLfL03xXyF6HkRp1yTk1bhJXd8uy+FQ+CR0hXMep1cs7NZyGizRie/SrRVxOWl8+dMG/vN9yJsuW7nbn6ZSCKhRR4prqLTHlCuyeuBKAEloASUQH4noKLT4Qr/fu6sEZT27kJFitgXzacw2c7eyS8O2Zft8+fPnsXDxYrbXA9J/mcRrnQUcr1S0LGuU93K5gtFDxUtDgpTtnVmLzXzxu5NycYsIWrfjpHNAS3qYZtEQR8QkfqY3ZeEGMW0b8v8hXPnYC0AzzKN4pGpvZ2RqKx92RKf9Nm3v+/REhKhTH08oajdvtnO0Sgwf/vhhLQ/B34K06q/V8agn2UKSKa0T2XafW6XFuYzmI8/54a7RNTSn5mVruWOIo+kjwZn1l7rlIASUAJKQAncNgRu8Imq6HQAzAjnto+Sbc9xHj24H9ZzmVbTR4oXB6OXjHjS95MIyDdrPc+sRDOvFJGlKlTEjg3Jpp4bTq2XLF+RWafGyGbFam7m60R1PL0l4nnWmLPGVWRq/juZLl8hEdFaIkAd2+yRafmaEv1sPyRSptLdJZp5wphjO6v8XF13iXauhxUNPSHT5WdECFr1VlpcBOTnm9dbRaybG40lI0OMYD0q0UqrYv+WZPMVIqvsmH5t1/aARERLPu8Gfo3o4NbLY38jbehz7PuZRC6bhUSiYY9Q3PNocTDSyTfX7dvRf5eI0RdlOr6G2HGJfNrXa14JKAEloASUgBK4OQRUdDpwLixT4M+94AZfjzoYFtgV/fx80kUp2fwRmf7uEhxmXiSaGNYfga2aoXPwYFbhmWo1sGj6ZPClIuOQTQOZPv9Jps2HdPIB7WfJc0pdqpz+VJIp829lSn58X390rlfZTK1/e2i/07Z0MtrJ6fMqdT1YTGeVRZSuXxyHqf27YWDLeiggkdXvD2c8FqOUnGof6lUPs0K6IapHG9wvgi7doFLg1DqF6bQAX8QO7I5P1yTi5Q6BqCbT5xwjJtAXS0WEHtu7Ay8XZr61AAAQAElEQVS97ic9nP8sCO2OOUFtMe6N+nhUhKyZZm/cEoxsxvVqi3m925o8v73uOEI5iVquigxB4pDuWNSnrUQwi5kXie4q7IpdEgXdJlPuNUVoHt22Hh+MHYDlfduaIUo8V92kulECV0FAmyoBJaAElMB1ElDR6QRg/4ixmJGwyjzP+e72vRgWFQMul0RzT1syqYVve0xZtgruLV7DnLWb0bCFtxmpufhbdwvCMyJcO4kwLSURzUIiZMcvSUL7/oPRQWyc5OkrKXV+/QabftzU9fQC7SERtXyms4lPe/BFosEzFsI3rd3AmIVseoVReF7hFEf5Km4Y/d5GuLf2w+T1u9Fv2kK82NQbj5WriNd7h0mL1J8a4qOx5BsWiQHzkvBKp0BErtuNzqOn053OKCz7x61Ei8BQNOoQgNBlG8DnONnIP2oBmgeEGgEasvSy31N8rLe3wat34ZWAQeg4eQG8Bow2VZxm95+9Ao17DkKjHoPQddYK89znI2Uq4GUpm0ayqd0uAG0mLMBLIiyDVuxE6/ELzItEfJnorRkrUEZEKZ/h7LhgA556Wdh2H4TXxs+XnvqjBJSAElACSkAJ3GwCd1z3DvPpAI8UL4HSFSqZs2NaWIQjjVFO45QNhSPFJVMp2n6eruYm0dES5g12+7pSIjJLilkNWWdfptikWfWMeBaU/dKs5zr54pBVz5RLJm1dlQCP1hlHE9m/vIhPtmeegpOisUTZinQZ4/OdNFOQDZ/r5BS6ZGGlzDsa64rZjWPV0/dkZTeraNKiZS7vzzjSNvRbgjXNZRJOqdNMQTYUo484jMHp84fTfMzTpKmZbqf4ZJ7G6OZDpZ3vn/VqSkAJKAEloASUwI0loKLzxvK94aM/WKw4AsfG4MGiee/lmE6TNOp4w28Q3cFtQ0BPVAkoASWQ2wmo6MztVyiL4+O0Ot9az6JZrqwu9Xz6SGiuPEg9KCWgBJSAElACSiBHCNwGojNHON3yQbYkJZi1NjM7kAvnUpcmyqzNjao7uifFLBCf2fgD65bLrFrrlIASUAJKQAkogXxMQEVnHrm4/Cwm33rP7HCj+/tnVn1D647u2SGic8cN3YcOrgSUQB4moIeuBJTAbU9ARWcuvgW4Xufa+Fh8ezj9ZxsZ0dy1MRnrFsXaop9cq/PCuXM4tCv1yz0XJOq5Z1MykhfH4XuH/tYpH96dguNfHcD21Yngl4pozH+2OdlqYtKvJIq5Zk4UuGancaRtWN68NA789GWay5Yw8rl1WRx+dbLGp62RZpSAElACSkAJKIHbhoCKzlt/qZ0ewTvjwhEzNBjnfz+HmGHBoKhkQ4rJwW08cTBNXA728TR13x/ejwu/n8VBEZJs87Zvc+zZtB4XRXyO7dbGqfCc2MMX74wIFsF5HJO6tzF25ofjeH92FCzhmTgpHDTIn4XhIdgkIlOyJp0zsDvOiKhcERUBik/6afMGdcfWZfNwUY59ZqAvvtxyeaF31qspASWgBJSAElACtx8BFZ258JpTNO6USCbX6vTuEgiu08mljniojHr69AlDm75heLl1e3AJJbbn14geLFocLToH4vSpE2guaYchkSatXNfDqejkeG8NHoOmnQLB5ZJqNPXCKx0DUf+N9iYCyvqNS+chcOpCNBF/m7BIrJkbTTd2vJ+IntEL8GpgKLpJyqWTWMGo5xkRru1GToNH+wC0GjgaH0vEk3VqSkAJKIHcS0CPTAkogRtNQEXnjSZ8DeN/I9PhDxUrbutJwUlBSQfX62TUc7BEOGkUod9JlJN1lvFtdkY93/b1REiLembK/fSp41Z1utR+rc5yaWt5co1ONvpKoqbFy1QA1/RkmcLyD4leMn9GIpxWO5ZLp63JeVGirb+K6I2RCOcMsfWx0WZhd7ZRUwJKQAkoASWgBG5fAio6c+G1f0gilhfOnUt3ZBfSxN6WVQkynb4fQeOnY0R8EihCHyyWfo3O5EWxRmj2GBuDyBUb8Xxd93RjZbfwQNESOHHkIKz2Z0RMWnkKUQpMq3xGoptWvoBrEfCrRF2jFqCtRDyrNvGyqjRVAkpACSgBJaAEblMCKjpz4YXnV4kKurqCz3Ue2JWChJlRIjQPpDvS0ydPgF8j2r1pva3uO4mQ8kWigiL6KAh/kejmyllR+HDJPFw4d/XLKTGSWaZydSRODjcvEfFloupNWprjoD8+YgD4wtCWpXHYueZd4+eXiJjZIlPqnGpfFRWBU0fSHzvr1ZSAElACSuCqCGhjJZDnCajozKWXsO/4GHNka+JjUaiwK9r0CQWn3Gs380aFqm54d+ZkUz8gZiGsqXc+45m8OBaV63pIdNMDFJxsNGT+SjxerhKz6axpxwBbuUZTb9wvkU06GOEsmzZd3jlyOl1IEOHJ6fWWQaGm7BMaCQrPD+ZGmxeG/CSiWVoEKiOgjHJyij0pOgJFy1aEe/vU/YzadNj01Y0SUAJKQAkoASVw+xFQ0ZlLrzmjlW/1C0MfEZ+NfdqD9qCIQvobtW6PgTPi8WqXQCNA+VUingZfIuopU+ps4/GmH/pPX2heJOK31ms2u3KKu1mnQHYzVqOpl3mZiAVGOMumPd9JEekVFIbAKQtR7w0/2/OdbFf3dT90j16AlzsE4Ona7iidJlT5HfXmgaHg9PpLrfzY9Maajq4ElIASUAJKQAnkegIqOnP9JdIDVAJKQAkoASWQ+wnoESqBrAio6MyKkNYrASWgBJSAElACSkAJXDcBFZ3XjVAHUAJZEdB6JaAElIASUAJKQEWn3gNKQAkoASWgBJRA/iegZ3jLCajovOWXQA9ACSgBJaAElIASUAL5n4CKzvx/jfUMlUBWBLReCSgBJaAElMANJ3Bbi84vz/0X28/8fYWl/Po3MrIdUudon4rPqf32N3b+9o9T2yV+Z7Zb/OnsP/9gt9ieTGyv1GVm+6Te2Nl/sC/NPpM0I/tc6jK0c//gc7EvnNiX4svI9kvdFfb7P9hvZwck72gHxWfZIck7s8PiP3z+Hzizr8TvaEfEd+T8f2FvR6X861//u+F/4XQHSkAJKAEloAScE8j/3ttWdNa4/06s++kvTDx6ydgkSWmTJXW0KPHRoo9dgmVTvr4E2lRJHW2a+GjTJbUs5ptLoM2Q1GbfXsIMsZlpNktSR5stPtocSed8dwm0uZLSYiU19v0lxKZZnKS0ed//iYxsvtTNP/4n7G2BlGkLT/yJjCz+xF9Y5GCLT/6FJY52SnxiS8WWZWDLxW9ZguRpiZIa++EvvJtm7/34F2grJLVspeTtLUnKqxxstZSNyTV+P83WSGrs57+wNs0+kNSyM3/+DyUL3pn//9brGSoBJaAElIASuAUEblvR+Um9IqBtr18EGVmK1DnaDvFdYQ2KYIfYp5nYTqlztF3iS2cNi2BXmu2W1NH2iC8j2yt16cy9CPY62D4pO9pn4svIPpc6Yx5F8HkG9oX4He1L8V1hLxfBlw62X8qpdg/2v3zZDkje0Q6Kz2aN7sFBsUNO7LD4HO0r8WVkR6TOWON7cETM74n/uwV/DXWXWRHQeiWgBJSAEsj7BG5b0Zn3L52egRJQAkpACSgBJaAEbhqB696Ris7rRqgDKAEloASUgBJQAkpACWRFQEVnVoS0XgkoASWQFQGtVwJKQAkogSwJqOjMEpE2UAJKQAkoASWgBJSAErheAjdadF7v8Wl/JaAElIASUAJKQAkogXxAQEVnPriIegpKQAkogcwJaK0SUAJK4NYTyJWic8eOnVBTBrnxHrj1f2X1CJSAElACSkAJ5E0CuVN0froLO26S6X6U9dXcA3nzr7ketRJQAkpACSiBW08gV4nO6tWroWePrmrCoPoLVc3doTxy3/3A+9RcHN0oASWQUwR0HCWgBG4DAnfcBueop6gEchWB3vsuwCXxV7UcZPDstv9iTeGnbDbp79LKNwf5Ot6vG3/+O1f9ndKDUQJKIG8QUNGZ26+THl++JNCr9F34tlERfPPyZfta8rRjktKOehSBZUckT/tKUtph9yKgHZTUsgMNi4C2X1Lalw2KwLIvJE/7XFLaZ/WLgLavviss21PPFbTdktJ2SWrZzrquoH0qKW1HHVfQUiS1bLvkaZ/UdgXtY0kt2/qSK2hbJKVtlpS2qZYrLNsoedoGSWkf1SwMR/tQfLT1LxYGbZ2ktMUvPYIgDzdjgZK+Xf9prKlR2Nj7boVh2WrJ01ZJaqx6YaxKs6TqhUBb+UIh0FZISnu3WiFYlih5WoKktOVVC8GyZZKnLZWUtqRKITjaYvHRFlUuBFp85YKwbIHkafOfLwjaO5LS4p4rCMvmSp42R1La7GcLwrJZkqfNkJQW80xB0KZLatk0ydOmPl0QtGhJLYuSPG3yUwVBm/RUAdAmSGrZ+EoFULqg/rcB/aMElMA1EdB/Pa4Jm3ZSAkpACSiB24mAnqsSUALXT0BF5/Uz1BGUgBJQAkpACSgBJaAEsiCgojMLQFqdFQGtVwJKQAkoASWgBJRA1gRUdGbNSFsoASWgBJSAEsjdBPTolEAeIKCiMw9cJD1EJaAElIASUAJKQAnkdQIqOvP6FdTjz4qA1isBJaAElIASUAK5gICKzlxwEfQQlIASUAJKQAnkbwJ6dkoAUNGpd4ESyCUEPngvAT+cOJ7uaPZ9mgJaOmceK7StVsYc8elTx7FlVYLJX+3mwrmzpssvp05g26pEk8/Nm11rEkG72mP84/fU82S/3344wURNCSgBJZBvCKjozDeXUk8krxKwjpui88eT6YXGvk+3i+jcbjXJ0+mFc+fw3aED13QOc4eHmH4XRHx+d3i/yefmDQXnrrVXJ44TRw/AJ8vnmdPaI30ntW5g8rpRAkpACeQXAio688uV1PPI9wR+F8G17cNk0Ji3Tvi8+D/5KBk0y2efsv7Yof2gbZd2P51MH039YmcKPlqZAHv/l+L7Wdrt2JBshmKZ43wqZfpNfmMy9u9KMfXW5lsRlTvFf8DBz/oHixZHbU9vUDgelHp7++5wqhhl3SGp27MpGaclqsl+h3an4BeJkn4vbR6QMWo186bbGH2frE4EU+OQzfGvDuCiRAz3bU7GV9JXXE5/zsj4n7HNnhTT3mp0QvrveD8RTC2fY3pS2uyUaOZR6etYZ18+deQA9m9ZD/sIJuu/3puC/VvX49e0aCbTH2RMpj8eO4Rv9u5gM1vKAn37RIzaR0C/3bcD/5ExDn+8HjS2+0n2+ZWU6WfZ0b6XPmd/TP3l5pJwOi5lpvQxz3T/ukT8fDT1mjj217ISyKcE9LRuAgEVnTcBsu5CCeQEgX5+PvhMIp/bPlqH4PY+ZkiKvx6vNRPBuc5Y+8Z1QJ+pTNscEyE4qIMPRgb5I2XDOgS1aoavRYSyOqyjD5IWxIrgPIEhndqA4pL+oZ3bYKiUN65MAEXm213aIPhNT3wjwo/pcCnvF2H6zrhwbEpKnTJPmBGFmGHB+FbarImPxYLx4RzKZvQvHD8CuGd4RQAAEABJREFUF0To2ASniMKo/v7YKtPuFJxDfT1NniJ0rH8bIzwpQi8wSirjfi/CbPHE1HHXL47DvBHBRpAy/WhJHPhnmdSHtayHzzatx+rZUZgZ0o3udEYxGtWjDY6IaPxchCfzbJAiYjM+IgRnRMjNGdgdn4tghMOfxSNDsESMojU5NhpblqXu16EZvhbhODPQF/PDuiPy9fpGYFJ8jpH87F5tsVD8Uzu2wAERn4xs/nD0IPaufRfblsZi7wfvmuHierc1gnVG5xZ4p09bJI0ZiCk+DfCZiE82WCi+2V1aIClyABKG9MCE5tUQ2/VVJEo+rmsLNrnClvRtiy8+SI3C/iz7XNavrQjMg9gvvuWSj23bAMnjBmJRt5Y4um39Ff3VoQSUgBK4VgIqOq+VnPZTAjeZAMVjy7bt0S9iLJj+KJHI9+bH4sUGHugTPtbYi/U9sH5Fqgi0P7wLv5/D5GWrEDRiLBq28BbxmQxGOH+S6fyBk2Lwpn8gmrXxw6qFsbZuwRNjQHuoWAnj8+sXhlZdA/GC7KNSVTe0k/JbYoxsmgayGTxzIby7BMK7axC+TRO24k7382DREnhV2tAuSJT28XIV4dMnDN+JqHy1cyA6Dh2DFpI+Jn5GOJtL/sFixVGrmVe6cZJEULYbPAbNOgWi25gYLJsUYauv0dQLbQdHote0hfjMiXBkJLRNWCS8gsKMUWSy8xERwcXLVkTjDgHoOGoaXU6td+xKvCxtPNoH4Esn47PT3YVcEbJ0AwLnrMAf58+ZZzw/XjYPv0mUsU34NAxetRP3PlocCaMGoIFfAEo+Vx31/Xqi5YDRqNeuJ4fAsA2HsE8E6I8iDlsEj0K/lZ/ikdIVsG7qSFPPzSNlKqLvyp14WPyXZD/tZ7wHr+FTwfx3EsVkm6sxj36j4J/4KVwfKYaUd6ZcTVdtqwSUgBLIlICKzkzxaKUSyD0E/EPC0E8inN28m+H3s2fxiIjBowf3Y8WCOLzyTGk0fbY0ViyMw3kRco5H/XQ1NxRyLWLcVspoJ/3GKZtS5SuZiKdkzU/J8hVNam0qVXMz2Ydkvw+JCDQF2Vj7q1bPA4x8BnnWxfxxI6Qm8x9GNxnxDBwbYxpWECFLETrG3wfBLeqmmzI3Dew2bHdRhDSFKd2cdr9fBByn1lkuVyX1WJl3ZmWlnhHOyHaeoFltmnQMBCOYAxpXxaalceCYVp2VvtDEy0Q6R7aqj5XREZb7irSoiNe7CxdBURGFFKCcaj8m0+r3PlIclV5yB+sq1XY3gvSKznaOb6TPXYVc8VxjL7BPeelLQWk1eULEKvNM7xGh+LDs7y7ZL320se7lYRnLWVnpmu5gf6anjx3MqrnWKwElcJMI5Ifd3JEfTkLPQQnkBwKlK1TE3h3pXxqiqOS5/S5C8rkX3DB/3Wa07R6EZIlmvitRzkeKl0ALXz+8//lRrP7sKKKXJplIJvtkZQ+LePxapt6tdudlH4VcXa3iFaklVllRUgQqU3sb0cUH1SQKOjlpE9r2GyzT6Ofsq9PlKTYXyvR7J4lqFkwTw8mLYnFQIo0dxDdmxSZQUFJcpuuYVrD6WPVMGa2k+GSTAnaii2VHWzAiBAVkv4FTFyJkXpKpvijT/rSOo6chWCKZHINT7KYybcP6WJl2f6q2BwYt24DmAaFpNVcmnEqnl89pMtJJ8XmfCGP6aazjeEwts/xWmSmjoRSZVp2Vss7eKBTveTQ1Km3vd8xTwPK5Tvp/cvLcJp/pZB1TRjuZV1MCSkAJ5AQBFZ05QVHHUAI5QOClhi8jQYTkxx8mg2Jz3XsJ2PbRejRq4Y3zEtkcFuiPzz5NAcUpBWDpCpVkav1l8AWiYxLx5HT7iF7++OlE6ksiWR0So5w/yRQ9p9kpODm1/lS1Gll1y7SeYvDArhQT6eR0ubPG9E/u54+WMsVOsUgBSp/V9sK5c1gxKwp7N6+3RTtPnzxhnu+02jAtV7k6VskU+4VzZ8HnOctKmUKRddk1RjUXhIfgokRN+eLQxiVxeHdyavSSotRZpJNj0/+FTKsz0smXiuhztFNHDmJmkC+WjQoxVU/K8VVp4mUim7PFnzA6BJ8sfwcvvvaWqedmz5p3wec7mactDuuO8rU8mMW83m2xMnIAdiS8g2cbtTS+7Gz6rz8Ey9j+4dIVwZeEtr0Tje1i9Nlb0rDuWDd2AI5t+xCVXk7/SIN9O80rASWgBK6WgIrOqyWm7ZXADSLASGZIxFh88N5yTB0dbpZKilmeBEYzaXyWc53UTY8cgZdf9cazL7gZ6xoyGDMiwzExLBhtugXhGfHbH2IhV1eUspsqZ4STRuEaPifevEg0SsQqBecb/oGma6Wq1U1qbezLDxUtjoJpkcRCkpYsV8k08397DPgCEV8sauzTHrWbeZmXiubvPGLqub/Hpe23h/fjiXIVsXtjMt6bNdkYp9prNfMGn/dcPCF1ar7HmMvPVFau647Y4cFmv4/JtDUH7D5muhGLMcHd8MupE+gmZfpLyNgFJYrJPI1ilKm9vdIp0PR5f04USsh4XoGhpuzVKxT3Fy0Bvkx0USK/PqGR9t1AUfum+NbNjcaXW5LxcvtAFJP+6RpJgVHNZj0HmfZSRNvwaXjyeTdjnSbPN9Pkv8oxN/DriaY9U6OlL7Zqh0dlapxvp1eWqfQKtRqyK0o+Xx1vTZgPRjz5Rnqddj3hGTLa1D0uU+v3SPSUBaZ83pN5Tuc/9mx12Y8ri+msfo9BeEz6MdpZ2asdSki7uwpfbkehySinW9ueoKXrrAUloASUQEYEsuFX0ZkNSNpECdwsArUaemB49AxMiItHfxGgjGZa+6YopfAcFjUDHhL9tPx8kSgyNh6j58bD3c5v1T8pU+GdgwdbRTP93qC5tylTjPJFIopPS3CyYvjseCY2Gzbrcrme9C2ZJmKfkJQvE7Ehn+nsOz4G/sPGgPkuklJcso7GF4ba9A0TMeqNATPiUy1GUjG+SESh2LpPGIKlzBeJKtf1QPPOqSL4TfH3n77QTLkzz/HYvt3gSPQRP1MKQvpb9QozQpJ5WpBMoTO1N74s5BsWic6jp6PeG37G3F7xMiKRLxH1nLIALYNCRYAWt+9m8k/XdoffqGl4Y1AknpK8f9QC47ffeIqIrdXKD20jpqHL5AXgs5tWPcVnJ/HRGvgFWG5UfMkdHUSQ1hcfBeabIlRpbEDh+caIaWg7cT7qtLvcx1fE6LONUqORTN17pApYPtfZWuoY1WR/e6Ovxdty/OPn48W3AtBK0ock+mm1qdE2AK+Nm6+C0wKiqRJQAjlGQEVnjqHUgZSAElACTgnkCWcRiZgy6pknDlYPUgkogTxJQEVnnrxsetBKQAkogZwlwGn11yTqmbOj6mhKQAkogcsEbq3ovHwcmlMCSkAJKAEloASUgBLIxwRUdObji6undnsTOH/uLOKnTzafv7xaEvwyUavKZWxfKMpOf36RyKdqmew0veY2/NwlP5F5zQPkUMeLv58F317PoeGuGOaHIwewd23qV4OuqMzAMadLC9D4GcwMmmTo1goloASUwM0goKLzZlDWfSiBW0CAXzBaFBOF8+fO3ZS9V6zmBn6N6EbujIKTwvNG7iM7Y3OZJFp22l5LmwNb14NvsWe377f7doALx3ecuQJ8iSi7/bSdElACSuBmElDRmSltrVQCeZfArDGpSw8xPXZoP7Z/lIzQjj7o3LgORvXqKmL0rDk5LhAfJn7/V+oisrc/fjp53Pi52bgyAd3F3/9NT3yTtpD8vHHhoA3v4oOAZnXBrxCx7Wnpt3/XdmZxQaKsE/v6o7dnXcwcFoyRXX2wZVWC+dTlKMlb63JuFV/8hHDT5/Sp44ju72++RsSvEjmKS5a3rUqEsdWJZh/zRoRg0Kv1MKFbG+zbnGzGcdwsnxSOUW95GuMSSaznmpyJ4h/mXQ+p63SexcLwELztXR9TevriyJ4UNsNFiWguHhmC8Fb1Mb59c2xZGmf8K6MisHNNIpjSwXT06/UxqUNzOPssJhd0nx/aHWOkzawgX3DBePZjulD8496oj3hJGeGkMcppGdtZxnG4VueU1vUxv3dbUGz+KFHR5KkRYLpeUqutpkpACSiB3EZARWduuyJ6PEoghwg8Wb6iGYlpYdciGCmCspCrK97sFoTPd6ZgjojS8yIOKTjPSzS0fnNvfCH+KUOCTT9uKDRf9w80Ai9uXKqI/UYE7JpFcahUtQZKyj6Y/1kE588nT+DArh3shnfGh2P3pvWo7eltxO3B3TtwWuopRplnyoanT50QIbqfWSyaEG7acLmkC3I8U/p3M35rwy8U1WzmBWNNvcBvr1+Q4x/53ka06h0GClCu12m1Z0ohSoHZJTIGtBQRqzT2S3k/0SyZVP8NPySkfbd9aMIGNO4YgPiIAeyOtXOiTQSxb+wKdI9egBXRI42/eWAoqjXxAlOKT4rHoLkr0G7kdKyKjoBjFHSXCFR+jSh46QbwE5gfxUWZcRJHDUCpym7ot2QDKtZ2N8KTa3U+39gLlpmGaZt1U0eCwrPnog14uccgLB/cHVyf06NHKPgNdmvJpLTm+SfRM1ECSiBfEFDRmS8uo56EEriSQMMWrxkn02MHD5h8IRGfjGRycfiPkhLxtUQvL/x+ToRoILhO54CJMWjWpr1py03TNn7gupwv1PfAN9KWPhoXi3+tayCa+KS2/VnEI/2W7dqYDC4O79UlEG37hlnuDFOKwD0iUguKKKYQfbBYcfzywwkc2p0acXTWkZHPhm/6mSoKUi7y/otES40jbfOZjElR+UDR4qBxzU43Eays5lqdllmRzTUiMo/sSRXO9LUMCkWjDgE4Kr7NS+eBi66zr71RdLK8ddk8E/2kuDy2N/1xFy1bERSeFKRPVnaD94BIdsHXMi1OEflRXLSZTv/tx5NGVJpKJxtGM928U8+ZIpOC88ejB520VJcSUAJKIPcRUNGZ+67J1RyRtlUC2SJAocmGFJmMZhYS8flUVTe6jLHMzEMi9h4uVoJZYw+l5VlPcWqcV7kpKPvKqMtBazpeprHZhoLzkPgoQstXqW6+QES/M/tFhK61IDzruR/6mLfsFxGhFyRqapXvF/Fp5e3Ti7L/MlXcUFb2WaZydfiEjgYF6aalcTKt3sJMt7NcIINz4VeJSj9fHTT39gF4qraH/fDmS0SBc1ca3/xB3cHPYJqCbEo97wZaSUnbT5ovnox/+JwnhabVgs9xXpJjt8qaKgEloARyMwEVnbn56uixKYEcIHDs4H48W/1FM5KbRCwHTYox+cKurni6WqrwTFoQa6bBY8eGm+c6TYPr2FQUQXtgV4pMt6dgrUzFW0MVTBNt3x3ej9MiCE+LcGQdP3/JSOSDIgp7jo3BY+Uq4bRMx2ck8tiH0c3DdpFQ5uljnWVlRUh+lfZ8Jn18fnPDkjhm01kZiT7SwZTG6fWLIlY/37werQeNxqsync4IJqfRralzRijZh/6LMhhO1J8AABAASURBVM3PCCaNEc9f5dxYZ9n62Gic+uoAmgWEonPUApw6csBUWZHTUiJYi5apgDUyNU8haSqdbJ6Qdoc/Xm+rYeTznkeK28qauVUEdL9KQAlkh4CKzuxQ0jZKIA8SKOTqao56tgjJc2f/gwbNvbA4Jgo+L1XG14f2w9O3g6nv0D8UOzaux1t1qpi0ff+sp8NNx0w23l2DzHOgI7u2wQfxsbaW/BTm4zLVHD8hAv2a10sXyXy1c6BMp+9AQMMqWL84DrWaeYEi1NZZMhSVfJGIz3N6dgrEqtlR5llOvkz0XB0PcIpdmtl+Grzph+MicGeGdMPkHm1Mvkba9LqtkWRe6RiIdydHmJeJxvo1RxmJdjIq+kwddywaOQCxA7tjWoAviokwPCGCkRHWT99PRLKIyZc7BOLLresxTyKYMwL5ktBxUHzKsLafJ2W8JBGUy0eFYEFoN9RslTpF7j1wNBaGdkfC6AGY1rEFKjdJ/aQlhefetYnYvnyebQxm6rYLwCaZik+KHIApreujXC138ywn69SUgBJQArmdwB25/QD1+PI2AT36W0fgyfKVMGfNJoycE49nJKLZa8RYzJJyhJTjt+61RTk927THgi27MXzWQryzeTeqSzT0KWm/bM8RMOUZtOoaiKW7jzCLobPiMWRmvMlXkojmol1HwNRb2sRLnhVPlKuIiUmbMGjGQpPSZ9mI+CQMiFmIcSs3YvhC5lPHqtXMG3N3HEHw9IWI/nA3mncOtLrY0sp1PdBj7HQ8LwKTAnTi+t14UURkX+nTbnDqc5K2xpKhOBz4ThJeEYHq3SsMAyRPX1mJgAZOXSgtUn84dT76g11wk7E6jpou0+upY9V93c+8QPRyhwBErN2FPrEr8YIIQ06n94lbiadecgcjnQOXbkDtVu3gKZHMoLRp9NSRU7dPytR5iLSp1coPnScvQEO/AFNRUfr3W/IRqjT2Qgfxv/haO+Nn+mb4NFSQeuNI2/A5zv5JO/FsIy+0nbgAniGjTc0Tz1VHmwmZT82bhrpRAkpACdxCAio6byF83bUSuNEE+HwmBae1H5atKXXLx5TPbFJgMmU5J6ygaxFwmp2p43gVRKxySt3Rz3J5qXPWh3U0ik0a87RyIiA5Nc98RsYIKC2jestfRqbZGeG0ykzvf7S4eb6TeXuj2KT4tHxPSl/7suW3T4uWqWjehrf3MarJ6fV7ZT/2/kelraPPqn9Cptntn+20/JoqgQwIqFsJ5AoCKjpzxWXQg1AC+ZvAQIls1vb0yt8nqWenBJSAElACmRJQ0ZkpHq3M9wRy+ARPn/4lh0fMH8Mx4plRZDN/nKGehRJQAkpACWRFQEVnVoS0XglcBYHFS5Zj3jvx2Lfvc1y69OdV9Lx5TVs8VzpbOzt/7qxpx68S/Xzy8leKjPMGbS7IPvmpSw7/8apErJwVdYX9cuoEDtm9tc62NPo/WZ3IbL4xvkyU1cl89kEi/vPDiayaab0SyNUE9OBuDwIqOm+P66xneRMJnDt3Dlu2bsOs2bFY/+EGnDhx8ibuPWd2tTQmCtZi8F8fOoDzck45M3Lmo/CrRBSe9q0oMGmW7/Sp4+DySFbZSrnW5vGv9lvFfJHuXftulufBZZOs5ZuybKwNlIASUAK3kICKzlsIPzu7pmBRO2mEW17g4HhNDx48jHffS7qO6KfjiJmXP/80BbT1KxJEKJ419qHkaecliuisN0Vl0sJY7NiQbKrZjovJf3NoPxjhrN/cGw8VK26rY+RzU1KCqTNO2XwrwpSWMCMK3x4+IJ7Un9MSIV0bH4tdG5PNEkqpXudbismDEsHkW+xsUauZl3mDvXwVN9Cadw40ZdbR9m5KxoeL48AIJ8t8mejFpt7MggJ0u0Q9aVa9qbDbnJGI6Webk5HyfiKYZxX7nfjqgClzYfjPt1xeE/OMRBNpXKdzy9I4MGUfGvNcw5NfJ+IYtP3S9+NlcaCfbSw7tjcFH8ZF42tJLR/Tr/fuwAbxfyMpy5ZxQfh9axNxcOvlY7HqmPJNduulIgrQrfOi8d2+HaxSUwJKQAnkKgIqOnPV5bjyYN4VwaKWZIRbXuBw5RVM9VjRT06/p3puzHZARx/MHDMC2z9ah/O/n0Ngq2Y4JuKRFiR5ikn7PXPdzjnSnr4NKxMQPSQYl0XnAfx08gRix44wUU/6ezata0TlNyIy3+7SBhSl7Du8iw9ihqX2DZf8gV0pRmSG+njighzHLhGIM98OZtMMjdPpLzVLFY0ZNkqr4Dqe20RUHheBGN5W9iGCmp/FXDox3LSIaNscxyXqSeP6nMZpt6HIjOrRxnxp6KL0jfTzNEKVgjM6wBdTxC7KcW9aEmfW6GRXrss5wa85VkRFGCEZN6i7+ewl61ZGR4BrdB7bk2IWgZ8Z6ItdIhQ5RlSH5jiWJjBnBfli95pEFCjsitXSZ1vaOpyrp0RgQ2w0h8IaydNMQTbzevvitx9P4IOpEdgsglJc6X6Sp40EP4XJReNXjRlg6ig8dybMM3ndKAElkAMEdIgcIaCiM0cw5vwgFSqWR8tXPdXyGIOM7oRSpUrilSaN0O4tn4ya5Ji/94gxCJs8A598uA41Gnigc/BgYw1beIMRT8cdDZwUA67V+bp/kBGRDxcrgaer1UA9iXA+Vc3N1nxjUgIqSbldvzDQnqrqhk1Jqc9QXhCBNnjmQrwldY192mO/iM6fJZLIpY/qSMSyy9AxqJ2FoORXiuyXQrLt2EmGUc3uY6aDa3M+VraiCMwD6Vpd/P0snqvjgdd6hYmFGkEJuz+/yBS9V69QeAWFod4bfuCySBScbPKHnEv/uBVo3CEAPacsABeDZ4STdVzPs1v0AjQPDAXTLRLJpJ/Gz1++PiiSWWNtI6aBPtrHy+YZoVrpJXe8NjASNV/zQ5UmXvhDjpOND0hU1CdiKur7BYCfwvxDjoF+WqMeoeCi8C1CIvGtQxSU9ZbxuU5GPF/wbgfv4VPxcJmKVpWmSkAJKIFcQUBFZ664DFceRBFXVxQvXkwtjzGA3R9XuYbVX6iKt0RoNn2lEZ58sqRd7Y3LPlmhkhmckcntHyVjoEQ/B4l9vjPF+O03pcpXxJwx4ejSpK6JaJ7P5NnNC1JXsnzq2ByjWn0PEZfbmQUXgy/oWsTkrQ19tT29EdG1DcIk4snpc6vOWXrh3Nl0Xyhy1sbycbrdyjtL3xociXdGhGBwy3pGkHJBePt2JcpVBEVmZDtP0OzryjxfXSKRl8+luIi3X0Wksk3pypdFONfpPHXkIN3GKFyZOSbCkIvBM08rKqKYIpjtWV4Q2h1j36hvIp6nJFL7tbS/79EStvU77y5cBC0HjGZTY1yv02Sy2DzTqCXuLlQE030aYLVEPC+lCdosumm1ElACSuCmEVDRedNQ645uFwL2Uc3q1auBv0DcqnN/5gU3jJoTb75K1Ck4zEQ+7Y8lanAw3CQaOnPNJrTvP9i+ymnemk5nJZ/hLFkuVYQWdHWlK52dPnkcjHLyy0QtuwTi3ZlROCgR0HSNrrFQ0EHg2g9DgfdA0RIY8e5GdJVo6D6Z2t+wJM6+CdbMjjLPgvKrRCHzklDAbjwrqml1OPPDcZsg5NiWn3lLSFo+plwA/ljadDrLv0rEl+mpIwfAiGfD9gHov2SDiXTeLfvlAvBfOzyDuSEudaqd/VjPNCtjpNO9xyB0i/8Ijz/nhneH9siqi9YrASWQbwjkjRNR0Zk3rpMeZR4hcLOjmplh4dQ6I500PtM5WQRmRpHMlA3JmDIkGN/YvQTEF4vsRWY9Ty98Ku1onD7fKNPtjHZmdAycXmeUky8WWSLxcYkwtnuhjNMuFarWwPeH9zutu1pnTHA37NucbOvm+DUiikw+y3lcIo2Jk8NxZM8OfLU79eWbMz+cQHxEiPhSsHZuqvjjtDoH2yLT5HyJ6OieFCyJGGA+g0m/vT1ZuTooNHetSYQRmsvj0rWjWN29NhEfxkbjNxGkFK6lnqsOPsf5gwhTpo4vE9mPn1HeeqaT4vOuwq54uHSFjJqqXwkoASVwSwio6Lwl2HWn+ZXArYxqkqlPt0Amxvjt9dDJM7B9wzosmj4Zrf2DwE9grth31NRzw+c5U2QK/guZeu/QPwzt+4XiJ4lQ8vvrFJx8s71+c288XKw4HipWAv0nxODTjcl4Pz4WfK6T31znOHVlGp0pjT4aF4T37RuGD6TtllUJCBoXA0t8sp2jccr8OzvRa9Xzs5g0q8xF5vnpS6v8YjNvMLJJ49vrnErn9PpXu1OwYXEc6r/RHmWruFnNTcrnOOnbKBHQ+2Vqu9OoabCEKafXKTI3LZ0HCtM37Z7TrN2qHShK14kYLS3isnlgqBmvWhMv3CfRVRa4/y5RC8Bo53oRlrVe80OtVn5gBJTPd24T4Uox6hsxDaVkDPZpEzGVCd6PHmmiqq3DU8vPN25p/Nww4vmsTKEzb2/03ftIcfBZznK13LH1nWj8JOK15dvT7JtpXgkoASVwywmo6Lzll0APQAnkHIE23YLSDfZMNTf0GjEWoZNmXDG1zoYUoYEjxqCjCM6npG2zNu1FYJZAyfIVETwxBhSf9UR0UnCyPV8k6v72GPQbH4MX6nnQZcxedFJs0lhRVdp0GTYGfJHI8s379AirrrAKVd1A0en47CfFKM3qwJeI7MsvNvUS0VncGPNsR1H6Wq8wtB0ciRpST5+9URhSeHYePd28SPRsHQ88U8fd1qTu637oKEK0ZVAoKECtCvZrIUKTLxHVljaW34jOR1OXlaKvWNmKaDUwEnyZqKoIUvpofHmIYrNpz1CUet4NDfwC6DZCs4n4Okyeb14m4nOdrHi+sRcTYxSdz9mVjVM21pJJ7MO81/BpaNgjFHypSKr1RwkoASWQGwiYY1DRaTDoRgkogdxAoHWfMCyeEH7LDoWi0l5k2h/I/UWLSzTzsrC0r9O8ElACSkAJZE1ARWfWjLSFElACN4kAo509x8bcpL1duRsKTkY3r6wBXpCIJc1Z3XX5tLMSUAJK4DYhoKLzNrnQeppKQAkoASWgBJSAEriVBHKz6LyVXHTfSiDfEuBLRYtjJt+w80uYGYUDu1KMRXTxue79jO3W5ooxkmZH4dDuK9cdvaJhmsN+yaSAmmXTvOmT6J6+5o319N6rK80I9L26Dpm03rs2EXybPZMmWqUElIASyFMEVHTmqculB6sEcj8Brs3JheFv5JHWbOoNfokou/vgN9azauvl8NJQVu1vdP3ete/C/stEN3p/GY+vNUpACSiBnCGgojNnOOooSiDXEjh/7iwienVF8+dKI7SjD7g8knWwzPd+3dN8kSiytz/YlnVLY6LQrnZldH+lLpinjzZvXDh6Nq2Lns3qgnn6uEj8O+IPFN8IiWwyysk1OlnHz2POHBYM//qVzVeJuHQS/bT48eHo16KusXWLYukytmhCOILFH9KiHlbOijI+xw2jnL+cOmHc80aEYHpwN3R7sSxiQro+XBZaAAAQAElEQVRd8cnL7asTzVeJJvdoY1J2SpwUjpCXq5ivEfHLRPSlvJ+IMzImbaxfc/R+qRymSPSTSySx3t5OfnUA0wN8EVynHGIkusl1O636pKgIDGtSFVEdm5tlk+jnEkkzg3wRLb4xr9cH1+mkn+lHcdGY0rEFRjathvjQ7iI0z2JPWpRz7ZQIE+1kxHPJ4O4Ib1Ae83u3xY9HUj/7mTw1AsuHdMf45tVw+OP1HFJNCSgBJZBrCajovI5Lo12VQF4gMGvMCDxcrAQWbd0DfpXo2MHUBdgpMEf18geXTOIXiUqWr2QWiOc6nUtnRGHa+5swdkkSvty53YhRLgr/zaH9iFychMhFSeAC8ZuSEnD+97Ng2nd8DPyHjQEFJz9pSTZcAokLwsds2IM2fcPwnky900+RyaWRxq3YhAExC7FucZxZLmn3pmQckqn5YPENXbASp0UEsr2j/XLqOC7Ifun/RETl83U9MCF5F4tg2WTSNlwyiWtwBk1daFuL88Lv5xC5bje4VNL7c6JMS4rPizLmpqVxKFPZDRO3HjbLKH1ht8i8aSibFSIsn67tjjGbD6N2Kz/MG9RdvKk/f8gYw9bsAtfn5Dqd9CZFR+Cl1/wQMGcl2o6cZj6BSf9vP5ww+TYR09BnyUfgF4r4NaLKjb3waJmKaNwz1KQUnBVquSPso0Oo7t0Oy0SAsv+PRw8yQQ/zFaLqJq8bJaAElEBuJXBHbj0wPS4loARyhsDnn6agc/BgFHItglIiLJv7tjcDc+F3+vg1osUS2aSTPgrUSlWrY4xEPik0uV4n230pYvAVn/ZmHJYpPK31OZ8oXxE0az1PjkUrWNgVjaUP81ynkwJ018Zk7Baj7z2JZG5dlYgHixYXsbldLAUerf2kXMIsJO/xph+bZWlcn5PLHVFcckH3rDrUfyN13DJV3K6IjHK9zpQ1iXh3coQRn3VeT21rjUlhykhn7TT/UyI+h4vItOqtdTnpt3xdJi9A0bIV8fGyOGOMfFp1XLvzvkeLg+tsvtJzEA5uTR+xpIj9z48n8duPJ7B5XjR+PHoA/5Gy1f8Fbz/Tl/0t322W6ukqASWQRwio6MwjF0oPUwlcKwFGNDPrywXiLQsYPsY0HT47HvWbe4OfwvSrU0WinSlglDOrsUxnu82DEmG1KxohaZUfL1cJFUT00V7tHITK9TzACKn9V4sKiFC22meUlkv7qk9G9c78XBrJmZ8+RjmDY1eC+54zsDumyTQ6/ZZdlCiplXeW3pf2ZSJ7EThfps2XjQoxzfl1oj/OnzN5brjoO1OafR+WaX+k7e+J59xgme+E+WYanvVqSkAJKIG8QkBFZ165UtdynNpHCQiBp19ww4crEiSX+sPnOJl7uFhxMxVeSqKUFJ30zR0bDk6vTxkSDH6JiFHOF+q545vD+/FCfQ8zjc52tHF9/bEmPpbZDI3T698ePmDqKSgZ5UyNeFaSqfPj4LqctPdmTTZRTgrPj1ddPtY9Mt1uOufA5pcMpuodh147NxpnfjiOxh0CzFeJOO1u3+Z+iUqybD3H+atMkY96vb4tYsqoJevtbb9EL9+SKXQKzmN70r91v2fNu7amnyyfZ6bTbQ7JUJTeVchVcsATz1c3XxpKigwx0U3j1I0SUAJKII8QUNGZRy6UHqYSuFYCPt2CwOc6g15vhta1nsdPJ46boTiN3qF/KPgiUVhHH0SL0HzDPxD0s0H/NzwxtJMPfj55AvU8vY2dP3cOwW96IqS1p/Fb0+ts78w4bT6yiw9GdvVBn+Z10ah1exPtfLVLIPgC0mh/Hwxp42m61mrmDUY9T8v+glvUxdu+ntibQ6KTU+8zQ/xtLxKZHWawKSORU06tM8oZHxGCRiI+HZu2CArFkpEDzEtEE9s3h0f7AHAfju2scpXGLcEXifgSEQUov5VuTbFf/P0swptWw7SOLbAhNtp8BpP9SorA5ItE+9YmokXIaKwQoTm/d1vM7+2LOu0C2EQtjxDQw1QCSiCVgIrOVA66VQL5lsCT5Sth8cd7ETRiDBZJOmvtZrzpH2TO17NNe0xcmoQ3uwUh5v1NqC7RTFb0lGn2YbMXgilfJirkWsQ8yzlmcRL6T5iOfuOnm5eJOBVeqaobhsyMZzdj3iIoGc2kTUzahBkb98C372DwZaKWUsdG7DciPgmdho5B4LjpGBCT2p/+YQuTwBeJ+k9fCMvYx948OwWivEzN09dH2jGlNRN/UzHm7a1L5HS0HTwGfOYzettXtqqyld0QOGUh+CdgygLzDGcZ8fWPW2kinUwdn+lk22pNvDBo2QYjNvk8J8v0d41awMRmfJaThVYDI9E2YjoC565A58kL0H/JBhQtU5FVaBoQin5LPoLXwNEYtHqnLdJZzy8Arw4Yjecae6HCS+4IWrTBiM0ASZ8VHzv7yjT7E89VZ1ZNCSgBJZDrCajozPWXKD8foJ7bzSRA8elsfxSU1vS6fT39Dzk8k8l6+mjMZ9f4ApGztg8WLWFeGnKso58C1NF/PWUKzqvpn9lzn9Y4pUWgWvmsUk67O3tmk/3ofzRNhLJsmaOP0+tWnaZKQAkogbxGQEVnXrtierxKQAnkGwJcGqlomQr55nz0RPIoAT1sJXCTCKjovEmgdTdKQAkoAUcCmUU/HdtqWQkoASWQ1wmo6MzrV1CP/0YS0LFvEYHTp47j41WJTvfOt+BZsW11IrL7Rjrb3yjji0DW2Fy/c+uyOKuoqRJQAkpACdgRUNFpB0OzSkAJ5A4Cv5w8gW2rE644GH4W8/uvUpdg2rYqQURn6pv4VzS8SY7k2GhQaFq7K1a2InatSQSXUbJ8mioBJXC9BLR/fiGgojO/XEk9DyWQywgc2JWCxJlR2JKUYBZ95+ExgknbKoKRn8K0opas45qeyYtiwbU5L/x+lq50xraMbH5/+ICIzROmjuUPF8eZT1/aRxyPizBdPTsK+zYn29bPNB3SNmdOnQDX3/xM6jcuiQPLaVUmz09h7ng/0eTpZ9szP6Tuk2UKzVNHD0n9cZw8ciCdyHyplR/Wz039tCbbqikBJaAElEAqARWdqRx0qwTyJIHcetDzx4cjccZkPFS0OA6I+Jz5drA51C1JiQjz8cR3hw6AIjOqv7/xH5Q2kf4+uPD7OezemIw5ae1NZdqGdRSsFJ1M6V46MdyIyk9ExE4P7kaXEZoTu7cx+c82rcektLxxpG1S3k9AZLvmOLInxazdGennacah+BzTvrmIyRNGlE4J8AXFJiOX/DIRhe2nEslcMpJfF/qfEZsUoGdOXY64Vm3ihWN7d6TtSRMloASUgBKwCKjotEhoqgSUQI4R4HJHvcfHoLantzEu+G4NXruZN3z6hoFrdB7anSrOGPn06ROGFp0D0XHoGHi0bm81t6VcaL58FTfUbOZlW6OT63LS/MdMx1d7Usf6aHEc3hocCa7X2VZSDsDIJ1N7K16mAryCwuAbFgkuj8RoZopEN91ENLYMCgXtmdru+FR8T0tKixvYHevmRuONQZEoWroCuGQS1+hkaj828384idbSr6YElEC+I6AnlE0CKjqzCUqbKQElkH0CT5SriBnDgtHbsy7WxsdKBPPydPnj5VMXRbcfjZHLx8pVsrn4ZSJbIZPMY7IfVlPkMqVRYHJqnRFOGusunru8f7ahPVvXg0k6Y8Ty8y3rMaWnrzEKUavBq4GhOCoRTIpPPrtp+Z2lfCud0+7O6tSnBJSAErhdCajovF2vvJ63EriBBCb264bGPu0xMWkTvLoGpdvTQ0VLpCuz8KD4KDyZp313eD+TazIuAs8oZ69pC0Fze8Ub98v42RmM7Rjd7DllAWiNOwagTOXqputimVKv1qSliXxySt04M9hwOv6+R688zwyaq1sJKAElcFsQUNF5W1xmPUklcHMJcCr820P7zUtEMyXiefrUCdvLRM6OpEo9DyyaEI6PVyUYWzErylkz49uzMdn2IpFxOGzKyRQ8I51f7U7B9tWJSJgcjoKurg6tnBfdXvFCyppEMNpJi48YYBp+Kj5GPVtItPPN0EjEDepungFl5U6po8gMqVOORWMsM9ppCrpRAkpACdxiArll9yo6c8uV0ONQAvmIQJ/xMeZFoW8PH4Bv3zB0HhppptgrVnXDg8WK286Uz3CyUKWuB1r3CQNfKDotAjVgbAxqNvVmVTqrLO0u/n4Op08dR81m3njALoLZVKKSbMwoZ4M32hvBefyr/QiauhAFChdhlc3KVHaTCKabrezGaKhEJu8vWhydRk3DERGsn29ONs918nlNTs+/OSjSjMPp9Zc7BJilkp56yd34zsjxWINxyaSqjVtaRU2VgBJQAkogjYCKzjQQmigBJZBzBPhMZ5dhY4zgpNDky0OcQq9A0WknFF/tHGjbKYUnXyKiEC0v7Wo187LVWRk+w9l+SKR5kahmUy8RnZcFLF8ostrVkDq+RPRarzBwut3yW2lZiYbSgFSPm0Q4KThZoiDlS0Q+EtHkVDt9dV73My8bMU+r1sTLvETEZzubS/STwjRy82FWmXU63TtcPi/j1I0SUAJKQAlARafeBEpACSiBHCLAafUnJYqqU+s5BFSHUQJKIF8RyFB05quz1JNRAkpACdwEAhSb7u0DbsKedBdKQAkogbxHQEVn3rtmesRKQAncPgT0TJWAElAC+YaAis58cyn1RJSAElACSkAJKAElkHsJ5F3RmXuZ6pEpASWgBJSAElACSkAJOBBQ0ekARItKQAkoASWQfQLaUgkoASWQXQIqOrNLStspgRwksP3XvzHxyCVMOnqlTRafo0WJz96ij10CbYqkjjZVfMa+voSpaTZNUnubLmVHi/nmEmgzJHW0meKzt1nfXoKjzRafvc2RsmVzv7sEe4uVsqPFic/e5n3/JzKyd6SONl9Smx3/E/PFFjjYQik7Wrz4jJ34E/EOtkjK9rb45J+wbInk7W2plB1tmfiMnfoTyxxsuZTtLeHUX7AsUfLGfvgLiWLvptl7klq2QvL2tvLHv+BoSeKjrZLU0VaLz9hPf2G12Pt2tkby9rZWyrQPJLXZz3/hzF//y8G/CTqUElACtxMBFZ037GrrwErAOYEWxf4PjR75N+75P5d0dq+U7e2+u1zgaPeLz94ekLJlD97tAnt7SMqO9rD4jBVwwcNijxS4A5Y9Knl7KyplmxW8A0XFijlYcSk7WolCd4D2mKSO9rj47O2JwnfA0UqKLyMrJXXGXO9AKbEn7ay05O2tjJSNFbkDZdKsrKQZWbkid8LYPZKKlU+zCpI6WkXxGbv3TlRMs0qS2ttTUs7Inr7vTjjaM+KjPSupvT13/52w7HnJ0ypL6mhVxEerKqmxB+5EVbFqTuwF8dGqS+pobg/eiVT7l6T/Qo0HL9uLkg8scxdKynV0fnerVwkoASWQMYE7Mq7SGiWgBG4EgXoP/QvDKhZQUwZ59h4oKb9s3Ii/GzdkTB1UCSiBXENARWeuuRR6IEpAlVMVTgAAEABJREFUCSgBJaAElIASyL8EVHTm32ub1ZlpvRJQAkpACSgBJaAEbhoBFZ03DbXuSAkoASWgBJSAIwEtK4Hbh4CKztvnWuuZKgEloASUgBJQAkrglhFQ0XnL0OuOsyKg9UpACSgBJaAElED+IaCiM/9cSz0TJaAElIASUAI5TUDHUwI5RkBFZ46h1IGUgBJQAkpACSgBJaAEMiKgojMjMupXAlkR0HoloASUgBJQAkog2wRUdGYblTZUAkpACSgBJaAEchsBPZ68Q0BFZ965VnqkSkAJKAEloASUgBLIswRUdObZS6cHrgSyIqD1SkAJKAEloARyDwEVnbnnWuiRKAEloASUgBJQAvmNgJ6PjYCKThsKzSgBJaAElIASUAJKQAncKAIqOm8UWR1XCSiBrAhovRJQAkpACdxGBFR03kYXW09VCSgBJaAElIASUALpCdy8Up4UnX/++efNI5RDe+Ix//jDD/jf//6XQyPqMEpACSgBJaAElIASyDsEcp3ojJo0CaWfKHmFde7Q0VAdGR6Oqs89j2++/tqUc8Omb6/e5nhXvPee08Oh0Azo0QM13Wrg4sWLTtvQmdU4bGNvX3z+OaZGT7F32fITxo3HgQMHbOX8mCEvntfbQ4bi3LlzzF6z/fbrrwgfPvya+9+Mjryes2fNuhm7uup9WNfiqjvm8g7Xc3g5weRWX/NrOYe1a9Zg/brk60GnfZWAEsinBHKd6LQ4P/DAA2jW3NNmL1R/wVTRf9999+Huu+825bywmTE9Rv8RvoEXql9IMAoXLnzVe5gza7atzz333oveffvayprJGQL/+c9/sHzpspwZ7BaPktPnktPj3WI8tt03aNgQderVtZU1owSUgBKwCFyj6LS637i0TNmymBwdbbMu/v5mZ75vvYWVq1fhoYceMmVrc/bsWTBaZRn99nmWGQ2j77///S8uXbpk2v/xxx+swokTJ9JNfTMieezYMfz111+m/lo3n2zbhgnjx8PFxeVah8ixfjzvHBtMBspsvMzqGPmV7rYfx3JGfTPyFypUKEu+zvru//JL2zG4uLiA49gcaRln/VjleMz0ZWSOYziW7ftlVpeddjwumn3bq8k72z/Hozkb559//nHmtvl++eUX/Pjjj7ayfcbZvuzrmc9OG7azLLPjyawus/1Y557ZuVj7Z5rRfhz3kdF4ju04Ju1q/dZxs69lGY1h1VtpRufAMWlWOyu1H/f//u//QLPqMkvt+2XWTuuUgBLIHwRyrejkP8irk1bBsk937DDEQ/r1R9XnK2Pnzl2mzGhVtcpVUPmZZ42fddWrpUZFa9d6CTTTUDbt275l2hz//nskLk8weUYhe3brjjo1a8n06ghpBYwZHYnnnnoajRq6o8qzz2HxokXGf7UbPsMZ2LMnOnTogAIFC15t9xxr/9NPP6G/RPEGhQxAn6BemDZlqhHYfJTh1zNnbPtZsngxdqSkcqZzz+7deDcxkdl0FjpgoGE0MCQEXTt3xqGDB231jGrxnLmvoIAAHD161NQxnRcbi3fmzUNI//7CejgGh4ZibGQkwgYOQq/AQJw/fx6jI0aC4/p36WKbMk9YthyRo0aDj1bw2pgB7Tb0/f7773jv3XfBqXYa9/9aSy/wP8+J4ydgwrhxoI9tjh8/LuXx2L9/v0nXvP8+fvvtN8mPM6PyF43RI0ehX5++5ljCBg2yHQuPednSpQju1w/du/pj1cok08fZJnbOXJDBsCFDbI9BOB4L+y1aGI+F8xeAU5nBcn9z3/Q7s2NHjmL4sLfNsbL93j17TTMKAZ5j106d0aVjJ0yeOMn4HTfcF6dsLf/uXbvMOfCXNnIbPnSYuVf4S1dmY+789FMEdO8B3gu8p+zvAWtscoqdMwcfb90ixzveMM6MrdXPSnl/hg8fYVh/+cUXOHzoEBa8M9+qNimPmRleW14n3kvt27UDz5N+2putXjf32oDgYLCOx04/Lbv3K/99cTwX9rc3juuMya6dOzEqPAJj5B7u17sPLsh97oxNRvd5RtfcjOswLo+H9/iIt4eba8M8fZzybufbFkE9A8x9xr9r9DtaRueQ0b3g7L75cP16bNq40Qy9dcsW8LqQu88bb4LnzWuT3fvdDKIbJaAE8g2BXCs6j3z1FSheLJsZM+MK6PzPk0KkTJky+GB9MjwavWzajIgIN2l2NquTkvD5Z5+harVqeOqpp8B/+GdMn44WLV/Fvi+/QIdOnTB4UCjso2LZGffvv/9GDxGzpUuXQX+Z/s1On2tp89GH621Ci/8BW7Z50ybbcEPCwtCnbz+MHjsGEyZPwj333IPly5ahqaen+U/Aarjt44+xetVlEbV82XI0atTIqralO+U/0bYScY4cOxa08WNTxRr7MzocNWWK2Vf4yJEYOSIcfInqvxIR+2DtWtSvXx9jRAAG9e6NnZ/uRPuOHRExehR827aFb2sfKXcwY7b08gJFMHfapOkrCBk4AGEi3k6dPAkrOs062sULF4yIfrVlSwwd/raxuwsUwHC5D+6880507eaPfiI4uJ91az9AiRIl0KdfX1SqVMmkTV55BTIALsg4HG9KVDRqvFgD4yaMN8fi4+trzoN1Z345g6JFi2KsRK+nzYjBwgXzjbBlnb1t3rjJjMdo/fDwcPQI6GmqHY+FzkuX/gB/MRg/aaLZJ4UZ70nWORqnZEMHh5nziRw3FlGTJuEfudeSVq5EgQIFMXPObMyaO8cwcvZcHffF9ta4f/31t7k+WzZthpuc87ARw80533XXXchoTP5C+E7cPEyMmmyuM++pJ0uXtoa0pa1ef12uZ0fUeqm24XzvvfciM7a2jpI5ffo0fj3zK4YMG2rulwoVKuAfmaH4Q1hJte3n/IXzJs97gvfbqDGRmCO/3OzbuxfbP/nE1BUrVgwjIiLMNYueOjVVAP/6K67mft287eMrzsUMnrbJjElFuc8GhoViQOgg8+/MTvmF2RmbjO7zjK65s3F5OLzug4cOwcjI0fCUv+Pfyy/Z7yYkYp7cq9HTpqL5qy0wUe5ftrW3zM4ho3vB2X3D+/evP/8ys0kL5s8Hr0us/LLJvzeNGjcWf/bvd/vj07wSUAJ5n0CuFZ3lypfHjFmzbNY97T9te+ScKme5tIhOTseXTvuPr0CBAnRnyxjhWrPuAyxNWA6v17zB39LZ8cCX++HfuQs+lt/UOQW0Wf5Tpj+7tnTxEjBSSNHTRwTWJZnOZ9+lEk1kmlPWoKG7EVmW2LLSOnVTn6ni1GaxYsVRtFhR2y59fNuAooi8vj72NXh+FPDPPPss/v77HyOW2M+1cGEUlKlrW8e0zNNPP20bj0KCAoVVjEp38e/KrDFXV1fUrFULX6ZNY9d48UU89vjjtrpnnn0GDz74oClXrlwZPJ5HHn3UlNmWx8ZCQYkS/3DqFN5fvRrff/ddlo88MLpTrnw5UFSyfwERoPwlhlGWixcv0JWpsW09EcdWI45DccOoKZ8lfql2basKZPazRJJtjrTMBx98gLf82qWVLicZHYvHyx62RjVr1bRFiG3OtEzlqlXAe4rFf/3rX3j6mafxrTDh9fz11zNGUE0YN16u4Xl8/U32X7arW78eKEySP1hnHlW44447zD3ibExGryhcuH8eB+3f//43kywtM7b2nXlf8JeVd+LizMt3d8q52tc75l1cLj++wmPv3rMHPliz1jRzcblcx2d/X/Vqie3bt5tZlKu5X81gGWwyY8L7lxFB/huya+dO/Jn2b4HjUGzn7D7P6JqzvbNxq9dwA6PlnGkhN4prTnfzvqDxGCjqHfef2TlkdH85u2+scSk+7R+DeviRR2DtN7v3uzWWpkpACeQPArlWdPJlIXf5j9gyihJH5G41ash/7H4SnVyGhvXqI2badLxQvTrcPS7/B86ozv/Slin6W6JtjmN4t2qVTlhZ/6FTWPh374Y+/fthfvxCNG7S2LFrpuXCroXBY770xx848f1x/E+iNOzw66+/MTHRpYuZvMluGuXAhkLpX/+6M91ILi4usJjUb9gAGz76SARHAhgpbPJKEzAiySmwN1q3Ttcvo0KBggVMVeq+/mXy1ubf//4XGPVg2RKnzDsa/3O8487LtyPFgcWMb+ivW7cONWvWxHMiTh372pcpajhF+GbasfOY+ss0OaM9ns2b46GHH7Zv7jTv4nJZpFgN7hARZjGzfEx5nIzAMW9vvO7WvWT5s3sshQu74r///Nfqlml67tzv5llUsgseMACM4NLeHjECnbt0uaKvi4uL+cXCsaKw/IIxNWY6fvvPb2YKlvUZjcmoNeuvxVxcss+WkWn+QskpYQooF7iYqG529st7zdn1Yl+rjtfDXjizLrv3K9vaW2ZMNm7YIBHeKDxZ+knbbAyc/MnufW5d84zGfatdO7R643WMk5kItvnXnf/Cmz6tbfdGn379MCkq6oojyOwcMroXnN031sCsu++++zBr5kzwlwf+EvHkk09a1ba08FXc77ZOmlECSiBPErj8v3wePHwKgVKlSoJp6zY+YMRy8bKlYASAp1O8eHGZyrmEJYsWYf4774BLDNFvbwUK3G1fRBOZyqWDv/X/W6I3jHJxmu8zmYKnP7vWvEULLH/vXZvdLdE29u0qU70Uwh71G6CeTDveaOFZTKYWGTFkRJf7p61etUrE+QvMoqG7O9a8vwacwmN0qaZEJhnVOHHiOEo9Wcq0ye6GYn+hTKdZ7fmfzNYtWyUa+Izluqb06JEj4H+k9953nwimvzIcg9PjjOQMCguzteGzhuUrVkD9Bg1k+rmATQCzwT///QeMxjBvb7xv+Kyj5fteIon8j9tRoFj1ztIXRSCvXLEiXVVmx5KuYTYLJ0+exHfffotHJILUoGFDzIuNS9eT9ekcUmCkmZEvyZofawqaBZ4fp33Ly1T2wQMHkdGYNV96yTwTzfuY/WgZCTwXEYoX7aLLV8u2luyLf2f4TGKJx0rA/nhTJFrJfTszRrVfbtzoiioKzQ+T16OG/MJ6tfer47nYD54Zk5XvrcDA0FDzWAf3b/VzHC879zmvqXXNMxqX43PWYOTo0UhasRL8O81nVzmjwTraiRMnmKSzzM4ho3uBAzjeN/RZ9kJ1NxS4uwAYIOCUv+V3lvIe4i+MzurUpwSUQP4gkKdFJy8Bp4M5dT1p/AQEBQSah+cZFWEdnwMsLBGc0IGDsGnDRpSvUJ7uTO2Vpk3NdDWfseMLCHwxafrUqShZsmSm/a6q0sUFjLZwyssxGnZV42SzcdiQweBzqXy5gC/xfLZ3H7gKALtz/6VKlYK7e2p0mAL+sccfAzmw/mrMXSLT7M+XgiIk0hbYsyd6BgagQJrgvpqx7NtSKPHZxSlRUaCAprB0JhaHDh5sppXHjo60PedaUs7t4P4D5uUpjvHdd9+aX0A4vofHyxg2ZCiGDR7Cos2C+vRGwvIE8L55W+q5v4Fhobb67GT4qMaxo0fNSxvhw4ebl6CMmGpPd3gAAAlWSURBVMvgWLIzJu/lPbt2mxeJ+HJGxPAR4HOr7Nu4SROcP/87Anv0NPviNTguEXbW2VvdevVw+PAh85IUX0T666/UDy3wF41giYDxGelTp06idJnSyGjMR0Tkvunjg84dO5l9kd8R+cXAfj9W/omST+Cbr78B770tm7cgu2z5shePjy/gLIpfZAQwz5+PXXDNXr7AtP/L/dZu8Nfff4E+vnDG+45tKbbYgGKfzzXzJbXu/v7gL6j33X8/rvZ+dTwXjm1ZZkwaergjXK7V9KnTsFUYLJNfjPlineN4zu5z/juR0TXPaNyBwSGyv+Hmvn6lWVMULVYUTZs1A7nx+pIr/z20jt1KMzuHjO4FZ/eNNR7TgwcP4P/u+j/8+ONP+NXupUXWORpFMV8Ic/RrWQkogfxDINeJzsBevXD0228Qv2SxU8pTpk8z9W413MBnpMbIb/OcxuYLP3yhiG+aDw5NjXTVb9AAu/btxd4vPsfs2LlYvXat6fv4E0+Y/3i4n0DZn+OOGFXbsXsXdu7ZbV4mWrV2DZ597jnHZrYyXwDhWC1efdXmc8x8vv9Ls29GYSn01iSvw4Ytm0HhabXNzjhWW6ZPP/OM7QUVlu2NU6wVK1Y0ridKlgRfIOglYipi1ChQQPEYTKVsOnftggbuDSWX+tNdxKL9M42p3stbHuflEsyLHla5c9eumDBpkojNQMTItJrFrWy5cujarZvVzKRjxo0zqbWxL/P4+CIE63r37WNe6OoREGCuY9jgMDAKbR0Hn2Pl86N8uSdOIq0sW0bebNe23VvgtZ4fHw++BMVxm3o2wyARk2FDh4BRVL6oRD/7RIwaaV5i4UtgfGHmgQceYBU4lsmkbTgmo3dpRVvi4uIiY4chctxYs99BEn3lObG/47H4degAXkurM+9tilarbKWPPfYYOAXeL7i/eamKeft981gmTp4EXj9On1Z3q251taU8BtbxF5GxE8abF5K4rzr16oKRMY7BFz/Il51YdjZmnbp1MHdeHLp1744hbw8zy5ixvaPxlxDee4G9glC7Tm0zC5ERW/u+fNlr3MQJ6NazB/hCFwUZ63kPTY6OMvts37GD7d7797/+jXC5Zp26dDZTx2TK9jSK/aHDhoHLrvE5cUah6addzf3qeC7sb28ZMaHg433UWf6e8ZEB8mck0nE8Z/c5p6N5nZ1d84zG5ctUAUFBhkdDmcngMVJgz4mLNdeLXPlcN/2OltE5sJ2ze8HZfUOByv3xxaQ777gTnLY/c+YXTImeAq7owGvj7H6/8847se6jD7mrm2m6LyWgBG4igVwnOq/m3Ldt3WqmR+vL1KL3a97gb/X8h9x+DE79UJDY+7KbZzSEEZPstr+advwHlsd2NX2uty05ONsnhS+PxxqfL8u4uLhYxatOeQ34hvxVd8ykA6+Di4uLEel8/jOTpk6reO6soKBkahnX5nTGhPWMMjl7kYp12TWOXaRIkXTNMzqWdI0yKfAceI2cNSGbe++911lVOh/b8DrZO3ms5GzvYz6zMfl3xHEc9rE3FxcXs2KCvS87bF1cXMDjtO/HPK8J+zNvby4uLuAvB86Oh+dw/wP32ze35dk+u/eri8uV52IbKC3jjAmvF/m6uLiki/y7uKQfj/xdXK68zzO65hmNy/Nxcbny7zCPzcXlSn/aodsStiMXmyMtQ46O14TnxeNOa2JLVq1MndpnVPzVli0xKHQQuOyVrYFmlIASuO0I3JGXz7hrN394tmiO2LlzzYtEwX37oU7duiYKAv1zfQS0txJQAkrgOgi8IlP6fJaej1+EDx+OQQMHwq9D++sYUbsqASWQ1wnkadHJ38Y5VcVp8MPHjuLzA/vBKSROzeX1C6PHrwSUQPYJ8DGGjFpnVpdRH/VfPwEul8RHKbj2a+jgwWb9Vz7qcP0j314j6NkqgfxEIE+LTvsL4WwqyL5e80pACeRfApzizejsMqvLqI/6c5aAi4tLzg6ooykBJZAnCeQb0Zkn6etBXwcB7aoElIASUAJKQAnkJQIqOvPS1dJjVQJKQAkoASWQmwjosSiBqyCgovMqYGlTJaAElIASUAJKQAkogWsjoKLz2rhpLyWQFQGtVwJKQAkoASWgBOwIqOi0g6FZJaAElIASUAJKID8R0HPJTQRUdOamq6HHogSUgBJQAkpACSiBfEpARWc+vbB6WkogKwJarwSUgBJQAkrgZhJQ0Xkzaeu+lIASUAJKQAkoASVwmcBtlVPReVtdbj1ZJaAElIASUAJKQAncGgIqOm8Nd92rElACWRHQeiWgBJSAEshXBFR05qvLqSejBJSAElACSkAJKIGcI5CTI6nozEmaOpYSUAJKQAkoASWgBJSAUwIqOp1iUacSUAJKICsCWq8ElIASUAJXQ0BF59XQ0rZKQAkoASWgBJSAElAC10TghojOazoS7aQElIASUAJKQAkoASWQbwmo6My3l1ZPTAkogducgJ6+ElACSiBXEVDRmasuhx6MElACSkAJKAEloATyJ4HbU3Tmz2upZ6UElIASUAJKQAkogVxLQEVnrr00emBKQAkogfxNQM9OCSiB24uAis7b63rr2SoBJaAElIASUAJK4JYQUNF5S7BntVOtVwJKQAkoASWgBJRA/iKgojN/XU89GyWgBJSAEsgpAjqOElACOUpARWeO4tTBlIASUAJKQAkoASWgBJwRUNHpjIr6siKg9UpACSgBJaAElIASuCoCKjqvCpc2VgJKQAkoASWQWwjocSiBvEVARWfeul56tEpACSgBJaAElIASyJMEVHTmycumB50VAa1XAkpACSgBJaAEchcBFZ2563ro0SgBJaAElIASyC8E9DyUQDoCKjrT4dCCElACSkAJKAEloASUwI0goKLzRlDVMZVAVgS0XgkoASWgBJTAbUZARedtdsH1dJWAElACSkAJKIFUArq9uQRUdN5c3ro3JaAElIASUAJKQAnclgRUdN6Wl11PWglkRUDrlYASUAJKQAnkLAEVnTnLU0dTAkpACSgBJaAElEDOEMhno6jozGcXVE9HCSgBJaAElIASUAK5kYCKztx4VfSYlIASyIqA1isBJaAElEAeI6CiM49dMD1cJaAElIASUAJKQAnkDgJXdxQqOq+Ol7ZWAkpACSgBJaAElIASuAYCKjqvAZp2UQJKQAlkRUDrlYASUAJKID2B/wcAAP//QO+1oQAAAAZJREFUAwCiLDB2BnfnngAAAABJRU5ErkJggg==" id="121" name="Google Shape;121;p5"/>
          <p:cNvSpPr/>
          <p:nvPr/>
        </p:nvSpPr>
        <p:spPr>
          <a:xfrm>
            <a:off x="307974" y="236537"/>
            <a:ext cx="2435225" cy="24352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data:image/png;base64,iVBORw0KGgoAAAANSUhEUgAAAp0AAAHbCAYAAACJPCHSAAAQAElEQVR4Aex9B3xVxdb9evp9T1piByFRQWkJIJ1goyihCAFJQDSAhF4TmgSE0IMQkJbQW4JApCUIoQcpIkqQKprQFU1AsLwnoYi+9//+e829J9xcEgJISdn8WGdm9uyZc846XO66e8p54P/0jzKgDCgDyoAyoAwoA8qAMnCXGXgA+kcZUAaUAWXgPjOgp1cGlAFlIPczoKIz9z9jvUNl4KYY2P7zf/CP2H8psgEHfBY39dDUSRlQBpSBHMRAthedOYhLvVRlIFcwcLqBK76r74pTdpz0dsUJO45LeqyeK4gjkia97goiUdJvX3PFYTu+ruuKQ3VdDA7UccF+O/bWdsFXduyRNKGWC4jdkn75qgt22bHzFRd8ZseOl12w3Y5tLxfC1pds+FTSLS8WAhEv6aaahbDRjg1ehbDejnWSrq1RCERcjYJYY8fq6gWxqpoNsZLGCFZWLQhiuaTLqhQEsVTSj+2IrlwAS+xYVKkAPrIjqmIBLBDMt2PuCwUwx45ZFQpgph0zJJ1WvgCICEmnlisAYkq5/JgsmOiZH88X0P+Wc8UHSW9CGVAGrmNA/3e7jhI1KAPKgDKgDDgxoEVlQBlQBv42Ayo6/zaF2oEyoAwoA8qAMqAMKAPKQFYMqOjMiqGs6rVeGVAGlAFlQBlQBpQBZSBLBlR0ZkmROigDyoAyoAxkdwb0+pQBZSD7M6CiM/s/I71CZUAZUAaUAWVAGVAGcjwDKjpz/CPM6ga0XhlQBpQBZUAZUAaUgfvPgIrO+/8M9AqUAWVAGVAGcjsDen/KgDIAFZ36j0AZUAbuCAOH9ybgG4FjZ+fPJGPbmhhH023lfzmbfFvtbqbRbz+l4KsNsTfjqj7KgDKgDCgDf4MBFZ1/gzxtekcY0E5yCQOHv9oNwvF2zp9JuSOic/7IYMdu72j+XyJo965X0XlHSdXOlAFlQBnIgAEVnRmQoiZlQBm48wxcSr2AddGRWDE7HN8fTUo7wWWxbxD7RsHpY9fslsPna2Pwy9kUrJ4bbpmwa20s1kj56P6ENNuX62Lxq/jtlnTbsiiTT6t0yqQcT8LGBREmwnnlYmq62m93bsGWyAjss0c/Tx1MwHcCy2lrVISVxfcH9xgc2hiL05LfE7MQX0v+j4sX0nw0owzkDAb0KpWBu8+Ais67z7GeQRlQBoSBsL7djNgs6OKCGcOD8bMMvVNwDnzHR/Ip4gF80MUfzsLzmdKeKFDIFWWqeBmfCd1b48COeDxd2gPLJofioORZ8eW6GEzu0VrEZjKSRVRO7cm8rV/WWzhxIAERvdqYIsXnJ+FjTJ6HNZLfHBmOR59yQ+LnW7A2Ygzyy7nXScr6f8lQ/LaoaTh7wiaOd6+MAgXmwU2rsHxoD5M/JPm14wfRXaEMKAPKgDLgwICKTgcyNKsMZMSA2u4MAz/LUHvxMh6o7eOHAZNmmk53xMXAs6oX3n0vBA3926NN/xDsFJuptB+eEXFZQIRqWfH7QSKhRK8JM1G5tjeadgrCmnnXIqAt+w5BY7G1DQnDC7Xq4evP4u29XEv2SCTUt/cQNOwQiDeDhqB6I9+0ys9XLkTABzNRVWxNAodgl5SLlvTAldRUIyi/k4jnI0WKIUkEKRv9JOKz7Cv1mEX9noNRq10gWo6ejh8k6mmMelAGlAFlQBlIY0BFZxoVmlEGlIE7zQCH1K0+e40aj8S9CejVuLYZYi/g4opLIuYS9yVgtEQ4QwWfOQlOq62VXpGheIpQq1xaop/Jx49YRbBsFSrW8sZxGX4PfKkUgl62gXVcOPRYUTdmDUpWrmHSKzIknq+gi4ly0sBo5yNF3ExU0/PVekiUYfckwRsiRr87sAdHRHgWr+RFV4NHnnI3ab5Crrh6Kf2QvanQgzKgDPwdBrRtLmBARWcueIh6C8pAdmCgoIsrvjuamO5SErbGo3gZTxGXtjmOAybNwrR1O0x5Q3QUCrq4SL0Hhs6JRoigzXtD8axENtN14lRgpNMy/SjD6I/LULhVPiYi08ofl2F0d+kr4ovjCN9lA+seE/8rInaZJyhCmXIY/Q8RixxCZ5nD5v8+lwJGOqtI5JPD7RxW95DI5r9/SsaBjbGwopz0VygDyoAyoAzcmAEVnTfmR2uVgezPQDa5wnrN/HD4qwTMGz/abJ0UtyQSCdviUbepn4hLV0wbFmwWEp0+mgQOtT8p0UYOtTP6yQhnkkQ854zIfJX6/h22eZxPSLv4pVHgIiLO6XypiW8aA+tkqN1aSMTU6w2/tDorU6OxL1ZNHYM962PNQqJPJG/VVW3YHJsXhOOUCNa4iDEoUckWBaXwPCsClyl9PSTy+b0MoavoJBsKZUAZUAZujgEVnTfHk3opA8pAFgww0jl1xVojMOMWL5BoZipC50ejRBkP03LkvCUm3R4Xg5Zdg1BbxGgBiY4OkwgnV7NzfqdvlyC86nO9UPR+pz1+PJaEyxdTMWDmElyRYfYv1sbipcZ+8OkUZPrloUWfEPx4PNEsJuK8zsdFoNLuiJKVvdC89xBwQdFvZ1PQYewMVHvDJlxbDQ5DsVIeZuV6sZIeeHfMjLSmjWVY/aWWAaZcuaEvGvYabPI8VGrQHA9LBJV54pV3ezFRKAPKQB5iQG81awZUdGbNkXooA8rATTJQuJg73uneG+9PmY23uwWlCU42Z11j//boMXI8qtf1psngWRGlXEjUbcR4VK1zzW4q7Ycqtb3RrHMQGOWkUG0q+fbDwlDvbZsItLuZOZ0tRXhSfJaqcm2+pVVvpRVq1YP/kDA06BCI5yt7pVtM9KoIy5YiPl+WlPMzrTac1+kY+aTwtOoqigh9xEF0vtou0KrSVBlQBpQBZcDOgIpOOxGaKAO5mYELqalISTlzn27x3pyWWyjdmzPpWZQBZUAZUAZuhwEVnbfDmrZRBnIYA6kXUrHqkzgs/Cgahw4dxtWrf+awO8j6chnhzNpLPZQBZUAZyKMMZIPbVtGZDR6CXoIycK8YSJWI587Pv8DceZHY8um2XB/9vFe86nmUAWVAGVAGsmZARWfWHOV6Dw67Ks4YAZZbefjll1+v+3d85MixdNHPv/766zqfnGLgVkmTerS+3cu9pXZboyJA3FIjdVYGlAFlQBmAik79R2CEB4deFXG5lgtGNzP7p25FP2/kk1lbtSsDyoAyoAwoAzfLwI1F5832on45noHmb/qgV8+uilzKAZ9vRv9I//nPf6Js2dJ4u1ULvFa3dkYuOJeSjPcC/NG2fi2DxTOmGr8lkvZq2QREq5cqIeitJrA2hx/S0R8hgr5v+aDtq5XNHp2XUm0bxPdqXNu8lYjpZbHNHB6MoCa10blOZcTOCTd98xD+Xjf0b1obw1r7IKybP6w/SyeFIvD1KhjUrA5mBHcH+2Ddr2dT8MG7PujvXQVTerbGlYu287HOQkSvNhjlVxeDGlTFjuVRxrxpQQROHkgweR5mBbVhYl57uTZiDEa9URUT3qqLdZI3FXLgm4kmv10X45pUw8ZpY8Ry/d+YYT0w078uoro2w9J+bXFVrodYJOV5bepivuDkF1uub6gWZUAZUAZyKQMqOnPpg9XbUgZuxMATTzyO11+vg3bvtka91+uC5cz8Z4SNxkuve2PR5s8wM2YtNq+OSXOlkBw6dRaWfXEQNet64+OZNkFKB+7bGTp/CWatt72BaM+2eJrxs4jD9ybNQtjSOHBvzssixsLX7sDUuB3mvetJ+xKwc63tHBPX7MCoJXEiLFNxROx8G9GBHVsQ9sl2jFu9HdyHc9kUm+jjm4XeHToeE+P3g28X4ubw5oT2A99QxP09h8Vsw3DBiQN77DUZJ9/u3AK+nWjY+n0YsHwbvjuYgP0bY40z31bUfd5q9Fm61bwOk+9gNxX2w9ebYkVkpqJ79DYEzF6Nhwq54PzJIzi+a4vkXdFp8Ta0nLgYiZtt/dmbZZpohTKgDCgDuYEBFZ254SnqPSgDN8GAY1STkU2PsmXw0EP/zLLlyPDZqFjdC4sksvnhkAE4fyYF1h++hahIMXdT9O/e27yRyBTk4NOmvdkovqCLK5q0bg9LdEqVefUl7V9tj0c1+96c3H+zquQpOl9t4gf//iH4XMTnvJHBoDBlu6MiPF9u4gv6styqbwjaDw1jFu6lygpsG9Hz9ZfOkU73Uh4S/UzFhHZNcfizLfAfMs60cz5Y7fjay5dbtkur7jV/Dao09DXlEpW9wD08iUeecpeoaKqxW4cXGviicfA4HBbxuX78IBGcSaaq1Mv18PPJJKwe3gM/HkpA/fcyvgbjrAdlQBlQBnIZAzlcdOayp6G3owzcJQaeeOKJm4pqZnT6CSI0Z44LBcVl94FDM3JJs12+mF58pVU4ZDyr2l4t6WC6LrtPxOjYrq0lwnkBr4gAfaa0TUxelqioNZzORsxzWJ15RjeZZgbWM8LZsGMQTuxPwKgWdcHoKOTPFYfrPnviiFggAvUC/iVRWVOQA6OejHBKFo4bwbPsjGMS0Yzu1wa//5SC8iJAn6lo26j+oUKMcm5FSRGfJ8Unsu1rzk21rAwoA8pArmVARWeufbR6Y8rANQYY0SSuWW4+t+vTeAwYMx713/TDoa8STMOLqbb5kltkqJ1D7DSuXhyJ8tVs4orlrVLHlFi7JBLlHOpoI6pLZHOvCEzmCYpNvpOdQ+kN3glA/Xfa44libmZo/cdjiShbxQscXqfYpP+ny6KwZt61eaC0ZYavP4vHktCBMG8jCgnDY0+5mddp0v+kfU7nmeO2iCRtz1XyQuLn1+ZcxowdmK5Mn8xw7kQSGNV8pV0gHi7ihh8kqkmcEKG5P3YhytX3RdORM0zzC+euRY6NISce9JqVAWVAGbgJBlR03gRJ6qIM5GUGfN9tj/fa+5tFRF9s3Yznynjg1BGbOOMQefsGtRDYsgnWiOjsFBySRtX5M8no0qi2WUhEYVq3qV9anZWp7eMH1r3/jg96+9SGR1UvvCq2qiJGN30chaH+PhjXrTXKip3zOctISoxs0xQTurcWARqPpp2CrO5umL5Qy1uil7bhdS4mcpPhdqL6G774an0sJrdvioVDeuBREaPs6BUZWv/XT8mI6NgU0wQcSreG11l/I5SWSCbnby7o0gwf928jwtMdFyTq+XTFGqDwXN6/LRZ3bYZKvu3gKqL0Rn1pnTKgDCgDuYUBFZ1390lq78pAjmfg3R69zQIiLiQaET4bM1auxQvVvcx9vfiaN5Z/cRDjFkRj/sbPUKKMp7Hz8Hb33pizYYdZSDRqXjQoUGkfPjeaiQHnZg6bE42hc5aAC4m6jBhv7BSZXET0/uwl+HD1DgROmIWOw211HYaFIWz1dvQcPxPDFsWZxUSlJQLab8YS05aHxh2D8IaAeUd0GjcDvaYvBhcT+Q8JM1WMeIZu3IduEYvx/vJtBqygyAyavwadpy4G53O2GWOLTL4WEAiCPkTAlEUoXqkGs2koUtLDLCLyn7QI3ZZsw9uSNgoedL3D9gAAEABJREFUZxYRtZ29Gs1GTkcbSWu2DUxroxllQBlQBnI7Ayo6c/sT1vtTBu4AA4VcXG/YiyUoM3K6UZ3lT/Fp5R3TzOz0uVEd6zMD53ZmVJeZneIzI/+bsWXWlnM7b6a9+twpBrQfZUAZyA4MqOjMDk9Br0EZyIEM1HvTD1y9ntGlc5i9hAzDZ1SnNmVAGVAGlIG8yYCKzrz53NPuWjPKwO0yUKSYu1nRnlF7DrPfTIQzo7ZqUwaUAWVAGcidDKjozJ3PVe9KGbivDHyzNwFLZ4UbLJN0uWDbmhhzTdslXTE7HCvt4AbxP59JNnV387BhfvgNux/waum0+i2REWl5zSgD94ABPYUykCcYUNGZJx6z3qQycG8Z+GbvbpxPSQa3UCLKVfNKW2REkVnQxQWeVb3wZDE3cMukSf273/UL3LDg5oXkKfsWSnf9ovQEyoAyoAzkIQZUdOahh50jb1UvOscyUNjN3YhOCk6iuMMcz+KlPeFZzQvcMqn/xFk4fSzJbATveLPcq3P/9nhs/jgS8QLuzblrbSzWzA3HLw6btv8obePmhWOtINlhn01uGr9tWRTWS4QzxcHOc5wQUblRROhny6PSNoin3cJzlW2r808dTEDizi34YkUUPpXo579+uran5r8lvz0qArtXLgTzhzbGWs01VQaUAWVAGciAARWdGZCiJmVAGbg3DFBIboiOxBNF3dJebWmdmaIzfEB3XL6YCu7ROaBZbbNJ/ONF3TGhW2vjRmH5YY/WoI2YFdwdtF25eAHj2vmAIvTxp9wxd9C1SCoF57xBPWybw0vfMwLbgP6mQ/vBGl4/dWAPFof0kPpUUzO9YzOTUmRG9mlj3kz0yFNuWNi3Db7etMrU6UEZyI0M6D0pA3eCARWdd4JF7UMZUAauY4BvJArp6I9hnWyw5nTScWSX1ni7Skl0rFMF3x9NMvt00u6MKrXr4c3OQfB+p70Rfh2Hh+HlJr7mLUWMcH6xLgYvNfY1eFFS7te5W2zH9ieAm8G3DQmDl9iDpl3bw3PHsoXw7T0ENd7wRYMOgShZuQYc30TkfA0vtWiH19sHGuQr5IKzJ5KwX6KaZV+ph0oNfcG0TrtA52ZaVgaUAWVAGXBiQEWnEyFaVAZujQH1zoyB15r5IXR+NLgxPOH4RqLhc5Zg6f4TaPROgJnTWTCTfUCfkWF49v9MaQ88XcqD2TRclmgmhefTdh9WuIsf7SbCKdFT2ojHHPKMau6QYfdpvdqAUc7fZKj+Nxkqp19GyF/o2h6lj0rU9A+Jjn4nEVCPV7zT3B8We1pBM8qAMqAMKAMZMqCiM0Na1KgMKAP3goF33wsxcztnjgjO8nQFXFyu83laROZRiWpaFcnHklBARKK7CFQOs1t2Cksrz5RRzl7TFqNHxGLUeisAbiXTC1r63AglJDqa9Hl8mssfIoDTCppRBpSBe8+AnjFHMKCiM0c8prt7kb16doWbW7G7exLtPc8x8M1Xu9NtmcRtkzIiofuI8Ujam2AinhnV38j2UmM/HNwRb3Dos3gQNcXGYfavpbxySigS1sVi7qBuad3UFpG5Y/lCHN65BV9tiMUn4WPwqEMkNM3xBhkPGVo/uHEVjny+BQdlqH3T9DE38NYqZUAZUAaUATKgopMsKJSB3MvAfbmz8tVqonz1mhmemyvWuVWSVVlAhtb7TZp13er1slW9QFh+rzTxs7Kg2HyiqDseF7H43owl+PF4EjjU3lfytHFIfNDCOLDvX39KRpuQ8WjUIdC0r1CrHvxDxoEr2n+ToXVGO+k/YecxU89DvfY23+ckosmoJm1E5UbN8ehTbqB/+ymL8NOJJLNyvWaLAFYrlAFlQBlQBm7AgIrOG5CjVcqAMnB7DHBvzre7BYFoJelbdrC3Ok398GQxd2bTwD07a/lcE5WsoOAkmCdedhCdLzfxNYKTdg6x+3QKQhMBh9VpIyg+3+gYBMJNhtsbSZ52omRlLzQUEcqFRI+JiKTNEWmis5IXnhNYdVUa+poV698dTMC2qAiziIgLiRjxfLZSDctNU2VAGVAGnBjQIhlQ0UkWFMqAMqAM3AIDlUV8Fhcxyn06N077wIjPWrqC/RYYVFdlQBnIiwyo6MyLT13vWRnIRgzk1Et5sUU7vB06AwEyzO7l1y6n3oZetzKgDCgD94wBFZ33jOobn8i/VSs8/2xxg0rlK6Br585ITEy8cSOpjVmxUo76VxlQBpQBZUAZUAaUgdtm4J40VNF5T2i+uZNEL1uKk6e/x2df7ELNmi/Cp9EbSE5OvmHjmJUrblivlcqAMqAMKAPKgDKgDGQHBlR0Zoen4HQNrq6uaN+xA3xb+MGKZMZv2gxGQx2joKxL/DbR2BkVTdi92+TpQ1/anLo2/TVp2Ai1XnoZo0eOSqueOnkKLDvzrGB7Rx+ej2DdgP79zbnY5sKFC6Yv5gnHNpHzF1zXL/3Z/kbXyXMolIFswYBehDKgDCgDysAdYUBF5x2h8e50Ur9+Axli/xYUaaNHjkTI8OE4+M1heHqWA0WoX8sW8Czniehly+Du7o6unTqjd9++xsdb2tLH+crYz6x5c7F24wYkJX5rIqkUqzErViB6+TJjZ57iMlXEJH2sPhh1JViOXRkDvxYtMX7SRCR8udv0xX7ZR/ymTUbcst/I+fPT+k3Y/aWx87p4T7wXXm+o3Bv7VCgDyoAyoAwoA8pA7mXg74jO3MtKNrkzCjMKP0Y+OeTOy2LkMFHEIsGyBfpQxLlIlJQ+u0XgUeRZ9VZKkRosUUoKv1lz5xqxultEo3eDBmAfhF/LlmB7q01mqV9LEb2enti8eRPad+ho+mJ7Ck/WsV/3p93B6yF4bYmJifB6saYRqox2sm+KZqaK7MHA5BNXMeXkVUx1QLjkLUScugpimqQWpkt++ndXMcOOmZJamPX9Vcy2Y46kFuZKfu7pqyDmSUrMl5RY8MNVRDogSvI2/ImFP17DR5K3sCj5Tyx2wBLJW4hO+RMWPpa8haVn/gSxTFJiuaTECklXnP0TxEpJLcSc/QsWYn/6C6vs+ETS1Q5Yc+4vxNmxVlIL6yS//vxfsLBB8sRGSYlNP/+F3/76v+zxD0GvQhlQBpSBO8yAis47TOid7M4ItJovmkgnh62nTp5suud8T4pRU7AfKFCdfexV6RIKPEYoN4tQrFzhBRMxpQPFIlOCUVP2x3xmcHNzS6tKSU4212gZ2N7Ku0kEtqaITKJDx46gGGU9I62M2I4eMdIMv1v+mt4/BooXfADDPfLh4X/+A4844NGH/gELj0newuOSfyLfP2DhSckXtpD/HyiS/wGDpyS1ULTAAyjmADfJW3CX8z9txzOSWni20AOwUFzyFkpIvoTLAyCe/L/L+PXIgTT88cNRlHR9wKCUpBZKuz4IC2UefhBlHeAheY9HHgThKWk5B5SXvMGjD6KCHS9IaqHiYw+ikqCyHVUktVD18QdRzQHVJU/UkNTriQdhw/+g5hP/gxcFQSUfAp/Fzf9LUE9lQBlQBnIGAyo6s+lzouDkMDfFWlKibRX7bIlMcq6ncxSSQ97OPrQ53xptXTt3NsKPfXHOKM9DEcghccufgpTClpHJ5B+TLbMI1E1peUYwrQKH8h2viRFMRjbZb9K3EtmsWRNeAkY+GWHl0D1T3gvFZ1JSUjrRavWr6b1loLgIwBEe+ZET0c/9L7yR+m0aWvz3VI68D4t7Pot7+/T1bMqAMqAM3H0GcrXovPv03dkzMOrHBUBcYNOtU2cMHT7ciDUPGcJm5JF1XADEs3IBEVMKQ/oydfRJkiH4hN0JdEkDRSAjmoyIUhhSEDLySLg+7Ar2T1GaIkKTNk85L/15TrahaE3rzCFDX/bF9gTztBHsl23ZL0U0hSaH1znXk9fAunr1vc3QvkOXmlUGlAFlQBlQBpSBXMaAis5s8kA57M2oH1POzeQcToo2Xh6FH8tcSEQfRinpwzrmh44YbuZTOvqwH26/RB9HTJg40SzsaS9D3eyLQpT19Gf/XNhDO89JO/NcIETwnL379qHZLF4yGTnQl35sTzBPm1QZPy426t23L3h9tPOczPMaOP+T90BfhTKgDORKBvSmlAFlQBkwDKjoNDTkjIMVeXS+Wg5dU8zRnpkP6yzQl35W2UppI6yyldJGoWiVM0vpRzjX00ZkZOe1ONu1rAwoA8qAMqAMKAO5jwEVnffzmeq5lQFlQBlQBpQBZUAZyCMMqOjMIw9ab1MZUAaUAWUgYwbUqgwoA/eGARWd94ZnPYsyoAwoA8qAMqAMKAN5mgEVnXn68Wd181qvDCgDyoAyoAwoA8rAnWFAReed4VF7UQaUAWVAGVAG7g4D2qsykEsYUNGZSx6k3oYyoAwoA8qAMqAMKAPZmYFsJTr37NmLadNnK5SDm/03cF/8+O80O3+o9dqUAWVAGVAGlIHsyEC2Ep0WQc3f9IFCOciO/wasf6OaKgPKgDKgDFgMaKoM3BwD2VJ0urkVg0I5yI7/Bm7uY6VeyoAyoAwoA8qAMuDMQLYUnc4XqWVlIKcyoNetDCgDyoAyoAwoAzYGVHTaeNCjMqAMKAPKgDKgDOROBvSusgkDKjqzyYPQy1AGlAFlQBlQBpQBZSA3M6CiMzc/Xb03ZSArBrReGVAGlAFlQBm4Rwyo6LxHROtplAFlQBlQBpQBZUAZyIiBvGJT0ZlXnrTepzKgDCgDyoAyoAwoA/eRgTwrOl/cfgFEzW0XkBm8pM4ZNcR2HbZeQA1B9RugmtQ5o6rY0uHTC6hqRxVJnVFZbJmhktSlw5YLqOSEilJ2xgtiywwVpM4g/gIqZILyYndGObFdh80XUM4JnlK24Xd4br4GD8k7o6zY0rDpd5QVlMkApcXmjFJiywwlpc5g4+8oKYg6/ed9/Djqqa9nQC3KgDKgDCgDuYWBPCs6d//2X9Qv/L/o+/xDBn0kJXpL6owgsRGBzz0EC71KPASip6TO6CE2orukFroVfwhEV0nT8OxD6CroYkdnSZ3RSWxER0k7PvMQiA6SEu0lNXj6IbS3I0BSot3T/0RmaCt1bd3/CUe0kTLR2u2fyAz+bv+Ld5zwdrH/RStnFBWb4C1By0zQQuwW/CRP+Epq8NT/orkdbxb5XxDNJLXQVPKO8JFyEyc0lrKBPOM37GgkqcGT/4uGdjSQ1MJj//wHvr/839zy2db7UAaUAWVAGVAG7gwDd6iXPCs6yV85lwdQ87H/uQ5ej/4PMkMNqXNGdbFliEf+B9UeeTBDVBV7Rqgi9nR4+EFUEVS+ASpJ3Y1QUeoNXB9ERTtekDQzVJC6TOHyICoIymeAcmLLDJ5Sdx0KPQhPB3hI3hllxWahjOQzQmmxly74IDJCKbE7o6TYShZ8AI54XsqP/u8/+M9CoQwoA8qAMqAMKAN3gYE8LTrvAp/apTKgDOQtBvRulQFlQBlQBm6SARWdN0mUuikDyoAyoAwoA8qAMqAM3D4Dd0903v41af9VgiIAABAASURBVEtlQBlQBpQBZUAZUAaUgVzGgIrOXPZA9XaUAWVAGXBkQPPKgDKgDGQXBlR0ZpcnodehDCgDyoAyoAwoA8pALmYgD4vOXPxU9daUAWVAGVAGlAFlQBnIZgyo6MxmD+TvXs4Px5Ku6+JHsV1OvXCdXQ3KgDKgDNx3BvQClAFlIM8woKIzlz3qpZNGX3dHSyeH4sfj14vR6xzVoAwoA8qAMqAMKAPKwF1iQEXnXSL2DnR717r49WxKhn1nZr9yMX2UNEUFbIb8qVEZUAaUAWVAGVAGMmdARWfm3OTKmlFtfbBwVDCGNK+DtfPCzT1SbH7wrg8WjQ7GgPpVEDMl1Ng3zA/HCN86CGvXFItDB+LwZ1swqkVdrJo6Bu83rIrfMhGvprEelAFlQBnIFQzoTSgDysCdYkBF551iMgf0c3R/grnKfjOXIGTRGiTbI5brRHxWrOWNPjOWYMLm/fhaxKVVl7+QC0bEbEebkDBsXx6Fhh0C0WvaYvgPCUPKCR2yN4TqQRlQBpQBZUAZUAayZEBFZ5YU5TyHzBYNlaniZW5m8Ju2KGfLPiGm/OvZZBz6LB5TerTG1J6tweH0lGM2QflCbW/jw0OdtwIQGz4G89/vgSupF1Cycg2aFcqAMqAMKAPKgDKgDGTJgIrOLCnKeQ5cre541b+euTaHc9iiOHQfP9NUh8jQ+a/2IfIXG/uhcacgvNExCH69Q1DKLlCNo/1QoVY9DF+5DRVerYcdEvWMHjPIXqOJMqAMKAPKwH1iQE+rDOQYBlR05phHdXMX+nhRd8QvjUxz5pD65YsX8HQpD3yxLhYfdm+Np0t7gFHOx55yM35sc0yG3ik03aVu/XzbXE9T6XAY6VcXXERU4w1fNBRx6lClWWVAGVAGlAFlQBlQBm7IgIrOG9KT8yrf6ReC/IVcEfh6FXTyKoWlk0LRflgYCri44qXGvni8mDtC2/pgzLs+eJHlom5o2XcI+Gdo8zoY+25T1GkVgMfETpsjOo2bgY3zI8xioj3rY8H5nY712S6vF6QMKAPKgDKgDCgD2YYBFZ3Z5lHcmQuhuOw4fDwiPt2PeQnHMXxxHCo7zMtsPzQMITLEPuSjODSR4XSelSK1a9hMjF61HaNit6OuiE7aG0k0k2CecCvlYRYRDZMh9o5jZ4Bl2hXKgDKgDCgDykBmDKhdGbAYUNFpMaGpMqAMKAPKgDKgDCgDysBdY0BF512jVjtWBrJiQOuVAWVAGVAGlIG8w4CKzrzzrPVOlQFlQBlQBpQBZcCZAS3fMwZUdN4zqvVEyoAyoAwoA8qAMqAM5F0GVHTm3Wevd64MZMVArq8fPXIU/Fu1SoeYFSvNfTvbB/TvjwsXLpi6u3VITEwEr+lG/T//bPHrqm+m3XWNsqEht9xHNqRWL0kZyBYMqOjMFo9BL0IZUAbuBwNJid+id9++iF62LA1+LVuYS0nYnZBmCxk+3NgoPE3mLh1SRdTymm61e1dXV3h6et5qs2znf7v3n+1uRC9IGbijDOSezlR05p5nqXeiDCgDd4kBCrr69RuAosj5FIxMTp08xURLKUoZKbWipIkSuaQ/I6Sso71r586w7Kyz2tK+edNmmgzYhja2Ydvk5GRjz+hAX6vPeOmDbYjI+Quuc6cf+yPoQ3/rGmizGtBunZ8pz8E6tmG/TAn60W71Sz5oZxvaWEc42q02tFvnpr/j/bNOoQwoA7mLgTwtOlt9dRnFN18wKCEp8Zykz8dfAFFSUqKUpETpLRdQ1g6PTy+A8JS03NYLIMpLSlSQlHhh2wVU3JZqUHl7KogqkhJVJa22IxVEdUmJGp+lwsuOmpISL+5MBfGypK98ngriVUmJWpIStXeloo4ddSUlXvviIiy8Lnmi3pcXQdSXtMHuiyAaSko0kpR4I+EiGtvRRFKDPRfRROCz5xKafmVDM0mJ5nsvwdcOP0mJFvsugWgp6Vt2tNp/CY54W8rvHLgEwv/AZRBtJCXaHryMd+0IOHQZRAdJO9rR6evLIDpLSnSVtNvhyyC6S0r0kJTo+c1lBNoRJCnR+9vL6PPtFYN+khL9E69g88//yV2f7jxwN3fiFleuWAEKHwuO4i5h924QFFlTJ0+GX4uW150ySaKliYJZc+ea4Xf6jZ84Ed4iUiPnzzf+o0eONCkjqi2kj26dOpsy+03Y/SXo36FjR8Rv2mTsPHQTcVqz5osm2urpWQ7BMrxPe0agGOZ1sI7CkZFZ9snzO94P6+kbuzIGLVq2BP26delirpvXlvRtohHEbMN+rCgwI6mWUEyQCDDvl/2znn70t/p1d3c398Nrt+6T3CYn/whyxPskH2xDgc575nWwr4Qvv+QlKpQBZSCXMpBnRef/+T4KhY2DiLPLkex1RfmQfxMjPPLn0o+63tbtMLD7y90YPWIkQkeNwvhJE2ENvTv3RSFFYUZx6PViTVB4eTeojxR7dJKCrb2ISrajnWmCCNr4zZvM8D79vWrWNHnWEQki7jzLeRrRyzRRBCHtWYG+FL4UkJ99sctci3MbNzc38HyeMiTPvHVf3g0aiPDdbNpEL18G3hOFIe+DIhH2PxSI1jXzvnh/rPLw8ED7jh1Me6Zsz3YU1hShSfbIr/vT7oab3SK42Revgxg6wjaNgX0plAFlIMcwcNMXmmdF500zpI7KgDKQqxlgxK933z4i+GygmLJumPa1GzfAt4UfgvtlvpDIQ8Sb1cbd/WmTdZeIn8nIITU11QgxyZq/FF3MJP+YDDcHP4o0Y7eLVYpeC+1FtFLAsf5GYDSRAo/Cs1L5CiZy6exvnZ925in4mLfAoXRGKRld5Tkdr5E+jvfGMv2Zuj7syiQNLFOw0pAo0WDrXrwkgksb6+jDvEIZUAZyPwMqOnP/M9Y7VAaUgb/JwAQZLmcXHA5n6gxLLDrbYTcwAmhFAynQGMWkkGNkMUGiqXY37JboJ/MUdS4uLvCWaCmFb3uJHlK00c76zMC+OXRNf4pltrfOm1mbjOxsw4gth9x5fvZLWL4J9utkmVFMS7QyGmv5MWXZSyK4LmahU7k0Yc+hdtq86zcAhSj7IejPVKEMKAO5kwEVnbnzuepdKQPKwE0yMFqGz7nwxQKHkzNqyuH18ClTMowcZuTvaOvdty8YeeTcRv+3WiGgg20ImsPaFIldO3cGzx+zYkVas6HDh4PRRqsNo5dplZlkKH4ZPWR/nGtJQctzZOKeqZmCk225+KfWSy8jRSKy1pxRNuraqTPYP+su/H4B9KedoM2q82tpmwNr3T/76yr3yqF/ClWKYs475b3TTo7Yh0IZUAZyJwP3S3TmTjb1rpQBZSBHMcAFLJxHSFFkwRJQ0cuWprsXiqS4DevNPEfHCvZhlf1atkg379Oqo7jiHMmaL9Y0c0OHDh9mmrBPzrvknFD6Ms+Ulexr1ry5sNowekn7ydPfM0kHDu9b7aKXLcNQEaycNsD+nKOjjr7sxGrHPM9JsA0jpfUl0srrJhz9Dn5z2CxE4vXRj2KX7TmflOfkuWkf6nSf7I/3yjr68zzsy+KebR3PQx+FMqAM5B4GVHTmnmepd6IMKAO3yABFH4d/HUEhxG5oY+oI+lv1lp02K886wio717FPRxv9KNgsO/OO9cxbdfTNDM7teA1sl5F/el+k29+T7Qi2ox/7YJl5XgvtFljnbGMdfVnHdixbsOyss2xWShv7og9Ty66pMqAM5C4GVHTmruepd6MMKAPKwF1lINopAmydzDmCatk1VQaUAWXAYkBFp8WEU6pFZUAZUAaUgesZYFTyeivMtAONUmbEjNqUAWXAYkBFp8WEpsqAMqAM5BAGuNiJC4xu93Izen/7jfr6O+e6Ub83UacuyoAykIsYUNGZix6m3ooyoAzcGgNcMe24/c+ttb4z3rd6DdzOiCu+nedM3pmrudYL9/i0StwWycprqgwoA8rA7TKgovN2mbvf7fT8yoAy8LcY4Kbn3AqIe0NyT0l2lpiYaN4AxJTljMB2FKpERvW0sY6gL8sWaCOs87He+RosX6a8DvozZZn+mzdvgkc5z3TbFLGOYL/0oT9T2pg69kGbM1hPsB3rmHJDe9pY5upypoTVn1Vn2RztvA7aCfZFX6YsK5QBZSDvMqCiM+8+e71zZSBPM8D9LCmOuOk6U+4hybcOcbNyphltBE8b99mkz4L588EopTOJHIrm3p+bN21Gk4aN0vb15N6V3IfSslOIOV+DY1+R8xeYtyDxXNb10N8Rjv7MJ4lo5jktf0ZFWeY5Q0eONHtr0s8RrF8g98LzcF9QikPuo0kf2pj6t3qbiXlFJv1pZxvr/jncTzttvEdyxAa081roz755PbTnJui9KAPKwM0zoKLz5rlST2VAGchFDHBBDF8ByT0lOVQdtWABuO9k7759zF6aFE/Ot8toHvespA/fUsQopbNPYuK38G7QANyjcva8uUi9cMEIT262Hm320ByGCZMmms3ina/BsS+e3/l66O9V80XYUNPRPS3Pe+E+mDx/5IL54HUyz3PzGngPljPzvNbZc+eatwX5tWxphKVfyxbGhfdpMvYD+xs6fLjxZRv2R5HKau5vShvPQxHPvlnHqCz74b3QTl+FMqAM5E0GVHTmwed+9eqfmDZ9dhpIwapP4tLKp05dv/k0fW4N6q0M5BwGGHXkqyop2HjVXIXN4WXmHcEN2iMlAsmoHqN5SUlJjtUm37tvXxFum8A38zDCyNddUnimpKSAC3gIRg45rG8aZHCgYOOelY7XQzfamd4Ibk+7p1Un7E5Aty5d0s7La2Ck1HJg/0TXzp3N9Tq+EcnycUzZn3eD+mkmbgbPe6PB07McEwOKeZ6HfDHl/FDOQ6UwNQ56UAaUgTzJgIrOPPjYH3ronyhbtnSGd873PT/3XPEM69SoDORWBigMHQVkZuKOYtPT0xOMdhIZ8UERxkgj6/mOcb7mkn4UtXybEHHg8NcmAkl7RqAQpEC0IoNMKYJpz8jf0ebpIP7c3NzAtyjxnET0sqXgfpqWP4e7KQYplPk2IL+WttdWWvXOKftLkiF8y578Y7KVzTDldc+SKCr5cHV9GBTqGTqq8e4xoD0rA9mIARWd2ehh3MtL8ShbJsPTeWQiRjN0VqMykAsYuPD7BVDMedX0kiHvKeaOGM1k2RQcDq6urmY/SgovztFkFYUVUwscFue8Tvq6uz9t/Cn0KGQ5x5H+FKJcEGS14TVYeSvl+XkdLDNlmflbgbcM8/N6eM6E3bvRtVPndM1pd33Y1dh4bRSgiYnfmjJ/gPKaTcF+oChdMH8+2I6ClSnvzV59XcL+eK/u7u6GY0ZAr3NSgzKgDOQZBlR05plHnf5G3dyKgV8q6a1AWY+MxaizXy4o6y0oA2jfoSM4T5ECihE5Rib9W7USUfU7WHamiPMZV65cAQqvmjVfRECHDnAWZuMnTpT2F9BNhqzZnm0oQBn5pNCk3V3EKO2sd7wGli3w/Nb1MGWZde5n6eboAAAQAElEQVR2Ace8M1xEFLPesg8dPgyMfPKcvGZeA6+FUU/6+LVsAe/6DcBFRpx/OXT4cBGHT7MKjH4G9+9v5qNagrd33z5p/ZEHqz+ekzAN5eAh0VZei9UfOSVP5Eaq9a8yoAzkUQZUdObRB8/brlSxApM0lChRHK4uLmllzSgDuZ0B7wb1Eb1sGZhSjHHRDctMWXa+f/pxsQzB+YpDjajzTOdG8UU7+2Fq9eMpw/JsRzvFm2Vnn7QxdeyI9bwO1jFlmfUUigTzzuA5nOt4LvbBc7PeuQ3vg/W8VrZlSh/Lzjasp43IqD+2I1hPsA+24zVb/rSRG9YrlIFrDGguLzGgojMvPW2ney3rNMTu4VR2cteiMqAMKAPKgDKgDCgDt82Ais7bpi7nN3RcUMShdl1AlL2eqV6NMqAMKAPKgDKQmxjIs6JzRNIVKK5gQ6HyWO9SDp8Xq6l8yL+J7T//Jzd9vvVelAFlQBlQBv4eA9r6DjKQZ0XnyKQ/sDz5L2z8KXNskDpnrBfbdTj7F9YL1t0Aa6XOGXFiS4czfyHOjjWSOmO12DLDJ1KXDil/4RMnrJKyM+JTH0JysReQgCcQK/WOiJGygfAUkwlWit0ZK8R2HX78CyucsFzKNvyJ5T9ewzLJO2Op2NLww59YKvg4A0SLzRlLxJYZFkudwek/EX7iKrb/8tcd/HhpV8qAMqAMKAPKgDJgMZBnRScJGFH2ISyrXtBgqaTEx5JGVysIRyyRMrG4akEssuOjKgVBLJQ0ygmRUiYWVC6I+ZULGMyrVADEXEmJOZLOqVgAxGxJiVmSznTCjBcKgJgm6bQKBUBESEqES0pMLV8AFqZInphcPj8sTJK8Qbn8mCT4UDDBMz8cMV7KRJhHfozLBGM98uGDsjaMkZQILZMPo+0YJalB6XwYJRgpGGHHcEkdMUzKw0rlAzFUUmKIpAYl82GwHYOezwdioKTBdgyQ1BH9pdzvuXxwRF8pE31K5ENvO4IkJQKL50Ov4g8Z9JSU6CFp9Uce5D8Lxc0yoH7KgDKgDCgDysAtMJCnRect8KSuyoAyoAwoA8qAMqAMZDsGctIFqejMSU9Lr1UZUAaUAWVAGVAGlIEcyoCKzhz64PSylQFlICsGtF4ZUAaUAWUgOzGgojM7PQ29FmVAGVAGlAFlQBlQBnITAw73oqLTgQzNKgPKgDKgDCgDyoAyoAzcHQZUdN4dXrVXZUAZUAayYkDrlQFlQBnIUwyo6MxTj1tvVhlQBpQBZUAZUAaUgfvDQPYUnfeHi9s+6/sd/a9rO2/8aHx3NPE6+50w/HAsCWO7Xn/OO9F3Zn3ETg3NrOqe2f+4eAGnD+65Z+fTEykDyoAyoAwoA8rAnWNARecd4PKbvQnX9fLd0SRcSk29zn4nDAVcXHBahOed6Otm+3Ar5XmzrnfN79yJIzh96Hqu79oJtWNlII8zoLevDCgDysCdZEBF551kM4O+LqVeQPjQYAzr5I+wvt3wvYhRutE+fXgwRnT2xwxJLfuOuBisnB2O0V38sXd7vBGXoZIfI1g1J5xNcVnEbIN32pu84+HjSaGYPzIY47v548COePwownTagO6Y0L01lkrdZbkW+v96NgWzBnbHpB6tsWJKKLYui0Ly8SSDlVKmD5GwLhYE8ynHbVHbPetjsXFBBKb1aoPDO7cgRdpFvt8DMwPbYE34GFyRaCT9mY+PjMCcoDZY8cFA7NsQizm92xicPZFEFzByGTNuIOb3bouYcYPwk91+YGMstkdFYGlIDyzs2xZHPt9i/OOnj8HXUsf0959SsHJYDyzp1xbrwgbhqv28xlEPyoAyoAwoA8qAMpDtGFDReVuP5OYbJWyLl4jnBYyaF40adb2xbNZU0zhqQqhJB0yaBc+qXviwXzdT/vlMihGbfl1749nSHpg1Ihi1fPzQd+IsJO3bjX0iRJ8Re/MuQcbf8fDDsUQjNJt17o1nSnuCgrOM9N1z/EzjFjfPJlpnBneDeykPtBs6Ho8XdcfKKSIWRZBeEVBEGmc5/PZTMgjJGkHK9DcRe4c/i0fDjoFwK+mByME9ULJyDQSMncFqIzyZOSMC8owI0paDw0SIpmKLCNCW74eh3Cv1jAClz7ppY5ig9ZjpKFGpBqKH9DDlf8s5Doq4rBMQiEoNmmO1iEpWePccghca+oLpZwsj8EgRN/iNmo58hVzw+UcRdFEoA8qAMqAMKAPKQDZlQEXnXX4whYu5g8Pva5dEolw1LwycPMuccXtcLGrU8QYjnPQp4OKKn88km7raPr5GiD4pbZ8VgflZXAwoNgfPjkZVaWOcMjl4vxMACs1fziajgIuLiE8P/Cjij7aj+xMkSnrBtGzSKUgEpxteaxWAUiIajfEmD7XfChCh6ZUmSIuJgKXAfK6yF04e2JPWy6st2+HRp9zA+qqNfE2+KH1FkNJp/8ZV8HjFG2dl2PzRp9xFPLqCgpN1lURcPiWitqKkFJW0OeIR6ffYri0gXmkXiNd7DHGs1rwyoAzkBQb0HpUBZSBHMfBAjrraHHSxp44koqCLC8qL0AydHw3O8ezfyscMs1u38b0MfyfuS8C3guoSBbXsz5a5Nn/y3f4hJtK5VyKc3epWNuLT8ssofUIil5b9sgzDH5W+CQ61V67tDQ6tFyjkarmYNL8IXpO5ycNjRd3SeZ4UoUlQeFYTcWlVUoRa+cxSDrV/dzABhMer9dLcKDitwiMiSK28lb4qQrOeRD5/OLgHU5pVxy6NdFrUaKoMKAPKgDKgDGRLBlR03oHHUlhE2O6t8Wk9MbLJQgkRj3ES4TwvEczAUeMxa/0OJO6zRQKflDbFJYrZsmsQiO8zWen+0cRQIzo5vN5chtT37bh2Hp4jE4DC8lcZpm7aOQgEBecvZ1PwtJyTKcUn23IOZrKIX+aJyzLEzpT4OotzPSZi8F9yjlffaof6HQJR/Q1fUHiy7c2Aw+NFJZr5WkAgiLMSkbXa5XMSxpbdmru5U4bXizzvgSYDx+GdSYtweFOs5aKpMqAMKAPKgDKgDGRDBnKd6ExJOYOly1Yi6chRXL365z2hvHPwUMwdPxpj+nTFlKEDMKZ3V3QSG09evlpNs5Bo2axws5Coep16NCNgQAi4kGjF7HCM7OwPDrFzON1UOhwKShSSC4kWi/jc9HEUXm3i51CbeZbisl6rdhjZxgdr5oabxUSVa9nO7SNCdMy7Plg4eiDGtG2KAhKRZU+lqngxwdSerQ04f9MYMjkw4skhdC4i2rwgwiwmqibCMxP368yNA4cgZuxAbI2KMIuJHhUhzmHz6xztBg6zH9q4Cl+LwCwiYnVJvzag+FwXNhAVGvjavTRRBpQBZSC7MKDXoQwoA44M5DrRyZv75Zdf8emn27HwoyXY8uk2sEz73ULN17wxdkE0mrbpgNebtcDUFWsltYnDEmU8sOTzA2aYvZdEO605nVxUNGFpnJm72e69oWj3Xoi5PM7nZATUFOTQVobXu44Yb+ZyTlqzAx5VbcJQqq77+06/oSaSaVW83S8EHYaNN3M8hy+OQ6Xa3qbqxca+GPJRHJj2nbEEFWvZ7KzsI+U3OgbBr08IBi6Mg9cbtvvw6227vhoyfO5WyoOuBm8GDcHbg8PwfOUa6B6xGOXtQ+RNRVAaBzlUlTaEZFFMxKKPvc7zlXroNX8NSlTywmvtA9Go1xC6oHJDXzxVsqzJ89Cg52AmoNBsO3kRGOEs/XI9dJizGs9KW6YvvxtofPSgDCgDyoAyoAwoA9mTgQey52Xdmav6888/ceTIMRP5vNvRT0YqK1TzAsG88x2UkzpnOyObtBcXYWr501bAJf2cS9puJDattlzV7tyWEc8yEsF8XKKIlh9TlktnYM8vw9qMeHJ1+2PShqC/JTRZpg9tFrhQ6PnKXmahkKPNyj/6lFtaHYfNOaTuWFeiUg0RnjUsExjtpJ9leEqEqpWn8CRYps8zFWvgIblmlhXKgDKgDCgDyoAykH0ZyHGic9WqNZg2fXamWPVJXIZsM9rpGP3M0CmPGms29oN76WvRyzxKg962MqAMKAN5jQG9X2XgnjKQ40Qn2XFxcUGN6lUzRNmypemSIdiuUsUKqFGjWob1edXIqKdz9DKvcqH3rQwoA8qAMqAMKAN3h4EcKTpdXQoZ4Ujx6AyPsmWuY6pEieJ4o1EDtHvX37RzFdF6nVMeMHDF+hfrbKu8uWr9S8mvmxeO3ZKy7u9SsHeDre+/20+2aK8XoQwoA8qAMqAMKAN3lIEcKTpvhgFGNRkNfVeEZuM3GuC554rfTLNc7XM59QJ+PJZo7vHgji34cl0MHi/qjh+PJ4Ii1FTc4mFIw6ppLW5lu6S0RppRBpQBZUAZUAYyYUDNuYuBXCc6XVxdcnRUk5vFEz+fsb2diP/cTh9LMm8SStqXAII2CxSSR8ROWDYr5RuICPrQxmH0lxr7gVHNY/sTzEp3Lhp6UWysow9xXOoIZyF64kACiN/OptANfGXmH5dScVLsNFRr5MvEgPt3nhK7oxCl7Y+LF3DqYIIB88ZZD8qAMqAMKAPKgDKQ6xnIdaKTQ+c5Naq58MNQbIiOxN5t8RjdpXXaazEn9e+GMV1bY//2eMwdGYyp73Uz/zB/OZuM/k1r4/O1MYhfGonhrX2MOKXI5P6c8R9HYdfaWAx6s44Rmj8eT8KyyaGSTza4nJpq0hVi4wbxFJlj3/XB9mVRSFgfixG+dYyw5MlG+NUR+0IRnXswvn1TY6foZN3JA3uYYHX4GJN+u3MLJovPyYN7sDZiDOLs9n0y/B72Vl0w/TQyAovt71o3jfRwiwyouzKgDCgDyoAykLMYyHWiM2fRn/5qGeGsVscb774Xgm4jx+Nne0TxF0n7fjgTrfuHgHt1/iCRz19EcG6OjkKDd9qj0/DxCJwwC9wyiZHNAzviJYrpiV4TZqLDsDDzRiK+CtM6G7dKIl5s7Aumlp3RT/fSnugcNhNtQsLQqGMQGPFkZNPrDV90GjcDDTsEos5bAUZ01hAb2/JtREwtbI4MR6vBYfBuH4i2H8zArpULwSgn6/lqzJbvh6Hz1MXgKzBpUygDyoAyoAwoAzmSAb3oW2JARect0XV3nblB/MrZ4QhsUhtJexNgbRL/RFE3PFHMPe3kVWp7Y59EPX84lmjScd38ESY4IsPiP4gg5VA79+a0GtR7OwAvNfG1ipmmjHZyf07LoU6rABDcm/Oxou6YN6gHRrWoiz0SBb3R24rOnjiC5yrXMN1wVfxzlWqI6LRNFyjqsOemY94460EZUAaUAWVAGVAGci0DKjqz2aONWLsD702chcR9u/GRDLfz8i6nXmCSBkY5ny3tiQIurnjVxxeDZkVjoMESvCzikgLVWjDERj+KEP1ChtmZzwrJMgRv+XD4PGFdLDjcvn1ZpEQ+AzFs5TZUeNX2Ok3LzznNV9AF/5LorGW3opws841ETBW5ngG9QWVAGVAGlAFlIB0DKjrT0XF/iZId/AAAEABJREFUCzOGB2OvRDCfLOYGikq+iYhXdPliKhZPDAWjmDvXxoCLicpW9UIVGYrfGRcLilAirFtr/HomBWWreOHAji2g2PxFxF/kqGB2kyU41P71Z/FpQ+qLR9va5Rdxa1DI1UQ5EzbE4jcZ3rc65FxQK8+0nIjS+MgIsyKe8zdpe66S7fWd+VxcWFQoA8qAMqAMKAPKwF1nIHudQEVnNnoeJsIpw+of9u8GCs9G/gHm6jyq1ACH2BdPHG0E5+DZ0cb+ShM/NBCfeSODMV/wTr8QlBExSrzdbwiWTg4FBWe9t9uDw+sFRDQ+bX/z0OMyXF5AxCQ74tuI8kueK9nbhoRh/fxwLAoNhldjP4EvXqhVD6Uqe2HJmIFmLqdv0BBw2Jxt67cPRNT7PcDhdrdSHjShqdQXk/xHg3uAi4rajpkB/nn0Kbe0diwXFR+mCmVAGVAGlAFlQBnI/Qyo6MxGz7h4GQ+ziGjYnGg08m9vhs+ty2soZYrNLsPHmwVDlp3C0xpe51xPy165tjcGzFxiQMFJOwVnq74hzIKLiKz5my37hMDKv1DLG72nLzHgfE46U2ByUVHgtMVo3nsIuICIKesadAhE94jFeEwEJcUmbfTnIqKu4Yvx7gczQAFKe9VGvnCcx9m41xCaFcrAfWFAT6oMKAPKgDJwbxlQ0Xlv+b6tsz1bxvO22mkjZUAZUAaUgfvPwPaf/4N/xP5LoRzcsX8DdT5Lvf//sG/jCjIQnbfRiza5qwy07W+LTt7Vk2jnyoAyoAwoA3eNgZqPPYjTDVzxfX0bvpOUOCUpcdLbFSfsOC4pcayeK4gjkhJJr7uCSJSU+PY1VxDfSEoclpT4uq4riEN1XUAcqOOC/Xbsk5TYW9sFxFeSEntquYBIkJTYLSnx5asuIHZJSnz+iguInZISn0lK7HjZBdvt2CYpsfWlQnDEp1ImtrxYCMRmSYlNNQuB2CgpsUFSYr1XIRDrJCXWSrq2RiEQcTUKglhTvSCI1ZISq6oVBBErKREjKbGyakEQKyQllktKLKtSEI5YKuWPKxcEEV25AIjFkhKLKhUA8ZGkRFTFAiAWSErMl5SY90IBEHMlJWZLSsyqUAAz7ZghKTG9fAEQEZIS4ZISU8sVADGlXH4QkyQlJnrmR49nH7pr/07vdscqOu82w9q/MqAMKAO3w4C2UQaUAWUglzGgojOXPVC9HWVAGVAGlAFlQBlQBrIjAzlRdGZHHvWalAFlQBlQBpQBZUAZUAZuwICKzhuQo1XKgDKgDCgDmTGgdmVAGVAGbo2BPC06v039f9j923+uQ8K//oPMsEfqnPGV2DLEv/+Dvf/+b4bYJ/aMsF/s6fD7f7FfcOAGOCh1N8IhqTe48F8csuNrSTPDYanLFKn/xWHBNxngW7FlhkSpuw4X/4tEByRJ3hlHxGbhqOQzwjGxH7v0X2SE42J3xgmxnbj0/+CIk1L+11//d2ufHvW+bwxcSE3FqlVr0rDz8y/SXcvvFy6k1dFvz5696eq1oAwoA8qAMnDvGcizopMrCTef/wuTT141mCIpMVVSZ4SLjYg4dRUWpn13FcR0SZ0xQ2zETEktzPr+KojZkqbh9FXMFsyxY66kzpgnNmK+pPN/uApigaREpKQGP15FpB1RkhILf/wTmWGR1C1K/hOOWCxlYknKn8gM0Sl/4WMnLD3zF5Y546zYBMsFKzLBSrFbiJE8ESupwU9/YZUdn5z7C8RqSS2skbwj4qS81gnrpGwgz3i9HRskNfj5L2y0Y5OkFn778/9QvMCD9/5TqGe8ZQZcXVxwIfUiUs6cNfjll1/T9fHXX38Zu1Xv4qpvwkpHkBaUAWVAGbgPDORZ0fllHVcQu+u6IjMkSJ0z9ojtOrzmij2Cr26AvVLnjH1iS4fXXbHPjv2SOuOA2DLDQalLh3quOOiEQ1J2xgaPi+hy9GMsevI0vpZ6RxyWsoG3Kw5ngm/E7oxvxXYd6rviWyckStmGh5FY/xqSJO+MI2JLQ4OHcURwNAMcE5szjostM5yQOoOGD+OEIODZf96Hj6Ge8nYYqFSxwk01++c//wmPsmVuyledchUDejPKgDKQzRjIs6Izmz2H+3Y5SUeOmnMfPHTYpHpQBnIKA2VvUkh6eKjgzCnPVK/z5hjYsjoG584kp3M+vDcB3wjSGXNYoceLpcwV/3o2Bcf3J5j8rR6uXLxgmvDVzCcP3F4fpgM93BUGVHTeFVqzeaf2y7t69U8cOXLMlFJTU5GScsbk9aAM5AQGHnronyhbtnSWl1rxJiOiWXakDspANmGAovN8Skq6q/nmq904LEhnzKEFCkcKz1u9/JTjSYh8v4dp9kfqBVB4moIesg0DKjqzzaO49xdyxB7ltM5sRT2tsqbKQHZnIKthc7diRcH5n9n9PvT68iYDd+uuz0sUdOuaGCRsi8clEV/WeWjfLvY9Yrdsjil9Tx9NAvFZXAx+ln6s+svSz77t8di5Nga/nL0WZf3hWBKO7EvA/h3xxpV51u8yfilgu11rY/Gj+BkH+4HlL9fF4lgGEc3Hi7qhVBUvUHwy4umI3yQKyi6YHv5sCw7v3ALmaTshkU22ofh8VPp4vrIXzQaMeu5cEYUzIkyNQQ7M/+unFOzbEItE6UdMGf796UQSDmyMxfcH9+APeySVjiwnxCzEOalnOSP8cGgP9ooP04zq85pNRWdee+IO9+s8pM6oJ6OfDi6aVQayNQNubsXg4pL5IqGyOrSerZ+fXtzdYaDPW01AgZmwNR5j+3QzJ2F5eKfW+E5E5VciOge87ZNOkNLptAjDQf4+WDhxNBJlqP79d3yM8KRwHNO1NSg6f5D2H0iewpJtxnb1x5KJofhcRCbL47u3xrT3uoswTcHINj6CpvhVROqCUcE4YBemkaMHYtnkUGP/dGkUti6LYtM0JMt17F4XI4I1FcdFSBJffxaPiF5tTJkic3xAU5M/IaJ1WmAb05Zi88rFVJwREUhBuXd9rLGvCR+DNRFjRDCmYvnYgfhcxCcr1ootvENTnBX/OMmvkDraHbF/Yyyih/TAv0WcJn0ej1XjBpnq7VER2LEwQvq8gOVDe+C0CFJT4XBY0q8t9sREGZ9Pp48BxadDdZ7MqujMk48dZiidQ+rOt+8c/XSuvzdlPYsycPMMZLagSBcQ3TyH6pl7GKC45N281tQPQaPH47Vmfixi+axwNG4dgPYDQtBz1HgUL+OB70VAmkqHw7OlPTBsTjS6jRwPj2peRjzulQhngUIu6DJiPFr3D0HV2t5YNSfctKLIe3/2EgRNmGXKPHQYPh7NOgfhGenr5Sa+aCr5em+3T4t2PiFRyPdmLkGTTkF4sbEvMop2sh9GPN/oGASC56nxhi+8BL/+lIxO42bAt/cQNBfkl2uj4GT9Y0+5oXojXzY3uCKRyZ0rFqJb+GJ4tw9E08AhiF8QYep4aCJl4t0PZoBRT9qc0WHqYtQNCDRgdJP1jH4Wr1QDtdsF4q3RM5BProF2C4yIln65HlqMmoFXxKeaXzv8fu5ahNjyy2upis689sTt95vZULpz9NPurokykG0ZKJvJgiJdQJRtH5le2F1g4KIMf7PbwsXc8U733hjS0R9937oWzaQY3b4mFsM7+Rtw6JxgG0cUcBg5KF7a01T9LEPaHtVqmjwPVep44xf70DuFYQEXV5rTQLFpFcpU9TLZJ4q5mZSHp0t5gNHOwW/Wwdp54RLRvEBzpoiZEorkY4loExJmfNyl/fH9ezC+XVNMkIjnrxKFpLg0lU4HRjyLlSyL/IVs1/icDLn/cSk1zetREcAsFC3pweQ60P7lyihMalUXH4f0hNW2johQCtAwn2rgEPtD9v6tDvJJ+WERwCuH9cBM/7omynn+xBGrOs+mKjrz4KPnEDqH0jO6dUY/dUFRRsyoLbsykNmCIl1AlF2fmF7XnWDgnF30WX1x5XqJMp5mWN2rrjfmbvgMb3cPQtziKHwrQ+X0q9PUFyPnRRu07Nob5ap50XxTOH00Mc3vBxGAVuFJu2izylmlv4qApeB8SSKcH3yy3UQ7b9Rm97pYcE5n7xlL0txipowx8z0Dpy/GgKg1eFzEXVqlU4Zik8PxljmzaKZV75wukaH1R55yR79l2/BO6PS06j9kGL/d5EXoOne1scWF2YbdTUEOnOe5RYbUX303EN2jt4GRTjHn+b8qOvPoP4Hmb/rAAil49ZWX0souupE2KbkRtC6bMeC8oEgXEGWzB6SXc0cZqCdD5nPDRmP31nhwq6Q1iyNxLiUZFap7gYuBGOX8TkQio5488ZPF3FBXhtsZ6eSQOkXohH62uZ6szwq1ZIicC4SS9iWAczl3xsXiFR+/rJrdsL6ARAK/FEHJSGeyw+Iex0YUm4vHDIRXYz+JdCYZ8clhdMuHYnLV1DFIkQgi8xSYjHg6+hSTqOhjIozjIyPM8Hn8gnBUbdjc6uKm0nyFXPDdwT1p8zk5tL7dPqeTHbCeUU3mLTDSSWF6VaKqhzfF4vOFEbh66YJVnWdTFZ158NEzMsQFGBZIwRNPPA6rrKt9yYgiJzHAf7uOC4p0AVFOenp6rbfKAEVn39AJ2LJmJaJnTjV7doavWIuCMsxdQqKdnYKHSoQz0qBjcAgKy5A7RSfndEZOGI11SyIxYNIsPCl2x3MzalnbQUxyTifnX9Jv8JxobIyOxJwRwWjgH4BXm9hEp7P45FxOq8+XRCw+XtTdFJlyqJ3D8e2HhiFOhtV/lIjpW31D8FqrAOMz48vjJn1M2pSuYovCvtEx0EQ1uZiIq9MpUP36DDF+G+ZHgIKy49gZJnUTgUmsDh+DR6WP5yvXMH7dIhbjSuoFLPtgoLH7BNnaV23ki0climmc5FC1oa8c0/9tPWaGEZxcvV72lXp4c+BYUFC+OWiccVwtEU5GQuv3HGzK1oEitJ7YuJDo/Ikk+I2agVIv17Oq82yqojPPPnq9cWUgdzFgLSjSBUS567nq3WTMQM3XvBEyZTbGzo9GZxGZFJaWJ4fXg0ZPMAuJmLfsFJ4cXg+ePAsZDa1TXDqKTs+qXmnClAuM+k6chcGzo9MEJ/t9xS4+mSccRScXEVG00s60jF1IVqrtjR7jZ4KCk+KSC4roY4HClFsmEVxEZKFRxyBwIVF+iZJyEREXE9V+KwAVXq2HkpVtIvXtwWHoISLzMRlyf95uo39TEZrWYiKWeS6b6Lw215Rl2h3BOZ2+IjCJyiJKiUekb4KLiDjEXsOvnRGiju2Yf6GBr1lI9HrPIShc0gMvy1A77XkZKjrz8tPXe8+1DDjfWO/A3mja2CdXY+jgwdi8fi3WfhKbq+5z9MhRzo9Ty8qAMqAM5EgGVHTmyMemF60M3BoD3506hcJFCuPt1q0VOYgDPrOkxG9v7WGrtzKgDGQXBvQ6nBhQ0elEiBaVgdzKQOEiRVC+QgVFDuKAzyy3/nvU+1IGlIG8x4CKzrz3zPWOlYH7z4BegTKgDBWnMwkAABAASURBVNwTBppXKgm/yiXNtkkt7KnziUd29sfK2eHO5nTlfdvjsTMuxtg+6OoPvonIFP7mgSvYidvppvfLpbHRYaP3m+ljYK3S4Er2m/G9HZ8/Ll7AnpiFt9M0T7RR0ZknHrPepDKgDCgDykBeZuDJYm54q2sQCkt6OzxMea87uEk8277q4/e3t0xiP8TC0QPx69lkZu8J6rUPxPOVbKva78YJz504gmO7ttyNru9Kn/e6UxWd95pxPZ8yoAwoA8qAMnAbDHBD+EEd/M3+nGzOtwy939FW/nR1DPq81QTNKj5v3kbEfTrpY+Fyaiq+2bsblyS9lHoB04cHI6BWZXC/zktis/w2REdi0Ds+8K9aEhP7d8PpY0n4zB7hZKRz59oY/HA0yYBtfpD68Pe6oX2Nkgjr5g/u50n7LvFbMGogpg3ojk5epUx6Wc7LOgvLJ4eaLCOdxK9nUzBrYHe8510FU3q0BrdHogP33pwr9oH1qyCsnQ++/iyeZgPuyTmqRV0QVtTzqw2xWPrBQES+3wNDG1ZFlKTsA/Ln1IEE/PZTiuSAuPAxCHurLsI7NsXaiDEGrJjXuw32b4xlFmdPJGFB77bg3pyMYm6YNgZT3q6LWZ2a4ZDdxzjaD/HTx4AbwzOlaefCCPCNRMSujyJoytNQ0ZmnH7/evDKgDGTMgFqVgezHQJFi7mZPzi2rV5qL2yJC85u9CXjK/WlMHRZsopjvT54FCs55422CzjjK4ZIIvsR9e0R0XsC6JVHYEReLxq3bSw2MsGTm5zPJ+GjiGDAq2m/iTCRJ3zGzp0rZndXgtkdPFHUX/0T8cMz2hqKpIjiT9iXgnb5DcFnEa8SAbmYD+V9EQH6xzibcWkndwc+24OCO9BHAp+2v2eQWScSKKaH4TaKebYeG4bIMU0/t2Rr8EzNlDLhPZ51WAcjv4op5IiJ/k/5ZR3vDDoHg/pyb7EPtrNu7YRWrUV/qvv18Cz5fYRvyPnVwj9kkfp8I010rF+K5yjXg+Yo3mD8jApONvjtk82H+j4up+F7KVyQ9sHEVdsd8hDoBgSgu0dLV498HX4VJPwvePYegSEkPMP1B2nFj+A5zVoNg/ptNNk4s/7yWqujMa09c71cZUAaUAWUgxzJQr5kfdm/bYsQjo5tedeuheOmymLI8DuWr1UTCts1Z3tu3EvH0rFoDLWW4nZvEWw2eLOaOoXOWoFodb+zdFm/Ml0WselT1Mnm+f93K08CoJqOTzbsEof477dFx+HgYcbbd1pY+vSbMhPfbAcwaMWoy9sOLjW2bsXOvTuJrEabcQzNZoqdPl/I0ffGtRAnrY/FCLW9wn842Q8aj9ZAwEZ8uppdSlb1Q4w1f1H6rnSmflEimycjh7SHj8OpbAchX0OYrprS/fCc7Cy3fDwOH3IuWLMviDfH9wQQ8UqQY/i2RUm4QT+fThxKYZIjT4l/65Xrge9mJCg18cf5kUoa+ecV4y6IzrxCj96kMKAPKgDKgDGQ3Big6eU1zwkbjvET76jVtAQ6zD5Zh97jFkeatRHwzEX1uFnwTEX0Z6ZzYr5tZVFRAIooE7VnhGXvEkpFQ+l6WqCDTWwHFq6P/Y0XdwLcR8e1E+Qu5gGB9fhcX8/YhilOWGeFkmhEsH74K07n+D4mkZiRGnf04vG7ZKDatPNPa7Xrh2Yo2Qc5yRqDYtOwPF3HD7yJYrXJeTPOs6Nz+83+gsHFw/J+F8eWFB6B8/AffX/5/ee7/Ae7h+c3hw2B6t27+TvffvEnjtEt1zKcZM8jw/i5dupRBzY1Nt9vuxr1eX8vzXG/N1KIVeZQBDrHXlOjmp2tiUViEGd9MdPirBBmOTkXH4KFo2qa9iYJyOD0zigpLRPP7o0lmRfv2NTFpC4S+kgglBWP3kePBNxNxiNzqo4AIv19k+P0XGf62bM+U9jDZzR9HynB7ElbPta2Ar1zb29hv9mAJTr5F6IqIwZqN/STKeQHblkWZLigsGQXlsPl2sUX0aiPD8Cmm7nYPRUt54I9Lqdi1IgqnJCJ59sSRtK6KPl8WSTvjQWH6nUPklEPqf4igLl7JS4bXvbBj4TTjk9bQKcNXYTouKjq+awueyUKkOnWR64p5VnTW3ZmKHgcvY9A3mWOg1DkjWGzX4fBlBAsG3ADvSZ0z+ostHb6+jP529JPUGX3Flhn6SF06HLqMPk7oLWVnBIltW4nXMSqlAJh3RKDUGQhPgZmgl9id0VNs1+HAZfR0Qg8p23AJPQ5cQ3fJO6Ob2NKw/xK6CbpmgC5ic0ZnsWWGTlJnsO8SfHdfRNTpq7nuQ36jGwqfPAljQ0cj4csvTcryjfxZdzM+9LNA/6VLluB2BJ/Vx51I58+Zc1vC+nbb3eo18zy32kb98yYD9Zq1MDf+ugy1M0PhSQE6tm83dG5U20Q7v5chatZlhLe6BRmfkV1aY+GHobAinRSajFaOFvv7/j54VkRl0v49pouyMsS+c20sYufYhCWNBSQa2ml4GDinc3gbH8QvjTJD6ZYYpU9WKF25BnbL8PmX62LA12EmHz+CYb51RHAuRN1WAeBcT78+IUaEjvCrgw0LIlBHhtIZCc2q7xvVv9IyAEVlSH3ttA8wt3fbdEPwJWTI/uzJIwhtUt3M/7T64Ssw84n4jurbFsSzFWuA72O36pk+W6mGRDOTsbhfW/A1mPkKuSKySzNES/n3cyko36A53fIsHsh1d34LNzSi7ENYVr2gwVJJiY8lja5WEI5YImVicdWCWGTHR1UKglgoaZQTIqVMLKhcEPMrFzCYV6kAiLmSEnMknVOxAIjZkhKzJJ3phBkvFAAxTdJpFQqAiJCUCJeUmFq+ACxMkTwxuXx+WJgkeYNy+TFJ8KFggmd+OGK8lIkwj/wYlwnGeuTDB2VtGCMpEVomH0bbMUpSg9L5MEowUjDCjuGSOmKYlIeVygdiqKTEEEkNSubDYDsGPZ8PxEBJg+0YIKkj+ku533P54Ii+Uib6lMiH3nYESUoEFs+HXsUfMugpKdFD0uqPPHgL/3pyvitF4LZPP8XkiGno2KUL5iyIRMLu3Th/7lzazTFPvzSDZM6fOy/HjP/Sl20ca+kf1LcvuDG9o/1W8rcbBczoeqzz8jpZb5Wt1PlcoePGpbt2tiEsf8eUdvbraGOeNtYx74jM7I4+mlcGnBmgyFz79Un4d+9tqgqK+Ju38TNwXmf05wcwd8Nn+OTgSVO36uAJxBw4gXLVvLDSnnLu5vR1OzB8zhKMXxqHaZJv0dUmRCPW7sC46DjM274fYz+Ow5K9J0w/fSfOwuDZS9CmX4ik0Xh/drSxv9LEDxPX7MDAmUsw7dP9eEfqWdGscxDmJRxn1oD5pmIzBYdDP2nXd/piIzhrNvbFjC+Po4+Up0v6Rscg4+kuUcnxm/dj4MI1GLFyO3x7hxj71F3HwEVELJQUoTj582N4XtIGHQLx4c5jNBt0j1gM7/aBJh/22bG0fO8FaxA0fzWCl20DI5/GQQ6New3Be0u3oee8T9BL6kdtP4oSIiafKumBvmLvNvcT9Pl4K9pNXiTe1//tOGc1vHsMNhWtJy2C76gZqCflgNmrzfxOU5FHD3ladObRZ663rQwYBgoWLGhSR5E1OTwChYsUAQVSyKBBJvrZN7AXmKczo3HffXcqrUybBUY06Rs+eTKYUlBZ/rQ5nodtEnbboqvMExwmZxvm2S5u9WoTmezSoT1Ybt3qLWzdsoXVNwW2YVuem+n58+dMu8zujeemH9vxXLw+NuC9c3oA8+ESGQ4ZNBBjR482HPCaaV8avcTcM+v6BgWa66WdfZKLcDsn4dKedl4D7SHvD7K3G0RzroLezL1noEQZTxPBvNkzU4hSgDr7P1vGA4xiOtu5iCgjO21lJRLK1LnNzZS5iMjRr1QVL8diWp7D7H83wpnWmT1TVITko0+52UvXEtpYd81yLUfx+UgGbSwPRjeLSL9WmcPshR3Klj0vpio68+JT13tWBuwMBPbpCwohS2xRDLGK4q5goYImCsoIKPO0MSJaosRzYPSPfhYoKCnM6Mu68hVeAIWYo3+J556z3E3qVfNFsA3PSYFXQEQwI62sZNmrZk1zbeyDfbLv+XPnsDpLsM+tn24x0Vu2fT9kKH4+b4vQ8j54P4zwsk/maaM/o7H0p/jmPTmeiNdEG9vRx+vFFx2rjVhnHftcu2a1qSMH9KM/7Yz68p45nYHinjai/AsVjP+dOiQdOYoLqal3qjvtRxnI9Qz4BA4Bketv9D7foIrOe/4A9ITKQPZh4LV69YwwoyjjVfWTKB2F1TeHvzZRRkb5CNrO2yOF9HMGBRkFm2WniKLAssqZpRSWPNc3Xx+GT7NmIkJt52UUlqLs++++Q9wnq01UkdFF9vPN4cNM0oERRwusoKhj3+yHZQreJwsXZlbu66TAFq217o3399rr9eT8h03kkeKXZdPAfuA1vlbP214CXhPu0gqS4TkkAc9ZvEQJZkEOeC08D0EOea5vhF+fZm8aHx68RIAz/TugyNz5+ReYMzcSn366HakXVHT+HT61bd5igFFNIm/d9b2/WxWd955zPaMykC0YoFBkJI4XQ8HEiGLd1183wovCiaKIETqDseNEFF4TSWxzJ8AoIEWZJcJsguywCLpr4o7zQc01jBuHULkOR3FrXcOqtetggTYKVkY7mXdGwYKFzL049vl269YmUsmoY8cuXUWUngSHyR3bMiLK4XLLduniRStrUkZ3TUYOPIck5i/7djwXxSrrL1261v7SpUvG93YOjGquWrUGH30UjUOHDuPPP/+8nW7yXptsfsfnUpLx9VcJf/squZ3StjUxt9XPz2eSb6tdRo0up17IyHzXbFwFvzp8DPZuiL3tc4TUKZNl2z8u2u7r3z+l4OsM3lCUZQd5zEFFZx574Hq7yoDFQOHCRcB5k9/YI4eW4POSYW0KqK1b4s3cTvqHT55sVrgzz2gdU0e89no9swjJEk8crma009Eno7yXRPis81PoUlAukCF0L7kG+pcrX8H0yzyvjyvtrXPQlhnYD/sl6MP7/Nk+vE6BHbf6k+vujXM5KcLZ9m1/25tQ2NaCl1wrhTrPT9DXqsssJQfkgvVswzmcvA/auaKfIpZ2ck2fm4VzVDPlzNmbbap+OYSBc2dExHy1+29f7Xnp53ZF5/vv+Pzt81sdTA/ubmXvSbpz+UKz4r3YXZ5LuWxoT3M/V0V8nsvjG78bIrI4qOjMgqA8WK23nEcYoPhiFJHih0PT4ZMnmQggo4SMxlF4crEL53vSlzZSQ7FKf+YtsE3Hzl3M0DT9KSAZKWU92zLNDOzX8mXks65EW9kf/Xl938hQNBf28Po6dulihq9XSWST9YRjnmULvJ75c2aD18M+2C+vi+ejgHS+N0YkKQLpT3HLc7MvXj/bMbXaccEQxSLnodKHnNCHeYK+THlfrGOfPB/PTVHLfgy/QYGGM0Y+rTZslxluJapJ3z179kIQCaSJAAAQAElEQVRx/zk4cuRoZo/U2H+SqObmT2JAMMJpjPbDF1vj8cmiSPP6S7sJ3IOTr8D8dHWM2Rje0b5b/OOWRIKvwrTsjum3exPgHMFkfzviYrA+OhKnj9remMP08sVUJO2zRVtPH0vCzrgY7ONenqkXzL6cVr/cu5NgmRHNAzviEf9xJH6UNrT9cjYFtB/dn5CW0k7Qnnzcdk6m3LOT+3MyZbTy68/iwTL36KR/Rji8cws2LohAir2f3yTq+M3OeLiJ4ORrM53b/Evq+Uaiz1dEwdr8nemWyAhwz05nf5YZyTwgkcwvVy7ET/bXZTJlpPP0wT3gYiFukURf4pz47FwYAcd9Ovk2ot/l3N9sigVBoUpf4uSuLdgfuxA/53LhqqKTT1uhDORRBih+OPRL4cZFMJxXaVFBgcfhZoJ5y275W2UrpaCiLxHUt58Rh6xzbMuyMxhVZFvaeT1syzxB8cn5pkuWLTeLmlhP+82AffKeeD3sg/1awo7XRDvBPPujaKQPbWxnnYv1bPeNRIR5PVY9RSMFJNvyXPRhnmAbpuyTebYheK+0E7TzvmhnnqDdGf/5z3/hOFfzZqOaR44cw56v9imyAQdJ8iycn6tVpuDsH+CPE0cScVLQza8JbMITWCViM/6TlUZw9hI7xSER2LIJTonvqaOJeL+DP5iyvyEd/ZGwbbMRpbZ8PM1pmDYsGOtEkDqvMp8xPBiJIkYvp6biw/7djCg9fSzRtEu0i84Qfx/sFcG5TwTlaRGTSyaONvU8fB4Xi8/X2oaxw7q1xq61MaBgnTagu9m789ezySI2U3FU+roiQnZijzZsZkChuXxyqMmvkHRyj9ZIlv5/kzZTJH/osy0mYjmunQ+Oi2g1jg6Hab3aYM/6WPPGougxA/GNCNB/SVueJ0WEH/txcDdZDrmHd2yGf4kYPnUgARSbK8YONHWfivBcN22MyVsHCssFvdsYsZmvkAui+rQFReg56Z91pw8l4NyJI9g8/QPThGIzbvwgcBX7VzEL8en0Mcb+qdQv7NoMFJ/fblqFT4bZoqTbZozBt5tjQRG6WdolH9pj/HPjQUXnLTxV/ocwsL0/iEHyQSf4a/MWuvhbrvyFSfytTm6xsfXL8WabnZQPMH35K5IfbOZvFvzVeLO+6qcM3GsGKCo5/5QRSy4K4vC6o4i8W9dz7tx5nat5t8jNBv3u+jQeL7/ujR6DhqK7YMCYCSIyU8yVFXFzx/Dw2eg6cCieK+uJU0eSwO+cCtW80EVsnYOHmr06EyS6SeFZ0MUVvUdPwNvdemPM/GgjPk1HcqDglATBk2ddt60So5qe0if36nxv4iy6oZaPn0n9utj2ymSBe3V2GT6e2Qzxg4hFVvSaMAvcp7PXhJkoUMgVZap44YlibmjaOchs9k6fzNCy7xC0HRpmqimO24aEgft1tpE0QcSlqbAf+P2ULMKv49gZqP1WABp2DMKmBeFmr06+3ah6I1+Tt7unS6o2bA6foCF4uWWAeStRl6mLUa99INqOmYH9TvNAz4qgbBQ4BI16DQE3iOeWSRSdFRv64pGn3FGrXWC6vveI0PQJHofqfu3QRNK9sR+l1XNz+Nd6DEGrSYvw49c2cXnhXAqefN4DVXzbob74u95gO6a0jnJo5oEcet335bIvya/ASzKs0LpHb7TubkOF6hnvJ3Y3LnCn/Hrk/ml3o+/M+oyZYvsFmlm9o52Cc7MMcdB25eKFdG9yoC0rrI/4ICsXU68HZeB+MMCoJaO8oePC8P7QoWCUkkL0bl9L0aJP4dVXXoKLi8vdPpX2fx8YOPTVblSsXjPtzC+JAH3B/r1SRISaVWHZLsp30GGJSjLo8b5ENresiQFtFJ7lRTha/iXKeOK1pjbh+O2+PeCwOkWpVe+Y9hg5Hhxe71C7shliz8ivbJUajk0yzB/dtxuObyN6urQHXm7im6FvZsb8IlJZd0yimr9KJHJqz9YgOMTOV3GyzgK/Z9xlCN0ql6xcA2dEIFrlG6WPFnU31YxU8nWYHw3pgTkSzVwkaVHpk0PwxkEORUuWxfcHEzCzUzMDthFzpn+vXkqFtU8nh90LP18WP9ijl09XvF4zvPhuIDisPqN5dRyQIXZGPDPtPIdXqOi8xQfIDyM//BSbRJFi7qAQXb04EoPlP4A1krLMbrfKfwbE/Amh+O5okvnQ79kWD/7ijBQb59VEfRgKDm0wzzaX5T+UlbPDMVGGODZER9KUhl/OpOAJ+aCsmhMOCtB5I4NlyOKCmVvz8aRQzJfyURm+YAPOodklwx1E5KiBWDM3HPwAs4449Fk8Fo4eiBUiKjm8QRvrd6+LxeLQgUiQlEMZv8mHfsP8cPOe28MyzMHhi1VTx6TNnWE7C4xs8oPKlLY/5F44bPHR4B5IlCEP2gjOmVkbMQYx4wbii5VRNGH/xlgZrkjGtqgIU3Y8fH9wDz5bGIEVQ3uAvyCtuq83xYLDGBy64IeUH+qtMkxB/Gj/gFu+mioDd4oBik/iTvWXVT8PPPAPVKxYAe3e9UfzN31QtmzprJqYevrVqF4VivvPgccNntlTEs2k8DQPTQ6HvkrAFxL9lCyel+gmU2c8V8YD4xZEY6xEMzsHh6BCtZrg+9S/ETFq+Z4/kwx+/7BcrmoNfLgsDlxQRPFJmwXr+2rYnGiEfRwnw+IXwO8gq/4GaVrVD/ah+KdLe5rvI6uC32fxS23/x9PGMlNH8HvHsWzl3UWwPl7UDb2nLzFoGzIebqU8req0lJFOq8DIZ76CLlbxplIOgdOx5fthYLSzs0Q8PV+tB24OTztxYOMqMxTffsoidJ+3WqKbbshKeHLuJtvS7/zJIygiwpNl63zMW7h6MRVNR85Aj1Vf4SG5/h0zcm8A5gHrpjW9OQb4AeU2FoflPwaCrSYPHSCiMhHvSPSTQxxTpUw7J3nHLY5CCfkPgmX+h0CxWVd+fVJk9mxSB8Xlg1Vc6ik86bNQRCg/mI3825v5M5/F2ba64LA63wZBn09EQB4RcclflL/+dAbjuvmjTFUvVK7jjfmjgs28mV/PJiNSRCUndL9k/6X5YffWbI4vRVCunReOFxv74mn5EHMOzRWJTP4mbRaPGYhSlW2/xB4XgZu/kAtKVpHyP4AlUlfjDV9Tnv9+DzPPxnRoP3CVIP2Z0vT5yoXIJ+3LyQeY82UoSIkVHwwCfarI0MSuFQvxnYjKovLLMp/8wi1eSc7FxnbwA7s6bCAeLuKGGn4BOC2/Nq2J2evGvw9+sB9+yh2/y/DEqmE9wF+RhWWY4hPJsw76J8cy0LxJ4yyvnSvBufiHjvPnzAHLzOdWuLkVQ73X6+JdEaAUky43iH56lC2DGjWqKbIBB2XlWWT2b/Ll1+tj0ycx4DA7xeaHQwagkKtrZu6o18wP/O7hgiFGPKcMDTaBD74a89SRRDDwwe+aD/p0w3kJVFgdFZSh94EytD6+bzfj72jn9w8XEf0sQQbaHUfUkuS7hjZHPCvfW0f27zHBj80fR2L/ji2mmt9Jv8j3CBcRMQDCFetXJPhgKuXwhXz38PuttEQkl00OxcEd8YiT7zOpuu4v31LEgAgjnAyALAoNvu47p6R8V3H4fsfyKJw4kICN8yNQS4bZr+ssC0MVGWrfEhmOU/L9smtFVLogiWPTnySKumHaGBzZ9amZ38k6Tgs7fXAPs2moUL+5CZQwEPK5BEyerljjhq+//OKjCHwp+FnEKaOkT4pAnVq/TFp/uSmjovMWnyYneC+ZMRVLZtrA5gnbtqBz8FD5tellUpZpJ3zaBJghDkt41hXBWa6aFxq3bg9P+fVZR8pviMBMlOEP+hM/y4e2oAiw/hNnoZoISdooOl/18WPWoHmXINR/pz32bdsM8/ox8eeHr3JtbxyRYQnjJAfOqeF8mqadg5BfvqC4mvBLGaZ/sbEf+KHmu27dS3ngkP0/jVLyn4GXiFHiMfmVyZV/peSDnb+Qi/QGE+HkisBeEYuRX85pjPZDMeknn9iY0vRcpRp4pWUAqjbyxXPSx79+SqYZXcIXo4rYWKDYpJ0p25aQNrQ7otXoGagoAtWycfK2la/XczCq+bXD8V1bUOrlemAfFKElJc+J2ZbfPU31ZPeMgfkiNM87bIVUsGDBe3bu+3kiV/ks1xAxxejnG40aoESJ4vfzcvTcf4OBitW9EDxmAr7Yuhm7BN0HDgVH0zi0/oLDsHsFyRd2c0MRGV0bK1HOL8V39eIFaCbfJa+LEC0oovIDsZ+XCGec2Gl7u1uQREDdUFe+Z3iJ/O5pPyAE38vIG8sWhs9dIqNmqWZond851e3fO91GhIEjbhSKtRy+fwrIuYImzMT+7fH4RYQt82UlOEH7wFnR+EXEa/zSSFSS7yN+9/A89d4OMAGRKxLVa9U3hCYcktGz18XO7yMamDLYwTy/XxjlZABl+7Io1HzDD3VaBbAqHQZErcZvcr4dyxeiQq16aNAh0NRXkwDJoxI4MQWnw/PyPcPvJ8vsEzjEBEK2REZIBDMVbcbMMFWh2227DlQWUVqishe+lJE5zuEMmLwI1msw6wQE4pCMunEYvWKD5qadz8BxZnidI3EPyXei36jpxl5B6l0lgGIKcnjp3V5yBBoFjzOidH9sFNxFoNaU4XZTkQsPKjpv8aFyMndYZLQZ2uDwxjn5gBcs5IKC8iFkV0wLFHKRX5g2gcUhD9ot8ENv5TNK270XAk+JWnJ4fdA7PibaST+uFuSvSOaJJxw+TJfll+RREZoEP/RPiFikTxmnOThl5D8FfoBZR6HJlKD4tOyZvfOW/wF0GjfDiM7x7ZtiVfiY6351si9HUABaZYpK5vMLNxxaH/9WXTOkzkgmJ2SzLjPskF+Kczs3A4fT/5D/sBz98hWyRQTOn0gyK/9+OJQAgv8BMOLp6Kv57MNA3OrV5jWZFI28Ku5/yS2RCK4Sp80RjGZy4Q4X8LANtyui3/nz57B1SzxY7+jP/rjtkWN/9LHOyzrmrTbMW33Tz7LnhPS554qj8RsNbir6mRPuJy9eIxcScQER8dLr3oaCIjLsTvFpCnJgvogITsmaRUV9QycgZMpsUFzSRpQo44lOEgB5X+w+IkZp43eQJTpZZqDD+XvoSenXWkRUW8Qlv0foS6HZT4IfLDsGPVhXVYRp7w9nwb9/CKpInsEP2vk99U6/EHAxkbcIStoIBkR6ilDlkDnnelJ4thsaBpvo9KULGARhvSnIgd9TLfqEoHPYTDAQIqbr/vK7qXnvIehoX0xkOXARERcTWWXHlEEQwrLxe4QLiji8/nr7QBO8sOqYsv7FFu3wTugMMC0uorWSPRDiJUGPpiIyKUJfsNvYpobYW09ahFfbBRpBSVv5Br5mayXmiZfs4pJClIuIOMTuWd/X+PfebBO89MtNUNH5N58m/xO4JELovIhPdsX0spT5QWf5VrE+Ogr80Iev3YFG/gHg8Dq3qbCG1p37K+DiggIieLlSkOAH3vL5d254aQAAEABJREFU4ViS/Hq1vS2BNopS/opk9JKTtGkjOL+TduYzA+fK/Cq/Jv2HhGH4ym3yyzJZhjPSDyk4t7Uino72z2U4nXNlgpdvg9+gMMcq+YV57VqtikObVok9FZ3nrgZ/PfKDbdU5poVleJ6/KF+WDzHBD7FjveazFwPcAP7SxUvgFkQUj0uXLDFvIeI+nRSKzsKPIpF3wG2FChYqCPoXLlzYbMtU4rnnUbBQIRGfW8CoJ/ujMOU2RuyPbdkf63he7onJurjVn5jheApUrkrnPp28nvDJk3mqHAfn6KeLq210IsfdiF6wMqAM5FoGVHTegUfbtHUAJg8NxqerY8D5NT5Svt1uGbWcOSLYiM3EfQnwqFbTbM6bmeh8pYkfOL+TC4k4j4aLiZ4ufW2y9YTurbFlaRSY8pr4C5O/LDmvc6sMWayYEirCNBUVa9djdYbgwqJ//OMBcAERN+Ddsz4W3Hy3pAzFOzZ4TKKv//opBTtXRDma0+UpOL/duQXcC21e7zZmhTvb0Omnk0euW0j0rAw1/FuG5bmAiAuJjn6+BaczWCRUXn4dMsK566MI7ItZiC8kffJ5D3aruI6B7GGggPRp1kzEYjzKV3jBXBQFIfe+TNi925StQ8cuXfG2f2vzFiGKVc7dpECkf4nnnjPi0/Jl5JOikvts2lATWz/dYqr5hiOe02Z/ERSo7IMRUwpTtuPKdOOcgw+MflKE5uBb0EtXBpSBXMiAis5beKjPlfVA14G2uSiOzTifk/NqGOVsKkMaHN5gfafgkLRFRCzXbeqL4mVsQohpwHtDaTYYPmeJSd+V4fUWXXrj5zMpYMo90p4t7QEOZRgHObw/y+YrWRPl/HD1DlhD6iOWxKVtWcGoZ4dh40VUXgDn07w3w9aOw+n97PmnS3liyKI1Zn6mu5zH6w0/dpuGNiHjzb5q+QoWwvCYbeBwRf5Crhgm0U6maY6SoaCsb59PwyhnNfu8Taky8zq5eKiq2N79YAZN4DBG4PzVeEmGLWhoP2URk3R4SiKYnNP5x8ULZiFRr4+3wrvHYOPDoQuTkQOH09+ZuBj5CtqG21tJnjap0r/ZkIHiJUqkXdX5c+dFTF4UAfi1AcUkhWSag2QYieRbfeIkOnnp0kWxZP6X/Tm2Z38ZeReUiCn7osjt2KULGPFs0+otE0XNyF9tNgb4g2Dq5ClITEy0GbLhkdfH68zq0uI3bQZ9ieTk5Kzc71o9tzw6l3L/zn/Xbkw7vjEDebD2gTx4z7d9y4VcXM1cmow64MpBrl5natWXKOOJgtLGKnPI3SozLW4XoKz3rHZt1TZXDvp1DQJT1nFeDVML1twZq8zhde932oN4oqht7zGrjpFNTuSuXNvbCFTLznkzr7UKMHNo8ouIpJ0p7cxbeKyoGxp1DAJT1nP1OsG85eOYUmi+2jLAiFiKUKuOec6LYZnzOyk4S1TyMnNnWKa9RKUaqBtgmwTOsgUKT26++6zUsw9r/7NnJApq+TClyKzq1w4E87QpsicDjC5aV0aByDIjmQTzVh1TRjUpCOcsiATfLGRFRVmXEdjfN18fTqtie+c+0yolY0U72ffiZcuxds3q6+aIipv+tTMwesRIhE+Zgsj58+2W7Jfw+nZ/ufuGF0ah2c3+Y4P30qRhoxv6383K2I8iwa2S6pd/HkQDSYmGFZ7HgPb+MItXZ0yF8x+uXo+eeb3d2S8nlXu8WCrLyw3v1RpcrZ6lYwYO8ZERIDKouiOmRX3bmtE4jsgt6df2b/XJNxPFvPf3+vhbF3AXGqvovAukZocuHxfx+VLj9FHL7HBdeg3KgDMDHO6mqOQ8TGJp9BJQOFp+zF+6dAmsC588CfPnzsG339hEZeEihcHhdApHy9+5P9a9Vi/z6SNsx3mfXKjEuaJPFi6MwkWK0KxwYoDRzaSkJHh4eCB2ZQwuXLiQ5kERx+hi5PwFIkgXpNXFrFgJC/RhH2zEyCLLjDayDfuybLSzL/oRrKMP7UxZpp1g35adZQv0oZ1g3rJbacyKFahX3xvRy5ZhwsSJSE1NlWj3jYWq1fZOpj9JhJPbJdV/0w+bvzlp0KZHEIiNh09iQmR0pqfjfp3cQilTh1xa4dc7BG6lbKOG2e0W6/ccnLYnZ3a7tuxwPSo6s8NTuAvXwOH2W30TxF24DO1SGciQAQ5nWxUUeKFjxxmhSYHJiGbBggWxau06ywW00Y8Lg5gfLf6s7Nilq7R7HlxU1LFLF8k/B/pl1B/7pg/bEa+9Xg8Eh9cnh0egcOEiKP9CBXMu1iuuZ4ARQVqHjhjOxIhJk5EDo4v+rd4W2wqEjhoF/7daiRWIWbkCwe+9h9EjR4oYnQ+fRm8YcZciw9lsw2gj/c+cOQNGG3kOCkJbXytNH+xr6uTJ0u5L0/eA/v2NffTIUabv+E2bjN2/le2crIxasMD4sz/Ln3YLn32xC7PnzjVFSwi7uacfKTKVd/nw0fSp8H23fZZn+XJrPNo3rIW3XqqEOWGjjT93T+GenSzMHT8a77xcCZ3FJ25J+heLsJ4I69sNPd6obTB9eDBN4PZJMyTPd67zjUTcNYXrCVjJhayzRgTjfX8ftK1WEpP7dzPTtVi3ZGIopr7XDd3rVjYbwnO/zp6vVQbBtQVcn0C/NXPDMbKNj8EoSbkglXZu3xfa1gd961XBpB6twT05aSdmD+yOnhLxHPuuTzo764iE9THgNknEhICmGNWiLpiyzHpH8JXMMwPbYFijqpgV1AYsW/X7NsQi7K26GPlGVfBNRJzGxTq+e31046r4sFVdfLFyIU1g3YZpYzD57bqYItgoeVZwn87lQ3tggk81xIUNMrusWHtE//5TMlYO64EpTashskszcN9Otrl68QI2jB+EiGbVMLdNXfPeddqJHTPGYOab1bCgbV0cWBVF033EnT/1A3e+S+0xIwac3wKRkU9esHHREOF8r98dvPFKeGf/zMrnTyZlVqX2bMQABaDj5VAoMhpJUHA61jFPGyOYXjVfNIuGKBQd7WzPPulHO8vsi7BsTOnDeoI+hJWnL/tnWZExA4xK+rbwg1fNmibaSUHn6Mm6tRs3IGTYMDAi6hitpMgj6L9SooxMifEffoiTp7/HimXLTbSR7enHaCqFKqOU3g0aIHr5MoQMH27OmyoRVtopLAM6dADbsB/2Z4F2RjH9WrbEls3xlvm6NEYiseFTpoD+7vdBdP50JgVPuWUtdjnvc9qKtYhYudYsWuVG8JckOkvhyfUEn66Owce7DmLuxs/wzVe7cSn1WhSaN73WLkRnrN8BgmLz5zPJRkTuiIs1u6Ys2HEA774XgpkiQtnmZ7m2pH0J6PfhTCzaewLPlvHE4kmhrBKhmYhnSnti4podprx5aRQmrN6B6VsPmO30+CYi7te5a20sek6YheGL48ze0HxhCRt8KELzrb4hmLxlP7if58zg7jQbuEsUc/qXx1GxtjfWzws3NscDBeoVEW4J62NRsrIXuMagYccg7BER6ejH/OrwMSj/aj2M2rAP3u0DcepAAs1mEWuc1HGNwfD1+8wbiOIixuDsiSTsl36GrtuHXvNXI2nnFuPPtxL9+6cU80aibvNW48jnW3BoY6yI0VRw7+hArjeQKCc3kOdrNdno93Nn8EIDX/RZsxev9xyC9eMH0gwueGUmcPVecP0BF75eOJdixCfTDou3ovXM1bh6MZVuuQoP5Kq7ycY3M6xz62x8dbd3aVzNftL+Ab7ZHvjLknD2n9+nrbPppst8Dab1C3Lr9Nz7+rCbJkQd7zoDefEEFGepInJiZVj9+WeLG1GZkpIi0cRrQ9KenuUMNZ7lru2gQYNXTS+4uroaUEwyykk74f60TXAlJX5rBKUl/Cg0eT62o8BktJNRUg7Bs12SfSGTp6ftXH4tW5ihctYRbOeYMu8M3hOjsBTLQ4cPc66+J+Wvv0oAN4jP6mQvvuZt1ghwm74SZT1xSZ6F1YbrBbjmYEhHfyNIg0ZPML5WPdMmrduj16jx2L4mBnwz3s8iOM+LqGSdZ9UaqF7Htj+oZ1UvPFnMDaftG8hzTQH38aSfb5cgs1sK8wR3VeGagv3b42FtDk97ZRGLR/ftBkfcwlZvx4/HErFGIp7cqo8R0B+PJeFpEZZc1Ep/ri8Ys2o7swav2ff35ItJKC6NMYNDqSo1kCACMXrMQOQv5IKG9oWsjq6MbL76VoAxPS8ClW/IY4H2/C6u4G4q3BSe52FAhGsM8hVyxeIhPZAowrL1GNvG7t/Jd92LLQLMOgTW91m6Le2lJc/a1yfQzr4tcN1B6ZdtU3uYf7iIOxgYOX/iiHGh2PxmUyweKuiKn0Xsnty1BZV9A8w+ndwCsGbbQOOXmw4P5Kabudv3wl+UhPN5zpsP7/UrDzOzO7fnL85Lqel/ldKH/ykwzQjcgzMjO22Z1XFYgx94+jiCvxody1beeajCeeI29+60fK00MxF66qDt16Xll1nKX5JEZvUZ2c+dtH2AHev4wb4qv4QdbcwnZ7DdEu0KZUAZuDEDMTJM7uLigqA+fdLAFgscFhQlinCkLfnH9P8fJuxOMHM8KR4pGh2HsRk1ZRsPEaysow/L7IvnS9i9G4xotu/YEYyIUpRe+P2Cibba/BKZyLD+SnB4nX0YQxYHRm0pOCmCOaczC/f7Xl1IBNKNLmKeRDh9RFgmbNuM1q9WTntBidVmz7Z4vNfKR+wpqFHXG8UdFrJaPo7ppQz+/2S943eI86JW1hMF7Nf6y9kUBL5eBQd2bAEXtTKiyfrL0jfBvAV+P1n5zBaqWvVWyihncOQaM7+TQZBpvdpYVSalkMxvvxZjkINj3/lEqD5XuQaIqo18UU8ioeKCAcu2wfPVeibK+WGr18DvpD8k6viHXDfrCdqYEpntH806Z1yVfmjjy0uerugFom6PIXiypAfNuR53WHTmfL7qlXs+7Sa4mvC9AH9THhHUFSODumG0YGB7m41CcVAHf4T26WYwWH5lGmc5TB06APzVObZPd/R9y0cs1/+lqOzZuDYWfjgaA9/2SRvSSJThjKAmtTGpf3dBt3QNKSi71a2MJRNHo3/T2hjX1R+fyC9IOu1aG4PgZrWxdNJo80HnZvC0c49OzqWJHBWMPt5V8enSKJrBX50hzetgxeRQvOddBbvXxRr7+vnhGO5bB3MHdsP2ZVHYIOURfnWQIPWDGlbFYRlu4F6dKfLL7BMZnuAvxq82xOKDlnWxeUEExr5V1/x6ZGf8FTmiUVXwlyTnziR+nvkw14yOzRAtvy5ndmqGT8YNkmGLCxj1WhmTsi9i2jt18bsMcTBP8C1FfBvR1hljzC9I2hZ2bYZtEvGMeLM6TsgvR9r4C3JBm7rY/VEEZjWvhqTNq2hWKAPKwE0wQCGXIMLRT4aqe/ftAwv16nuboWvWs5tYiYJyXiaHxSnmLEHJOtoZrWT0soX0Q5sj/CRSybpaL71s5nZySJxC0xKonLdJUclhe4JtOZU+cpsAABAASURBVCROQUo7z0kbRSnTrMA5ovRhX4zcEgkicGm7l3ihuhdOHrEJ59s976mjiZgi3zncPWXwlNkoJ9HKb/am/6G/bU0M3uoWZFBYIpkMdlgCknmC52eEk2DEk+Wkvdci2RujI5GR0KTtyP5r5+Pe0Y8XdTcRTr4Jr8OwMDDldxLFJaOcycePSL1tOhS/izivk+e7FWyYHwF+D9V+KwD+Q8JM3rF9folYcueUb+Q7i3aK0G8lesk87f8SUcyt/J6TSCXzu1YsxCkJkMSMG4gqDX3ReswM87pLRkAfKeqG76SObQl+R3F4nfnMwGF3gvX8nmIw5OmKNcxbiX4/lyyCs4bBNvn+uiqC1l1E6IFY2/cz2yR/fY1TlnMDHsgNN3Ev7uHLrVswPjIa01auBffrZMRzy+oYFHJxQfjytQYFXVzwqdj4YT8vwxZzN3yGycvj8Foz3wwvcfnscFSXX5zD50q/63bgWxGb/LBbzmM/jgNfQWaVmW78OBLNZYjj/dnRaXNpaOd/HtGTQjFicRyCZ0UjeOYSM5zBOuKlJn54T2w9wmbg0I54mrBw9EC8OzQMfWcswehV27Fyim2uDitLVfHCwI/izKvHGAkdEbMdrUPC0Fo+2CfkPxdum+Qmv8zeDBoC7sm5euoYBHwwA90jFqOdfFA3R4azGxGb4eCcGb5erPeC1bjiMCRkHBwOdeVXZo/5q/H+2r3gr0iiYoPm4IbwdDt9cI98WN0FbiwavNDAF3wb0WvyS5G/HGnkRvGtJi3CmyOnY1+sbRL49pljUH9AGFpMXAT/WauxY+YHdFUoA7mTgTt8V4w+BvXpg/YdO6TruXffvibqyXpWhAwbBg6Lt5eoJOdg0kZQgNLGuuhlS02UkmKSfbKe4DD5jl2fyzk6mj5mzZljxC1FJNuwrXf9BjKEvtSck0J3qAyJj//wQ+nvRfHti1n2hUHst+aLNdktmLJsCg4H9ke7I3hNDi73JFuyrAd+Skn5W+d6roynad/nrSYgLsnI2WtN/YzNOtSV8vJZ4RjeyV/Q2kQ6v5dhbtYXlGjgqC7+IAb5+5h5nbQTP4sw61ynMoaIfdPHUfDt0pvmdKDoLCvfGQMk6BHWzR9H5busmXxPUWhyKJ2Bj5FtmqKAiMAfZai9gJwvQL57KDQndW9tvove6jskXZ83Uyglw+sbJSjCCCeH2DMaXm8m31HLZPh9coemmNKhmQyPu5iu+b31ylsBmCq2Ob3bYG3EGBPppAC9It9T0zo2xTQJhDz6lBtKVKqBN3oNxvfyHcSgyCwJjOQr5JI2vG46zOBAnyX92iLajtd72PaYfundQPwoo27LxM6FRPwO48tMytVvjgsSVFkgARIuJGKwJINuc7RJRedNPr42PYLQrn4tTAoZgBeq1wTn1fDX6amjSXhfIpzEd0eSZOgiGYe/2o3y1bzSeuaQR1rBIfOzDMtXt8+joZm/Tr/abhOE1RzsrLPAX5BVHerKVrX9x8oIKH2mDeiG8fKhXyrRy6P799BkwKENZqzhDeb5VqF188IxuUdrzLZP4j4ugpJ1L9SqxwT5C7nijY5BJuIZIUMXS+TD6zysbg2prw4fA64SXCMf3rMnjpjJ5Pz1+FxlGxec72LNpzGdOx08XrGdk+bi8iHnRO2KIip3x9iEI6OaFUWEsv5GKGmfQ8M5MZbfhXNnTJRzZf+22DxhEPiHE7aZKpQBZeDGDFAQ9pYIJwWgo6dlZ0o753LSj7DmVNLu+rAr2otgpd2KfrIvlllvwbLR7t2gvmUWUVlTRKVN9LI96+lLB0ZIWWb/1jlZph/rmbLMvCNoc4bVp6Pf3c6//Hp9xCyKTHeatj16g7CMraVMWOVxC6JRQSKkFeR7xr+7TQT2GT0BY+ZHG0yRQIjla6UcUp+5foeZ18mFRCMk2NGya5Cp5hxOs4io/1B8vO+EWVRkKuRQy8cPc7cfQJcR4zE5bgf40hExg4EPphY6DR+PkRL06CgpX1LyhEQ6KS45p7P9sPFg2nPCTAwTH7Z5qbGvWUTUsm8IOJ+zYi1vmjHjy+Mm5aGUCNne05cwmw5B05aYBUQcXh8QtQbNew8BU0Y80zlKgeJy9MZ9EhSZifeXb0OfBWvMgiKpMiJzoNh8AoeAi4k4n5P2NhI46TR1MTpNXWSinbTx+6v7vNXm/esBUxbh7dAZNIPfVdxH2hTk0HbyIvBNekSP6G3ot2Yv6vUYDC4mKi/fZ+KCh0XItpu9Gg2Dx+FdCYI0HDCOZvA7q7XYW0xcbBYStZY6vw8XmbrccshrovOWnhtFpdWgrXzoZ8SsBX9RThoyALYopyuatWmPsfJBJz6Q/wheb+aHgi6uVjOTXkq9fr6mqZADhack5i/n0BR0sf0Kc+7DOMiBvxQvy68wyV73t4Cc10Q5JdI5YOYSDF+0Js2HwxlpBYfMu0PHg5HOPhLtJPghZzXFJtPf5Ffu3EHdmTVRzk5jbR80Y7AfLF9GOYlu4YvRRyKWlt3uZpIrMoRgMjdx4IecH2jOo+EQBSOeL8iQR1ZN+YHOyMdHIp+MdLb4cBH8PvwIrkXcMnJTmzKgDNwGA1ws5OKa/v8+dsO5mgTziusZ4CIijphxOtf1tbdm4fcGcaNWTxZzz7S6+A3meT5b2iPTdlYFv4MoNq2ylXJBkZV3Tq2AiLP9Vso3s2cnI5aZ9WmJTcd6fv8QjjbmOX8zIzvrMgMjmRnV8buKQtO5jt9NGdmd/XJiWUWn01Mr6OJi3gxxUYTi5k9iTC1fT9ZWopz8ML/Ztr35hcmK58p6YvXiSFwSX2LK0GCJciaY+q2rY/Dd0URTt1SGNOjvjHLVauIre2ST7RP3JiCzCKfVlqsFN8kQO8u/nE3GzrW2a+TwxmW5Dg5rsG7X2lgw2sk8UUAEKVNHlKpcA4c+s0VWOYQ+RSKezqLQKtdpZVv9x8najn0wz1+SnKxtzZvhPM5lYweyCoxycj4nC2dPJCHRPreGZWdsi4ow8ze/lyGM3SsXml+Q9KnZIgAf9W0rQxnNWbwtuL9QA4n2eZw/n0zC2hE9b6ufnNyIb+kxG6BHL4GmOYMDPrOc8m8uetkyWBFPx2vmEDjhaAO05MhA8AcT8FSx+/MjmG++a/feUMfLScvX8vFFrSa+aWXNKAN/lwEVnU4M9hg0FBMkktnNr4nZxuL5sh4o4uYOXxGbwe390atFE1OuJxFNomZdbwS1bGKG2EvIr0RGOkuU8cTbMuTxQZ9uaYuIylWt4XQm4A3/APBXZ6/Gtc1ConbvhZhyQRnS5nDHdQ3E0LxLkNlXjYuJpvbvbubIiNn8HSgRzo8nhaJjjZLgXmhvy7AFK5yjnO72X6ztJMrJCdz9vavgo9HBaDs0zAynP/6UOygi2Za/IDmEMbBBFcyTiCfnctJOlJShjwXv9wCH19t/MAPxC8Ix4NXS2LkiCq3eD6MLfIKGmM14369dGtwDrWojX7Mfmql0OJSoWMPsmzap1WvgBrwNew3GUyVtv6w5pH71Uipq+NmEr0Mzk+VWFKuG9TALiQqXLGtsPDxUyAWFn7eV6/QYjORDCWbT3c0yvN5kxHS65Bm0C2iH1+u9jiKFC+daPPH440hOTgH+7/9yzT3ymfm1aJln/p3m1RvlynR+z9yP+y8oAYni8t2V0bn5/URkVKc2ZeB2GFDR6cRagzf9sHjzZwbdRYASdGkuonPGyrVmIVHXgdd+FXaR/PyNn5mFRJ2Dr9lfF1HKhURzNuxAxwEhGDUvmt2kAz/sASI0p63bAaK2jx/o8Kz8B1DLx4/Z67BqTjgavNMes7YdwOjoOFNvDV1wrg3n0szfcwK9Jsw0W1TQ4e1+IUzSwA15WXi8qBu6hc3ExPj9GPxRHCra59R4NfYFN+elD9EmJAxhm/YjeOEacM5Mr2mLaTZ7oo3ZuA/c+4zRzr6RazBh5zFweJ1lOnFIgwuJxu44Bi4mahI4BBSerHNEx6mL4DtoHAav22s2363kMIzOyCfnx3AowrGNlX+lXSB6r94rAtMDr/W4Nhm98PMe4FYU9OMkbZ+RM9D9k73gPBmWac8r8GvZwsyJc57DlpvKjZo0QY2aL6GMZ4Vcda98dnnl36neZ+YMcD/Pw18lZO6QQQ1H0DjSxjcRLZcRN2uFOl1XzLYt9mT+74Kjbn+3D7bnDipc3c48U+6k4oiEdbGsyhRXLl7AZ8ujECnBkNXhY0zAw3LmCnQr/3dTLnI9uDEWOxZGmMVFGfXHaWFch7BTfA5vSn/dXES0z75WIaO2udmmojOHPV0Oo88dGYyxXf3NlkmMiFapbZuAncNu5aYud9nQHlgdNgiOE7VvqqE65TkGDh06bO45NTUVKSlnTF4PysBtMpDtmp07kwziZi+M07u6NKpt3LkxfAEXF1B8WsLzTorOeSOCzXn+zmHrsih8FDoQv55NzrCbr3fE4/iBG4tuTv/6ZucWVH/D1wRDZgS2MSNo7JBb+TH9u6CY5Op1Ck/O7eR3FHdWce53cb+2Zns/Bks+dxKe3Dbpm82xpt65XW4vq+jMYU+YK9f52rHeH84yWyYFSVrA5frJ+znstjK93FajZ6D3x1vxbKXrpydk2kgr8hwDv/zyKwjrxpOOHLWymioDuYIB7phC8Ga2rI4BX4MZPXMqdm+1zcun3RHzxofCp017vN0tCOWqeYHCs25TPyyfNTXNjQKU4pNvKbKMXBuwd3s8YiQS+llcjGXGTskn7Usw6wg44mZFNz9fGwNuq2TtF80Gu8S2em44uC8ny8SutbGmvGVplJkiRpsFbt93UESleynbdCjaORLHnVOImm/44crFVPj1GcKqTMGFrw06BJrXXpZ/tR6Y524rezfYIo3xkRGm7RWJiPLNeFxvwLUGxigHlhkR/WJlFAjmxZzuL0feuMC1TkAgvPzaoWHPwTjkFMnkwlfuu/mqjMK90MAX9XoOweFNq9L1U9W3HfhGonTGPFBQ0ZlDH/J9E5r3gS/+mrwPp9VT5iAGDh76Ot3VHjlyDFev/pnOpgVlICczcPir3fjavlH73LDRmDw02NzO3PGjzf7QpuBw+FYEok/r9PPguTl88ORZaV7Th9v6WCkCk2DFTIla7oiLAad5cXFrzBzbMDwF6JT+3fDDUduG7iH+PuaVmM+U9jRrC7hPJ9tzn06uKShQyAVLJ4UiXkQm7V+si8EyKf8iEdsrIiBps9CkUxD6zViCjHY8oU/MlFAjODOrpw+RXwIwfGHJNxLtZJmvvywv4pMbwLP8nD14MTuojXmBCad/rRg7MG2B66dREZgrdfSlGJ3esZlZ3MqyhbKv1EvbLom27w/tQT65V+YtFCnpgZ7R26yiiWg6+5R6uZ5Zh5DmlEcyKjpz4YPmL9Uf7Zv+3o3b40a8d6Nf7VMZuB0GKC5Pnfr+uqZHNNp5HSdqyB0MXLqYCu7VyT06m7Zpb/aHdryz8yLsWC4oIoxpZgieNBPcq5ObfJKGAAAQAElEQVSLWBP32d489KyIyP4TZ5mdVCg8Hd9IxIWsrfuHmBeUMN0nEdFnSnugoIsLOPWL+0X/cjYFvSbMgvc77dFT0i/WxqSdvlW/ELwtYBQzzSgZ57KY0v5y72gOub9gX3OQVpFBxn/IOFRv5ItNC8IR0rCqmdt5RaKa1hoDrj84ZR+i51oDri9o+X4YPl957S1AXHfwUosA+A0KQ+VGzZFof4NRBqdDQsxCfH8wIdNFrmzDeZ1fxUThlXcDWUwDt0TiRvCMiKYZ80BGRWcufMgUnPylebdujavW71bf2q8ycKsMnPruO/z55/VRzYP2OZ632p/6KwM5gQFLUD5X1vY2IsdrLpzJXpxcWLRn27XheGtlutUX+yhexgN8M1FQk9rYK6KSNgvPlrl2rieLuuOHY4lWlUkZ8CD4ghKCr14u4CB8y1SxvSjEON/kYff6WNRt1f6mvPkmoVpvBaB/5BoMWWmLNMYvsA2pWx1ckSgrX1oyRyKaBHdVyV/I1aqGp0RGrcKjT7mDczetsmP6ybhB4GKirnNX45GnMt7uioLz84UR8Bs1w7w5z7E981zsev7kEWbzDFR05pBHvTE6Eh909Qfn0vBDzcvm24n2y38K80YGY77gB4lu/nI2GZ/LL0vOpSHoRwE6fUB3RI4emPau21/l1ygnbs8a2N28c51l7tm5bVkUpvZsDQ5nXJFfiGzPydsJ8sGfN6gHTth/JdLO+TMcyuBbiHYuv/ZLkfNg1oSPwcLBPfD5imt2trn70DPkNQasBUTO952qC4qcKdFyLmGgfLWsxVu5ql7gynXHW163JArrlqR/+5FjPV9WsvDDUHQfMR7ha3egkX96sWd997ANBewTmYjb4FnRIHqOn4nbEZrs30KyCFs3iaZa5cxSfh9NaN80rZpCsnyterC+x6yK/IVckF+EcJfwxSAY6fSUIXOrnt9f1/LJMnR+TZBadgpOLihqN3lRhvX02yNR0K8EHeaszlBw0uf8ySQUtm/rx3JegIrOHPCUZ40Ill+USWjT37Yl09iurc1VU3RyJXuVOt7ghz9iQDczt4bDHY/Lr1Bi19pYxM0NR9POQebDPyO4OygwfxVxumLKGLzY2Fc+gC74TcpzBvYwH1BO3L4ivwbniiDliU7sT8CG+eHwekN85RfhRvsvx40yhMEPNt9te+LAHliTtWfJL8hHi7qZV42dEnucCFD2o1AG7jQDXDxEZNavLijKjBm153YGOgWHIG5xpBGe3+5NQOSEUKwVwflWN9trMzO6f0Ylf5GAxGkJYGyQQMes4cFg3vKdI99FfCEJYb57HHZO+VyCHfzueUK+e8wion0JWDp5zHWLhqy+bjZNOXEk3RZ+bBc7NRQMhDBv4TH5znEr6YGJIjxPSnCEgZDVU8egmgy304fzN/nikqKlPFg0AREOtXNOp6PQXDykO/ZvjAXndybt3AIPB0HKhkdkuP17GVLnS0t+kmvjwiIuHGLdmNfKMDFzOLlVEhcSMZL5w6E9OH/CNhd2Qj2bjzWszmF20yiPHFR05oAHvVOEY1URlvxlyXkzlyUCeTnV9mrNBu+0B7dMaiai8lf5z4L/aXBi9xPyASS+WBeDSvIfA9s8Lja+cuxH+eXI264ovwIr1vJO25/TrVRZUHDyVZhtQsJwRc5xRc5FXwrOCuLvZv/A0kbByQ/3bz+loP3YGebDzTLrOHGbvwSrygf+lHxAaVMoA3eagYNOC4ic+9cFRc6MaDmnMlChek28UK2muXy+mMRk5FCkmBvKS51k0/0tIUPhk5fHmfmWW9fESOqKD5fFgSvZ6ci5nEyJJ4u5gftEF3RxxdA5S/CVDMFflpGCsR/HoaFDtLNN/xD8cibFLCbq8+Es8HuJ7evL9xDFKr9nBs5aQhP274g3e0VzDicNLzXOeO9p1ll4UXweF9Fqlfmd1mZImFVMl/4m33fpDFLoOG4GGnQIwlcbYiWAkmq+lziPU6rQNHAIzojw+0MCKr0XrAZTrmAvJ6KyXvtAuhg0Fj8uImKh49TF173MJJ8EXio19AWF5+lDCSB+kn7pb+Hf51JQw68dKEZPy/ffD4JzEtW06pke37UFJV+ux2yegorOHPK4+WuTkU3ilSZ+4Iebl04RyvRG4AeXr8fk24coOilM6e/uICBZ5nvdmVrgEESy/OJlOaN5nA07BpqtKTZLxJOTtq1IJ/1PHdyDkwJ+eMu9mnv3EeW93iLU/Q4xkNkCIufudUGRMyNazokMvFDdCxUEvHZH0Vm4mDsqVMt4uJ11Pq3bI3DUeLzVLQgssz2RXnS6G9FJu6cMy3cfOR5+XYPAOZ9+XYJoNnhCzmUtJiorfsYoB462vSmBjydEMPL7hUGQd/qFwPvta6vnX76J12nWlJE3BkekS/OXedpMwenAQIiTCQyElH+1Ht4eHIb6HQJhCU76lRO7t4hLRjzpR6HZUvxebnntGun3XCUvNO41BK8HBF4nOFlvbZdUR+prtwsEUVFEKOuGbD3KBHyZCaOcFvgCkwoNfE3dgC02H26X9JLT4iLjkMsPKjpzwAPm1hP8RckPO/GDPVJ5M5fODxc/uBxe9+lk+8/jskQwM2pLcWrZGeHk/maMelo253TH8oVmE95+kWvwtvwa/Wp9rPnQM0LKDzdRVSKdZ47bhhWc22tZGfg7DGS2gMi5z4O6oMiZEi0rA7fMABcRUVDecsO70MC3dwg4nP73ur6+dQn7lkrX19xZC+dyVvUNADeOv7M9Z//eVHRm/2cE/tKcMyLYLCKa8l438IP/RFH3G175LhmSJ7zfCcAXkl8zNxzLJoeafOlMVhBSaI591wd87di4d5uaOZw3PIlU8nVjmxdEYLNEO/mrkltTMOUiIm7E+9Hg7uAvTHHVv8rAHWUgswVEzifRBUXOjGhZGbh1Bji0/uxNLOi59Z6zTwu+qvleXE3h5z1QVYbf78W5sts5VHRmtyeSwfVwTk2XEeNFbLqY9653Hj7eeL3i4wtO3DYFOQTPtM2lKSPDHm/3G4InirmZxUMDZi0BRSpXEQ5dtEb6cTVzbTh/Bg5/6rYKQNuh4020knM6ffuEmFqvN/zgOBTfK2KRsTeU4QsuIuKioYCxM81wBivafTADr7RsJ/24gCsDq0q0k3ZFzmAgJ1wlFw8RN3utuqDoZplSP2VAGVAG7h4DKjrvHrd3tGf+wuSiIQ8RlFbHT0i0k1FPq1zWoa5ybW8jOFnH4fWXmviaBUWWvzXsznpHUFxSfDoOq3MYg/6WX8nK1+YPcWFRdRGVjz2Vfp8yRjtfaRkARj6tdpoqA3eKgSeeeBy9enZNQ/M3fdJ17Vxf7/W66eq1oAwoA8pANmcgV16eis5c+Vhv/aYeEwGb2bD7rfemLZQBZUAZUAaUAWVAGUjPgIrO9Hzk2RKjoY7RzTxLhN549mdAr1AZUAaUAWUgRzKgojNHPja9aGVAGVAGlIGcxMCPV/4Pk09cxZST6TFVyhbCJe+IiFNXQUyT1BHTpWzw3VVMF8xwwkwpO2LW91cx2wlzpOyIuaevwhHzpOyI+VImFvxwFY6IlLKFKMk7YuGPfyIjfCR2YpGkBsl/YpFgsROWSNkR0VKOTvkTjvhYyo5YeuZPEMskdcRyKTtihZQNzv6JFQ5YKXkLMWf/AhErqcFPfyFWsMqOTyQlVkvqiDXn/oIj4qRMrJXUwjrJG5z/C+sE6+3YIKkjNkqZ2CSpwc9/4avf/5Mt/unfzkWo6Lwd1rSNMqAMKAPKgDJwkwwUL/gAOhX/Jx7+5z/S8IjkHfHoQ/+Ahcck74jHpUw8ke8fcMSTUnZEYSkb5P8HCguK5H8AxFOSWigqeYMCD6CooJgT3KTsCHe5duJpSR3xjJQd8WyhB2ChuOQzQgmxG7g8gBKC5+x4XlJHlJSygesDKCkolQFKuz4Ig4clFZSxo6ykjvCQssEjD8JD4OmEclJ2RvlHH4QjKkiZeEFSR1R87EEQlSQlKkvqiCpSJqpKavD4g6jmhOpSJmpI6givJx6EDf8j6f+g5hM2vCjpG0X/FwHPPnST//qyl5uKzuz1PPRqlAFlIMczoDegDKRnoLgIuREe+aFQDu7Uv4GAZ/+Z/h9ZDimp6MwhD0ovUxlQBpQBZUAZUAaUgZzMwD0VndmNqBUpf93y/BrHeTXM3+y8Gs6pIRzn1TjOp2E+q/k0jvNomLfm0TB1nEfDfJbzaJKznkNj5s+IX1bzZxznzTB/J+bN3GjOjONcGead58pwzoyZK8M5M+f/QkZzZThHhjBzZMRn089/4eSl/5fd/onq9SgDyoAyoAwoA7mGgTwrOod75EO5hx/McH6NNa/GSrOaW+M4p4Z5M6eGc2symVPDuTWZzalxnEvDPOfSEH9nLo2ZQ8O5NC7X5tE4zp9h3syfkfrM5s9wTk1W82fMvBnhlPNmCMe5M85zZlh2nDPDPOfMEJnNmXGcK8M858oQ1lyZqo9nPF/GcZ4M85nNk2kjwxV1nvjfXPPh1htRBjJhQM3KgDKgDNwXBvKs6LxT8yq0n9w1R6fOk/9zXz6IelJlQBlQBpQBZSC3M5BnRWeGD1aNyoAyoAwoA8qAMqAMKAN3hQEVnXeFVu1UGVAGlAFl4HYZ0HbKgDKQOxlQ0Zk7n6velTKgDCgDyoAyoAwoA9mKARWd2epxZHUxWq8MKAPKgDKgDCgDykDOZEBFZ858bnrVyoAyoAwoA/eLAT2vMqAM3BYDKjpvizZtpAwoA8qAMqAMKAPKgDJwKwyo6LwVttQ3Kwa0XhlQBpQBZUAZUAaUgQwZUNGZIS1qVAaUAWVAGVAGcioDet3KQPZkQEVn9nwuelXKgDKgDCgDyoAyoAzkKgZUdOaqx6k3kxUDWq8MKAPKgDKgDCgD94cBFZ33h3c9qzKgDCgDyoAykFcZ0PvOowyo6MyjD15vWxlQBpQBZUAZUAaUgXvJgIrOe8m2nksZyIoBrVcGlAFlQBlQBnIpAyo6c+mD1dtSBpQBZUAZUAaUgdtjQFvdHQZUdN4dXrVXZUAZUAaUAWVAGVAGlAEHBlR0OpChWWVAGciKAa1XBpQBZUAZUAZujwEVnbfHm7ZSBpQBZUAZUAaUAWXg/jCQQ8+qojOHPji9bGVAGVAGlAFlQBlQBnISAyo6c9LT0mtVBpSBrBjQemVAGVAGlIFsykCeFZ0jkq5AoRw4/xvY/vN/sulHVS9LGVAGlAFlQBnIKQxkfJ15VnSOTPoDy5P/wsafMscGqXPGerFdh7N/Yb1g3Q2wVuqcESe2dDjzF+LsWCOpM1aLLTN8InXpkPIXPnHCKik7I1ZsmSFG6gyEp5hMsFLszlghtuvw419Y4YTlUrbhTyz/8RqWSd4ZS8WWhh/+xFLBxxkgWmzOWCK2zLBY6gxO/4nwE1ex/Ze/Mv6kqFUZUAaUAWVAGVAG/hYDeVZ0krURZR/CsuoFDZZKSnwsaXS1gnDEEikTi6sW1Zvy6QAAEABJREFUxCI7PqpSEMRCSaOcECllYkHlgphfuYDBvEoFQMyVlJgj6ZyKBUDMlpSYJelMJ8x4oQCIaZJOq1AARISkRLikxNTyBWBhiuSJyeXzw8IkyRuUy49Jgg8FEzzzwxHjpUyEeeTHuEww1iMfPihrwxhJidAy+TDajlGSGpTOh1GCkYIRdgyX1BHDpDysVD4QQyUlhkhqUDIfBtsx6Pl8IAZKGmzHAEkd0V/K/Z7LB0f0lTLRp0Q+9LYjSFIisHg+9Cr+kEFPSYkeklZ/5EH+s1AoA3eVAe1cGVAGlIG8ykCeFp159aHrfSsDyoAyoAwoA8qAMnCvGchGovNe37qeTxlQBpQBZUAZUAaUAWXgXjGgovNeMa3nUQaUAWUgJzCg16gMKAPKwF1iQEXnXSJWu1UGlAFlQBlQBpQBZUAZuMaAis5rXGSV03plQBlQBpQBZUAZUAaUgdtkQEXnbRKnzZQBZUAZUAbuBwN6TmVAGcipDKjozKlPTq9bGVAG7hgDiYmJSNi9+471d6c7Sk5OvqXr4/0Qd/o6tD9lQBlQBv4OAyo6b4K9RTOmwrdmJTSs8DwGtvfHqSOJN9Hq3rtkdMYJ3Vvj6P6EjKruiG1GYBvTz+YFESBMwekwJ6gNTh38+9fwx8UL+HpjrOn99KE92LkwwuT1oAz8HQYuXLgAn0ZvwL/V27ck7P7OOW+1bcyKleb6bqYdxab/W60QOnLkzbirjzKgDCgD94wBFZ1ZUH1SBOaqjyIxM2YtNh4+iRdf88akkOAsWuWd6mZBQ7K82SaBQ1CspEeWflk5nDtxBIc2rcrKTeuVgVtiIH7TZuPv4uKClStWmDwPVnSRopRRUJZpJ1imnQKPoI1g3oLlTz/6E/Sx4Gi3fK069kF/+lg2pizTznqWnRE5fwEoOFNTU52rtHzvGNAzKQPKQCYMPJCJXc12Bs6lpKCIm7sBTW+2bW+EJ/OXUi9gcsgAvN/R3+DUUVsE9NPVMfjOnqff/AmhTLBtTQymDQvGsE7+WD4rHGw/fXgwRnb2x4R+3fD90STjd1n6/ejDUIzu4o9J/bvh9DGb/QdJp7zXDWO7+mPuyGDj63ygz7QB3cAI59JJoWBfls/BHfH4UCKfkwRbl0VZZqyYEoopPVpj9sDuSD5uO9cViSouDh2I8J6tMXdQd3z9WTz4Z8/6WGyUqOa0Xm3A/FcbbJFH1p2Rtss+GIhZEtlcOLgH2Aft+8TnXz+l4OyJJKwYO9Bgbu82WDdtDKsNkj7fggW92xp8uXIhovq0NXbHQ/z0MTgnfTCl/dzJJKwc1gPR/dri0xnX+jq+awuWiY3YF7uQrgplIFMGIufPh4eHB7wb1EfsyhhQ2NHZii7WeullMApa++VXYAlUlmlnhJQY0L8/m5joIssExR/FIf3oTzRp2Mj0z3MwTxvBPMUkO+nauXNa5JVt2QftBMv0Z//WtdBuYffuL9G7b1941fSyTJoqA8qAMpBtGFDRmcWjeKGG7T/v7n5NsGpRJM6dSUbrHr1Nq9lho41wHDs/Gv7de2NwB39TPi8+lxwiDd9JtJQNzp9JwZ5t8WjVrTfqNvXFDBGcBV1c8d6kWahexxujRGRSJK6cHW7EYv+Js1DLx88IT7aPnTMVHlW90PvDWaZ+88eRcP5DwVmmihd6jp+Jx4u548fjR4wLh9gjRw9E+2Hj0U5AAfrlulgcEjF5XIbf+8xYgpqNfbFotE3Mrp8Xbtp1DpuJOq0CMO/9HvjtbAp+E/F4WNo07BiIkpW9QKFpHOXwrQjHcq96o90HM/DoU25Y/sEgscKITQrQKyJk929cZaKeLd4PQ+LOLfhOht05bB4zdhDeCByMDlMX4ScRlt/L8Llp7HDw7jkERSRiypTmHw7uQQ2/ADQOHgcKzfMiQokN4wehodiIEyJAv918TRiznUIZsBigoEtKSoJfy5Zo37GjMVNsmoz9QPuOXZ/Dzc0Nox2GrN3d3XHg8NcI6NDBiFX2ZW+CWXPmYNa8uQju1x+urq5g+/Effgiei/0nfLkb7k+7Gzv7YGRyt9goJLdsjkfIsGGmjm2nTp5sdWsEJf15LZs3b0qzW5nZc+fKfXSwipoqA8qAMpCtGHggW11NNryYQiIKObTeVoQmI5mc0zlJopu81MN7E4zYZL5CNS8TDT1lj1bSlhFq1PVGOfF9UgTht9I+4L0QUHjWaeqHYXOiTZOvtsfDU3y+l8gm6wrINSTtS8CzpT2xMy4W+yRi2Xn4eNR/p73xtw6/nE1GgUKu8BY723i/HYCnS5U11UelfaXa3qDPr+JXWoRp8vFEuJfyxK8iJldKtPPxou54/6M4408h6tdnCPJLf6VEXA6MWoP8Li6mrkItbyM4HyvqZsrWoVqj5ij/aj2wTVMZdj91IMGqSktLVKqBl1sGGFHqKb6s+E7EI+1PiaBkuVGvwUyyBAXoMxVr4GERuM9U9MIfF1ON+HxabBfOpYBgPjkDAZtl5+qQJxigAOSNxsiwujUHkpFP2iz4tWwBdxGY3g0aIEVGPiw7yxSF7TvaRB6FJOtc5HPiLVFTT09PIzK9pR3bsx+KxXgRi14v1oR3/Qbo1qkzKld4gc0MLOHKPtnmsy92gULSVMrBW/rlOd1FsKYkJ4tF/yoDt86AtlAG7hcDKjqzYH7zJzHgvM6XXvdG/9AJmL5yLb78NN5EPBm5LChRDKsLCkQrf/HCBSsrQ+1JafnCIjatwmURSVaeafEyHiggApPRzkQRpEmCRBGL1SQK+qQIvOZdgkDsF1Ha/bUqcI50/iKR1AIuNmHI/ogC0h9T4leJwB6TqCbBMgXn49LvYLvQnB3cHVN7tmYVUk4cMal1cCvlYcSkVc4offQp93Tm/A7nTldhL+Qr5GpyHHp/RK7DFORg2SV7w79FnrcJajpReDIlrgqvPx5KAMGyu4hQpgplwJkBik0KQdeHbf8WOcxOYWkNddOfQ+G29HcmaUhO/tHkLfFHkUiDZzlPJpnCTQTs1MlTEDpqlImwMgpqOVt9WHM8OUfTEsb0seqZVygDyoAykNMYUNGZxRPjcDpXrzu7FRJBVaGaFw5/dS2a942IxIIuNtFnzek8L0LPWVxafVFIfiXD7SxfSr2AXk1q42fxZ5ST8OsaBD8Rmqft80PnjAzGsyJMObweNGEmKD7Z1kJZGXrnnE6KVtqYssx8AbneyzK87dMpCE0Ej0tUk0Peu+1D7C36hGD0qu1mTmfy8SS4lSyLr3dsYVODEX51kCJ2U8jksHdDbFoNh93zFbJxkWbMJMMoZ5IMtVvVHF638jdKH7KLVkefh4u44eqlC3jp3UADilGKUEefzPNak5cYoJjjsDbnQEYvWwaCQ+LkwHFBEYfIKRI539O3hR+rDTgUPnrkKIweMRIuLi7wyEBs0j9qwQLQr2vnziZSWl8inKYDOTBqaQ3ZU8QyAipmBPfvD56TQ+uWAKVdoQwoA8pATmZARWcWT6952/YS6UxCd78mmCjD6gH1a+FNsRUUEdclOATRM6di7vjRCHqrCV5r6ovnyniiQvWaWDorHGP7dEVIx9YoUChj8dVSRCUXEi38MBQjO7c28zo57N6iS29wXicXE4V28TdX+IRESJ8UoTilf3csmRiK6Emh1w2v0/HlJn4IblYbC0YNxMA369BkUE+G2pmZIdHM5ZNDzeKhijJMXkqG2bcujQKH12cP7A4OpbtLVPMNEaYb5ocjVobdw3u1BiOdBPvIDFdEOH/Qsi64iGhKx2Z4RYbRM/N1tBeVYXWCC4lixw3CxyE9HKvT8o/IMDoXEu2JyXxxUPkGvsb/k2E9sHXGGGyb8QFKvlzP2PSgDDgyQDHHBTcc9rbs7hKF5BxNK3pJO8Vkwu4vQQE5dPhwmgwY0UxK/BaMks6eNxds6+FZDoRxkAP92R/9UmX0g/M6OUTO4XP2F7NyBSg8mXd1fdj0wfmg0hQ8p+XLvnmttBM8B8F8RmAdkVGd2pSBbM+AXmCuZUBFZxaPtpCLKxZt/gwjwmfBu1kLTItZm7aQ6LmynohYsRY1X6uPPqPHCyaY3spLBHTuhh3wadMBk5fHIXS+ba4mFw/VEWFqnORQp6kfJiyNM2Kzx8jxaPdeiFhhopnjPo5DtbreaPveUPSbOMvYObQ+ePYSVJXh9tFL4lBFUlPhcHinXwhGSN3LTXwR9sl2BM9cgqdFRNJl2KI4vC7ik3M7x0hUk0PrRKjkK4oAbSHRzi5hM+mKF6Q88KM1qCCpX+8QdB5ns9do5AvCOMnB2jKp2hu+6Be1Bt0jFovYbIeR6/eimviKC6wtk7htkk/gEJoMqjT0BcUmh9dfEoHKhUSVxfZO6AzkK3i9UGfUsu3kRWYxEYfWX7ALTHZWvr4vaGO+3ezVqOoXgFIve6Pz4q1wlegn7QplwJGB3n37mOimo435ocOHpbNPmDjRlJm6Okyn8ar5orEzQupVsyabgm0JU5AD/VmmD2EJXHcRt+yPNqYE/aQJKDRpJ2hnH2zHMusJ+hLMZwTWERnVqU0ZUAaUgfvFgIrOm2S+iJs7XqjuhSIScXRsUtDFFRxmZ4TT0c65mxSfrC8hQ+Kso41g3gIjmxxKL273sewFpF9PGS5/tnT6/S1p5zA6U8vXOX1CIqJcwU6fp6U9U8uHdi4iyl/INofNsjPiSQFqlZnSh3bHCOdjRd1AsJ6w6h6TKCRXrBPPV/ZKN/+zmIheztMkKDLZjqAvbfkLuSBm7EAc2BhrVq6vkmhnpYbN6XIduHjo2Yo1kE+unyLUcmDecbidC4gIR5vlm4NTvXRlQBlQBpQBZSDHMqCiM8c+utxz4RSQHacuBlev/3HxApoPGoeGva5FRHPPneqd5CQGGAk9efr7DC+ZdtZnWKlGZUAZyOUM6O3dLgMqOm+XOW13Rxlg1LOyDK3XDQg04vOOdq6dKQPKgDKgDCgDysB9Z0BF5x1+BFyFfoe7TOuOe3USaYb7mNmz/tpK9XtxGYdk6P33n1JueKqrEiW9oYNW3nUG9ATKgDKgDCgDykBmDKjozIyZ27R3bFjrNltm3YwbuxNZe959j3stOr/etAr/zkJ0rh9vewPS3b97PYMyoAwoA8qAMpBtGci2F6aiM4tHczH1Ar7+KgFffBqf5slo5qkjiSB2b40H9+Jk5amjibh8MRXcr5NlgvmEbfFgG5YJvomI+3Fae3RyI3ja+SaivdvjcVnOyTLT08eSwOgmU4+qXiBYR/H5+doYHNl3bZ9Qy75L7D9KO5YzAusOfRZv9uS06vkGIit/RSKG3KvTKnN/zq/Fn6llY0q/b3ZuwckM3jzEeoIr078Vn1P2113SRrCc+PkWsJ7ljPD9wT04Ij7OYpPzPk8f2oNju7bAin7+IOXfz6WAr8G0+vpRbHwNJt9MZNk0VQaUAWVAGVAGlIH7w4CKzhvwTsHJ/Tk3f7ISX2zdjHcb1DLi8eSRJAzq4I9JQ0xTrBgAABAASURBVIPxpdg7NqpthOd3Ymd3h7/azcTs07l05lQjQru9URsUm6wY3rk1hndqje1xMWYz+JFdWqNX49rYK+J0fXQkBr7jY4QnX4M52N8HMbOnIlbAV2ASFJxju7YG30D0yZypmDcymN0aATq+W2twQ/ilk0MxbUB3Y3c8fLEuFgtHB4PCc2Zwd1hvJ5rSs02aW7II1pgpoaa8fVkU5g7qbjaGnzeoB1ZNHWPsPEwIaIYTIjiXfjAImxdE0JQO3Cx+TlAbnD2RhF0rFmLFWFskcktkBL6QMu3TOjY19ekaSuGTcYPwybiBOH0oAQv7tjGr2sUMCs75XZrhaxlu556dS/q1AYfVfxQ/1p2Xc7E8p3VdfLMp1ojQxV2b4eeTSWyuyOsM6P0rA8qAMqAM3DcGVHTegPrNn8Tgpde88d6YCQbMx4vNahK2IBp9Qyfg9aa+2LI6Bq838zNV73TvDb6R6NyZFLNHZ8cBIQgcNR5rl0TC+hM8eRYGTJoFbplEW4uuQeg+cjyGzYkGt0pixJN2bizPfTr72vfqpO0X6bdAIVfUfycAg2ZHgxvH0x6/NBLcp5MYMHMJfj2bbMQl6ywc3Z8AbpnUpJOcb/xMMFpp1WWUUnQOXLgGjToGIXjhavzmMMTdvPcQvBk0BG8PHpdhtJMisEv4YtRrH4i2Y2aAbyniOSg2i5b0wOsBgWgj9j8kOky7hT8k0vq9REb7LN2GBj2HoOvc1VYVzp04gup+AfAZOA6vtgtEYenn3MkjePndQDxcxB3cHP53iXi+JOVGwePMW4mef7meCNPUtD40owwoA8qAMqAMKAP3ngFLdN77M+eAM34tEctVi6PQoPzzBp9InkPokD/cGL6gi22vS+e9N6Vaht6TwEhl80olQYT1647vjl6Ltjnvy1m9rjebGTBvDblzn07HfTbpwH06nynjgf5NayP8vW54prRtL08OtTO62bFGSXTyKoUfjx8xUU+2sdBUxCYjmf28q+DTpVFwL+VpVV2X/nY2xdi4XyczTDuOncGsQf5Ctg3cn6/sZcrOh3KveuPz5VGY2qEpwjs2xb9FDNKHIjTx83iMblwVHGIvWrIszWn4SYTlI0+5p5XzFXJNW9FexO67uF9bzPCvC0Y20xztmcLPexiRybcSzW1TF8kSBWUk1F6tiTKgDCgDyoAyoAzcBwYeuA/n/NunvPrnn0hJOfO34P7Xv7O8jufLeqJ5mwBs+uakwfQVcWlvI8qqcRE3dxQXMbjq4AkQH32230Q7M2v3s0QvrbqfzySnRUAtm2PK4XW+nWjimh3mrUQcXueQOsVnrwkzMX/PCcxLOI4BMxejcu16jk3NsH0/iYIO+SgOBVxcMHtgt3T1LCQft4nj/FLPyKZjNHSHiEirXDITsck+iCntm4IbwzPa2WXqYpoM2D5w/hr0EjCqGWMfdjeVcuDrLmmXbNrff/+UbPJcUPSDiEgfiWL2iN6Ghx3EqXGQw76YhaDIrNtjCDov3gb3ihmLYnHVv8pANmNAL0cZUAaUgdzLwAM58dZ++eVXrPok7m/B78KBLG/9heo18cXWeLOQ6FxKMiaGBONcii36l1ljDod/dzQRJSQSyQVGW9fEmHmgCyaEmrmdmbVb+OFofC+R0B1xMVgfHYVqGbzi0mp7Wvym9u+OyzIM/UxpTxGPrniiqBvKVq2J+I8jQVHKYfQFIwdaTdLSLcuisHZeuLRxMW8NeqyoLaLINwptkzoKzoR1Mcafkc2SlWtgw/xwMwzPofYdyxeadsYhi0N+iQQzSvkviZha8zm5cIhzOnetiJJ+XMybhfKJn2NXlujcHhVh5nLuWBiB38+dcXQBRelOsf9waA9+kKF4Vv5+LhnWwiKWiX2xC5G4eRWzCmVAGVAGlAFlQBm4jww8cB/PfUuntpxfffVlNH/T528jxrWy1WWmacXqXug+cCgWTZ+KD4cEo3nb9nhBbIUkAviciEqrYZFi7iBY9u/eG/PGh5qFRWPmRyNBROvYPt3AIfgmrQPoAs+qNUzqeHjDvz1WzpkKzuVs914InpX+C8qw8rNlrg1/P1HMDURVEaT1/QMQPTEUm0Vkdho2XkSkK5p1DkIZEZ4LRgaL+IxCh+Fhxu54nlZ9bG/64SIiRhxb9gkx1V3HzzSLitaLIH2htrcMu3sYe+ewmRIdTU1bTNQrYrGxu5Wy1ZuCHBjRlCTd37feH4d9G2JBkflcpRp4uUU7IxZbvh9mVq0vHtLDiM7GvQana8fC26Ez8O+fUrBp+gcs/n/2zgM+p7P947+07/tvjegeRltq6zQqSu2kKKGSaiuiYsdIYiZIjJIgtsSImShiJi2hVLRmVdTssIouo0O1L0V1vO//+t3JeTx5PBkIkrh8cp37vq97nHO+5+CX6z7nPni2UUtp62rSex4pjuRpqf6mwaNMPTdla7ljzZgBeFraFnm0ONZKni8Vvdx/lEy3n2UTNSWgBJSAElACSuAWEchzovPBBx9A8eLFrtuO//vebCGv2dADY+PijXmkvSjE5zm7iBhF2h++QERjsblve1BslhKxSBs4KQbhIj7f8A9EobSI3vDZ8WyazvgcZ7/xMegrZkU5KTzb9k0VhWxcu5k3aFY+cFwMOg0dIxFON7qMUXgGx8SD0+zlq1z2m0rZFJRj4EtEfaYtRCsRnA9IhFTcRmR2FYHZReyVjoHwljr6Ge30DYtE4JSFaCPp/WntWwalile2obUITF+m70mZfn9r5DTQarXyQ7OAUBQtUxH8+hDznWTKnS8TMRrK9vb2qLR7dcBotJs4H3XbBaB5yGg8Ij629egRCt8J882LRM828sJLUs++DWU6/U3x3yVivYHk35B8zbcC8NTLXqgnZbZRUwJKQAkogWsloP2UwPURyHOi8/pON3f2dhb5zJ1HqkelBJSAElACSkAJKIFrI6Ci89q45WivobOujHzm6A50sBtOQHegBJSAElACSkAJZE5ARWfmfLRWCSgBJaAElIASyBsE9ChzOQEVndm4QP39fMwb7J99moKF0yZn2mP7R8ng2+tsFNrRJ9M31tkmL1hUzzZ54TBtx8g32Pn5S5tDM0pACSgBJaAElMAtJ6Ci8youwZMVKsL9Ve9Me6xcGIvz586ZNp2Cw8zSSaagm5tGgN9at/8G+03bcW7ekR6bElACSkAJKIFbTEBFp5ML8PGHyegr0c22L9fB2ND++P1c6nI7P544biKe7HLs4H4M6OCDDo3rILxXV/BLRR+uSAD9s8eMMNFOrtH5U9qi70tiotD3DU/0E7M+h8l1OacODcbYPv7o2bQupkueY9M2JyVgRBcfBHnWxYS+/riQdgwz3w7GqK4+GOzjiU/WrMB7M6PY3BjX55wj9aZgt1k5KwrDfT0x8NV6WDIx3NRwPc55I0IQE9INYS3rYYakXEKJlZ9tTsbkHm0wzKseFoSH4GLavllnb5uWxmF8++aYILYiKsJWtXNNIiZ2aI7Rr9dHkp1/fmh3zAzyNV8nYuPZkv8wLhpTOrYwtmdtIt3GuEZnTKcWmNG5BVIS5hnfj0cOYNng7uDXiJYP6W6WX1oVOQDTfeojrmsLfPFBIig2P5oWYfIss+NGKc/xrY+F0ubox+vpUlMCSkAJKAElcNMJ3O47VNHp5A4YFuQPr7btMT1hFR4tXgLHDh0wrRjB/EmEJwsjevnDvYU35q7djCfLV0KE9OGySVxOqVPwYIlwVsKxgwck6nkWFJ8bViZg+OyFeFts9cI4fLkzxdRtSkrEC/U8ELk4CT+fOg4uDs8vEi2fEQX/YWMwOWmT+TrRro3J3C22rko0XyHqLHVln6+KDxbFGj83H0vdg8VKMGsz+rhQfI+xMRj13kYw//3hA0bEbn8/Ec/X8UDo/JVGWO7blCrIZg3ojvpv+CHknZXgkkonjhy0jWdljuxJwQ7p337UdHSLXoCjUqbYPPnVASTHRsNv5HQEzV2BUyIUuVYn+/GTl1Ube5mlk1j+et8O/PbDcXSaPB9NA0KxJnqklE+A4nOvCFC/SfPNkknbl8fh2707RGSew+GPP4RH90Go/VYA1k8dadbu7DBzBVqPn48Pp40EP4HJ5ZKebuQF2rZ3osHIp2/MCngOn4Z1Ywfg56Op15PHoKYElIASUAJKQAncHAIqOh04M8pZs4E7ajX0QGHXImjbPQiFCruma/XjyeNmMXiKTlZwQfhRc+OZdWpfi2it39wbhWQ8WvX6HkZ0svET5SqiXlpdpao18LNERh8S4Ri1apMIw3NIkEjm/l0p+PnUCTY31qh1e/CTlw8WLYGKVd1EiCYY/9ZVCajVzMvkrQ3L/acvBKOgSbOj8IuMY0U0+RWiGk29wLU4y1Zxk7rj+EyinM/WdsezIkbpb9IxUOrTnz/HPrJnB6q/4gWOwXZ+Ij6fkn5fbFkPLgTPtTjpryS+L8XHPncXckXVJl5Sf3n9UO8BkSIci6DU89VRuUlLfL03xXyF6HkRp1yTk1bhJXd8uy+FQ+CR0hXMep1cs7NZyGizRie/SrRVxOWl8+dMG/vN9yJsuW7nbn6ZSCKhRR4prqLTHlCuyeuBKAEloASUQH4noKLT4Qr/fu6sEZT27kJFitgXzacw2c7eyS8O2Zft8+fPnsXDxYrbXA9J/mcRrnQUcr1S0LGuU93K5gtFDxUtDgpTtnVmLzXzxu5NycYsIWrfjpHNAS3qYZtEQR8QkfqY3ZeEGMW0b8v8hXPnYC0AzzKN4pGpvZ2RqKx92RKf9Nm3v+/REhKhTH08oajdvtnO0Sgwf/vhhLQ/B34K06q/V8agn2UKSKa0T2XafW6XFuYzmI8/54a7RNTSn5mVruWOIo+kjwZn1l7rlIASUAJKQAncNgRu8Imq6HQAzAjnto+Sbc9xHj24H9ZzmVbTR4oXB6OXjHjS95MIyDdrPc+sRDOvFJGlKlTEjg3Jpp4bTq2XLF+RWafGyGbFam7m60R1PL0l4nnWmLPGVWRq/juZLl8hEdFaIkAd2+yRafmaEv1sPyRSptLdJZp5wphjO6v8XF13iXauhxUNPSHT5WdECFr1VlpcBOTnm9dbRaybG40lI0OMYD0q0UqrYv+WZPMVIqvsmH5t1/aARERLPu8Gfo3o4NbLY38jbehz7PuZRC6bhUSiYY9Q3PNocTDSyTfX7dvRf5eI0RdlOr6G2HGJfNrXa14JKAEloASUgBK4OQRUdDpwLixT4M+94AZfjzoYFtgV/fx80kUp2fwRmf7uEhxmXiSaGNYfga2aoXPwYFbhmWo1sGj6ZPClIuOQTQOZPv9Jps2HdPIB7WfJc0pdqpz+VJIp829lSn58X390rlfZTK1/e2i/07Z0MtrJ6fMqdT1YTGeVRZSuXxyHqf27YWDLeiggkdXvD2c8FqOUnGof6lUPs0K6IapHG9wvgi7doFLg1DqF6bQAX8QO7I5P1yTi5Q6BqCbT5xwjJtAXS0WEHtu7Ay8XZr61AAAQAElEQVS97ic9nP8sCO2OOUFtMe6N+nhUhKyZZm/cEoxsxvVqi3m925o8v73uOEI5iVquigxB4pDuWNSnrUQwi5kXie4q7IpdEgXdJlPuNUVoHt22Hh+MHYDlfduaIUo8V92kulECV0FAmyoBJaAElMB1ElDR6QRg/4ixmJGwyjzP+e72vRgWFQMul0RzT1syqYVve0xZtgruLV7DnLWb0bCFtxmpufhbdwvCMyJcO4kwLSURzUIiZMcvSUL7/oPRQWyc5OkrKXV+/QabftzU9fQC7SERtXyms4lPe/BFosEzFsI3rd3AmIVseoVReF7hFEf5Km4Y/d5GuLf2w+T1u9Fv2kK82NQbj5WriNd7h0mL1J8a4qOx5BsWiQHzkvBKp0BErtuNzqOn053OKCz7x61Ei8BQNOoQgNBlG8DnONnIP2oBmgeEGgEasvSy31N8rLe3wat34ZWAQeg4eQG8Bow2VZxm95+9Ao17DkKjHoPQddYK89znI2Uq4GUpm0ayqd0uAG0mLMBLIiyDVuxE6/ELzItEfJnorRkrUEZEKZ/h7LhgA556Wdh2H4TXxs+XnvqjBJSAElACSkAJ3GwCd1z3DvPpAI8UL4HSFSqZs2NaWIQjjVFO45QNhSPFJVMp2n6eruYm0dES5g12+7pSIjJLilkNWWdfptikWfWMeBaU/dKs5zr54pBVz5RLJm1dlQCP1hlHE9m/vIhPtmeegpOisUTZinQZ4/OdNFOQDZ/r5BS6ZGGlzDsa64rZjWPV0/dkZTeraNKiZS7vzzjSNvRbgjXNZRJOqdNMQTYUo484jMHp84fTfMzTpKmZbqf4ZJ7G6OZDpZ3vn/VqSkAJKAEloASUwI0loKLzxvK94aM/WKw4AsfG4MGiee/lmE6TNOp4w28Q3cFtQ0BPVAkoASWQ2wmo6MztVyiL4+O0Ot9az6JZrqwu9Xz6SGiuPEg9KCWgBJSAElACSiBHCNwGojNHON3yQbYkJZi1NjM7kAvnUpcmyqzNjao7uifFLBCf2fgD65bLrFrrlIASUAJKQAkogXxMQEVnHrm4/Cwm33rP7HCj+/tnVn1D647u2SGic8cN3YcOrgSUQB4moIeuBJTAbU9ARWcuvgW4Xufa+Fh8ezj9ZxsZ0dy1MRnrFsXaop9cq/PCuXM4tCv1yz0XJOq5Z1MykhfH4XuH/tYpH96dguNfHcD21Yngl4pozH+2OdlqYtKvJIq5Zk4UuGancaRtWN68NA789GWay5Yw8rl1WRx+dbLGp62RZpSAElACSkAJKIHbhoCKzlt/qZ0ewTvjwhEzNBjnfz+HmGHBoKhkQ4rJwW08cTBNXA728TR13x/ejwu/n8VBEZJs87Zvc+zZtB4XRXyO7dbGqfCc2MMX74wIFsF5HJO6tzF25ofjeH92FCzhmTgpHDTIn4XhIdgkIlOyJp0zsDvOiKhcERUBik/6afMGdcfWZfNwUY59ZqAvvtxyeaF31qspASWgBJSAElACtx8BFZ258JpTNO6USCbX6vTuEgiu08mljniojHr69AlDm75heLl1e3AJJbbn14geLFocLToH4vSpE2guaYchkSatXNfDqejkeG8NHoOmnQLB5ZJqNPXCKx0DUf+N9iYCyvqNS+chcOpCNBF/m7BIrJkbTTd2vJ+IntEL8GpgKLpJyqWTWMGo5xkRru1GToNH+wC0GjgaH0vEk3VqSkAJKIHcS0CPTAkogRtNQEXnjSZ8DeN/I9PhDxUrbutJwUlBSQfX62TUc7BEOGkUod9JlJN1lvFtdkY93/b1REiLembK/fSp41Z1utR+rc5yaWt5co1ONvpKoqbFy1QA1/RkmcLyD4leMn9GIpxWO5ZLp63JeVGirb+K6I2RCOcMsfWx0WZhd7ZRUwJKQAkoASWgBG5fAio6c+G1f0gilhfOnUt3ZBfSxN6WVQkynb4fQeOnY0R8EihCHyyWfo3O5EWxRmj2GBuDyBUb8Xxd93RjZbfwQNESOHHkIKz2Z0RMWnkKUQpMq3xGoptWvoBrEfCrRF2jFqCtRDyrNvGyqjRVAkpACSgBJaAEblMCKjpz4YXnV4kKurqCz3Ue2JWChJlRIjQPpDvS0ydPgF8j2r1pva3uO4mQ8kWigiL6KAh/kejmyllR+HDJPFw4d/XLKTGSWaZydSRODjcvEfFloupNWprjoD8+YgD4wtCWpXHYueZd4+eXiJjZIlPqnGpfFRWBU0fSHzvr1ZSAElACSuCqCGhjJZDnCajozKWXsO/4GHNka+JjUaiwK9r0CQWn3Gs380aFqm54d+ZkUz8gZiGsqXc+45m8OBaV63pIdNMDFJxsNGT+SjxerhKz6axpxwBbuUZTb9wvkU06GOEsmzZd3jlyOl1IEOHJ6fWWQaGm7BMaCQrPD+ZGmxeG/CSiWVoEKiOgjHJyij0pOgJFy1aEe/vU/YzadNj01Y0SUAJKQAkoASVw+xFQ0ZlLrzmjlW/1C0MfEZ+NfdqD9qCIQvobtW6PgTPi8WqXQCNA+VUingZfIuopU+ps4/GmH/pPX2heJOK31ms2u3KKu1mnQHYzVqOpl3mZiAVGOMumPd9JEekVFIbAKQtR7w0/2/OdbFf3dT90j16AlzsE4Ona7iidJlT5HfXmgaHg9PpLrfzY9Maajq4ElIASUAJKQAnkegIqOnP9JdIDVAJKQAkoASWQ+wnoESqBrAio6MyKkNYrASWgBJSAElACSkAJXDcBFZ3XjVAHUAJZEdB6JaAElIASUAJKQEWn3gNKQAkoASWgBJRA/iegZ3jLCajovOWXQA9ACSgBJaAElIASUAL5n4CKzvx/jfUMlUBWBLReCSgBJaAElMANJ3Bbi84vz/0X28/8fYWl/Po3MrIdUudon4rPqf32N3b+9o9T2yV+Z7Zb/OnsP/9gt9ieTGyv1GVm+6Te2Nl/sC/NPpM0I/tc6jK0c//gc7EvnNiX4svI9kvdFfb7P9hvZwck72gHxWfZIck7s8PiP3z+Hzizr8TvaEfEd+T8f2FvR6X861//u+F/4XQHSkAJKAEloAScE8j/3ttWdNa4/06s++kvTDx6ydgkSWmTJXW0KPHRoo9dgmVTvr4E2lRJHW2a+GjTJbUs5ptLoM2Q1GbfXsIMsZlpNktSR5stPtocSed8dwm0uZLSYiU19v0lxKZZnKS0ed//iYxsvtTNP/4n7G2BlGkLT/yJjCz+xF9Y5GCLT/6FJY52SnxiS8WWZWDLxW9ZguRpiZIa++EvvJtm7/34F2grJLVspeTtLUnKqxxstZSNyTV+P83WSGrs57+wNs0+kNSyM3/+DyUL3pn//9brGSoBJaAElIASuAUEblvR+Um9IqBtr18EGVmK1DnaDvFdYQ2KYIfYp5nYTqlztF3iS2cNi2BXmu2W1NH2iC8j2yt16cy9CPY62D4pO9pn4svIPpc6Yx5F8HkG9oX4He1L8V1hLxfBlw62X8qpdg/2v3zZDkje0Q6Kz2aN7sFBsUNO7LD4HO0r8WVkR6TOWON7cETM74n/uwV/DXWXWRHQeiWgBJSAEsj7BG5b0Zn3L52egRJQAkpACSgBJaAEbhqB696Ris7rRqgDKAEloASUgBJQAkpACWRFQEVnVoS0XgkoASWQFQGtVwJKQAkogSwJqOjMEpE2UAJKQAkoASWgBJSAErheAjdadF7v8Wl/JaAElIASUAJKQAkogXxAQEVnPriIegpKQAkogcwJaK0SUAJK4NYTyJWic8eOnVBTBrnxHrj1f2X1CJSAElACSkAJ5E0CuVN0froLO26S6X6U9dXcA3nzr7ketRJQAkpACSiBW08gV4nO6tWroWePrmrCoPoLVc3doTxy3/3A+9RcHN0oASWQUwR0HCWgBG4DAnfcBueop6gEchWB3vsuwCXxV7UcZPDstv9iTeGnbDbp79LKNwf5Ot6vG3/+O1f9ndKDUQJKIG8QUNGZ26+THl++JNCr9F34tlERfPPyZfta8rRjktKOehSBZUckT/tKUtph9yKgHZTUsgMNi4C2X1Lalw2KwLIvJE/7XFLaZ/WLgLavviss21PPFbTdktJ2SWrZzrquoH0qKW1HHVfQUiS1bLvkaZ/UdgXtY0kt2/qSK2hbJKVtlpS2qZYrLNsoedoGSWkf1SwMR/tQfLT1LxYGbZ2ktMUvPYIgDzdjgZK+Xf9prKlR2Nj7boVh2WrJ01ZJaqx6YaxKs6TqhUBb+UIh0FZISnu3WiFYlih5WoKktOVVC8GyZZKnLZWUtqRKITjaYvHRFlUuBFp85YKwbIHkafOfLwjaO5LS4p4rCMvmSp42R1La7GcLwrJZkqfNkJQW80xB0KZLatk0ydOmPl0QtGhJLYuSPG3yUwVBm/RUAdAmSGrZ+EoFULqg/rcB/aMElMA1EdB/Pa4Jm3ZSAkpACSiB24mAnqsSUALXT0BF5/Uz1BGUgBJQAkpACSgBJaAEsiCgojMLQFqdFQGtVwJKQAkoASWgBJRA1gRUdGbNSFsoASWgBJSAEsjdBPTolEAeIKCiMw9cJD1EJaAElIASUAJKQAnkdQIqOvP6FdTjz4qA1isBJaAElIASUAK5gICKzlxwEfQQlIASUAJKQAnkbwJ6dkoAUNGpd4ESyCUEPngvAT+cOJ7uaPZ9mgJaOmceK7StVsYc8elTx7FlVYLJX+3mwrmzpssvp05g26pEk8/Nm11rEkG72mP84/fU82S/3344wURNCSgBJZBvCKjozDeXUk8krxKwjpui88eT6YXGvk+3i+jcbjXJ0+mFc+fw3aED13QOc4eHmH4XRHx+d3i/yefmDQXnrrVXJ44TRw/AJ8vnmdPaI30ntW5g8rpRAkpACeQXAio688uV1PPI9wR+F8G17cNk0Ji3Tvi8+D/5KBk0y2efsv7Yof2gbZd2P51MH039YmcKPlqZAHv/l+L7Wdrt2JBshmKZ43wqZfpNfmMy9u9KMfXW5lsRlTvFf8DBz/oHixZHbU9vUDgelHp7++5wqhhl3SGp27MpGaclqsl+h3an4BeJkn4vbR6QMWo186bbGH2frE4EU+OQzfGvDuCiRAz3bU7GV9JXXE5/zsj4n7HNnhTT3mp0QvrveD8RTC2fY3pS2uyUaOZR6etYZ18+deQA9m9ZD/sIJuu/3puC/VvX49e0aCbTH2RMpj8eO4Rv9u5gM1vKAn37RIzaR0C/3bcD/5ExDn+8HjS2+0n2+ZWU6WfZ0b6XPmd/TP3l5pJwOi5lpvQxz3T/ukT8fDT1mjj217ISyKcE9LRuAgEVnTcBsu5CCeQEgX5+PvhMIp/bPlqH4PY+ZkiKvx6vNRPBuc5Y+8Z1QJ+pTNscEyE4qIMPRgb5I2XDOgS1aoavRYSyOqyjD5IWxIrgPIEhndqA4pL+oZ3bYKiUN65MAEXm213aIPhNT3wjwo/pcCnvF2H6zrhwbEpKnTJPmBGFmGHB+FbarImPxYLx4RzKZvQvHD8CuGd4RQAAEABJREFUF0To2ASniMKo/v7YKtPuFJxDfT1NniJ0rH8bIzwpQi8wSirjfi/CbPHE1HHXL47DvBHBRpAy/WhJHPhnmdSHtayHzzatx+rZUZgZ0o3udEYxGtWjDY6IaPxchCfzbJAiYjM+IgRnRMjNGdgdn4tghMOfxSNDsESMojU5NhpblqXu16EZvhbhODPQF/PDuiPy9fpGYFJ8jpH87F5tsVD8Uzu2wAERn4xs/nD0IPaufRfblsZi7wfvmuHierc1gnVG5xZ4p09bJI0ZiCk+DfCZiE82WCi+2V1aIClyABKG9MCE5tUQ2/VVJEo+rmsLNrnClvRtiy8+SI3C/iz7XNavrQjMg9gvvuWSj23bAMnjBmJRt5Y4um39Ff3VoQSUgBK4VgIqOq+VnPZTAjeZAMVjy7bt0S9iLJj+KJHI9+bH4sUGHugTPtbYi/U9sH5Fqgi0P7wLv5/D5GWrEDRiLBq28BbxmQxGOH+S6fyBk2Lwpn8gmrXxw6qFsbZuwRNjQHuoWAnj8+sXhlZdA/GC7KNSVTe0k/JbYoxsmgayGTxzIby7BMK7axC+TRO24k7382DREnhV2tAuSJT28XIV4dMnDN+JqHy1cyA6Dh2DFpI+Jn5GOJtL/sFixVGrmVe6cZJEULYbPAbNOgWi25gYLJsUYauv0dQLbQdHote0hfjMiXBkJLRNWCS8gsKMUWSy8xERwcXLVkTjDgHoOGoaXU6td+xKvCxtPNoH4Esn47PT3YVcEbJ0AwLnrMAf58+ZZzw/XjYPv0mUsU34NAxetRP3PlocCaMGoIFfAEo+Vx31/Xqi5YDRqNeuJ4fAsA2HsE8E6I8iDlsEj0K/lZ/ikdIVsG7qSFPPzSNlKqLvyp14WPyXZD/tZ7wHr+FTwfx3EsVkm6sxj36j4J/4KVwfKYaUd6ZcTVdtqwSUgBLIlICKzkzxaKUSyD0E/EPC0E8inN28m+H3s2fxiIjBowf3Y8WCOLzyTGk0fbY0ViyMw3kRco5H/XQ1NxRyLWLcVspoJ/3GKZtS5SuZiKdkzU/J8hVNam0qVXMz2Ydkvw+JCDQF2Vj7q1bPA4x8BnnWxfxxI6Qm8x9GNxnxDBwbYxpWECFLETrG3wfBLeqmmzI3Dew2bHdRhDSFKd2cdr9fBByn1lkuVyX1WJl3ZmWlnhHOyHaeoFltmnQMBCOYAxpXxaalceCYVp2VvtDEy0Q6R7aqj5XREZb7irSoiNe7CxdBURGFFKCcaj8m0+r3PlIclV5yB+sq1XY3gvSKznaOb6TPXYVc8VxjL7BPeelLQWk1eULEKvNM7xGh+LDs7y7ZL320se7lYRnLWVnpmu5gf6anjx3MqrnWKwElcJMI5Ifd3JEfTkLPQQnkBwKlK1TE3h3pXxqiqOS5/S5C8rkX3DB/3Wa07R6EZIlmvitRzkeKl0ALXz+8//lRrP7sKKKXJplIJvtkZQ+LePxapt6tdudlH4VcXa3iFaklVllRUgQqU3sb0cUH1SQKOjlpE9r2GyzT6Ofsq9PlKTYXyvR7J4lqFkwTw8mLYnFQIo0dxDdmxSZQUFJcpuuYVrD6WPVMGa2k+GSTAnaii2VHWzAiBAVkv4FTFyJkXpKpvijT/rSOo6chWCKZHINT7KYybcP6WJl2f6q2BwYt24DmAaFpNVcmnEqnl89pMtJJ8XmfCGP6aazjeEwts/xWmSmjoRSZVp2Vss7eKBTveTQ1Km3vd8xTwPK5Tvp/cvLcJp/pZB1TRjuZV1MCSkAJ5AQBFZ05QVHHUAI5QOClhi8jQYTkxx8mg2Jz3XsJ2PbRejRq4Y3zEtkcFuiPzz5NAcUpBWDpCpVkav1l8AWiYxLx5HT7iF7++OlE6ksiWR0So5w/yRQ9p9kpODm1/lS1Gll1y7SeYvDArhQT6eR0ubPG9E/u54+WMsVOsUgBSp/V9sK5c1gxKwp7N6+3RTtPnzxhnu+02jAtV7k6VskU+4VzZ8HnOctKmUKRddk1RjUXhIfgokRN+eLQxiVxeHdyavSSotRZpJNj0/+FTKsz0smXiuhztFNHDmJmkC+WjQoxVU/K8VVp4mUim7PFnzA6BJ8sfwcvvvaWqedmz5p3wec7mactDuuO8rU8mMW83m2xMnIAdiS8g2cbtTS+7Gz6rz8Ey9j+4dIVwZeEtr0Tje1i9Nlb0rDuWDd2AI5t+xCVXk7/SIN9O80rASWgBK6WgIrOqyWm7ZXADSLASGZIxFh88N5yTB0dbpZKilmeBEYzaXyWc53UTY8cgZdf9cazL7gZ6xoyGDMiwzExLBhtugXhGfHbH2IhV1eUspsqZ4STRuEaPifevEg0SsQqBecb/oGma6Wq1U1qbezLDxUtjoJpkcRCkpYsV8k08397DPgCEV8sauzTHrWbeZmXiubvPGLqub/Hpe23h/fjiXIVsXtjMt6bNdkYp9prNfMGn/dcPCF1ar7HmMvPVFau647Y4cFmv4/JtDUH7D5muhGLMcHd8MupE+gmZfpLyNgFJYrJPI1ilKm9vdIp0PR5f04USsh4XoGhpuzVKxT3Fy0Bvkx0USK/PqGR9t1AUfum+NbNjcaXW5LxcvtAFJP+6RpJgVHNZj0HmfZSRNvwaXjyeTdjnSbPN9Pkv8oxN/DriaY9U6OlL7Zqh0dlapxvp1eWqfQKtRqyK0o+Xx1vTZgPRjz5Rnqddj3hGTLa1D0uU+v3SPSUBaZ83pN5Tuc/9mx12Y8ri+msfo9BeEz6MdpZ2asdSki7uwpfbkehySinW9ueoKXrrAUloASUQEYEsuFX0ZkNSNpECdwsArUaemB49AxMiItHfxGgjGZa+6YopfAcFjUDHhL9tPx8kSgyNh6j58bD3c5v1T8pU+GdgwdbRTP93qC5tylTjPJFIopPS3CyYvjseCY2Gzbrcrme9C2ZJmKfkJQvE7Ehn+nsOz4G/sPGgPkuklJcso7GF4ba9A0TMeqNATPiUy1GUjG+SESh2LpPGIKlzBeJKtf1QPPOqSL4TfH3n77QTLkzz/HYvt3gSPQRP1MKQvpb9QozQpJ5WpBMoTO1N74s5BsWic6jp6PeG37G3F7xMiKRLxH1nLIALYNCRYAWt+9m8k/XdoffqGl4Y1AknpK8f9QC47ffeIqIrdXKD20jpqHL5AXgs5tWPcVnJ/HRGvgFWG5UfMkdHUSQ1hcfBeabIlRpbEDh+caIaWg7cT7qtLvcx1fE6LONUqORTN17pApYPtfZWuoY1WR/e6Ovxdty/OPn48W3AtBK0ock+mm1qdE2AK+Nm6+C0wKiqRJQAjlGQEVnjqHUgZSAElACTgnkCWcRiZgy6pknDlYPUgkogTxJQEVnnrxsetBKQAkogZwlwGn11yTqmbOj6mhKQAkogcsEbq3ovHwcmlMCSkAJKAEloASUgBLIxwRUdObji6undnsTOH/uLOKnTzafv7xaEvwyUavKZWxfKMpOf36RyKdqmew0veY2/NwlP5F5zQPkUMeLv58F317PoeGuGOaHIwewd23qV4OuqMzAMadLC9D4GcwMmmTo1goloASUwM0goKLzZlDWfSiBW0CAXzBaFBOF8+fO3ZS9V6zmBn6N6EbujIKTwvNG7iM7Y3OZJFp22l5LmwNb14NvsWe377f7doALx3ecuQJ8iSi7/bSdElACSuBmElDRmSltrVQCeZfArDGpSw8xPXZoP7Z/lIzQjj7o3LgORvXqKmL0rDk5LhAfJn7/V+oisrc/fjp53Pi52bgyAd3F3/9NT3yTtpD8vHHhoA3v4oOAZnXBrxCx7Wnpt3/XdmZxQaKsE/v6o7dnXcwcFoyRXX2wZVWC+dTlKMlb63JuFV/8hHDT5/Sp44ju72++RsSvEjmKS5a3rUqEsdWJZh/zRoRg0Kv1MKFbG+zbnGzGcdwsnxSOUW95GuMSSaznmpyJ4h/mXQ+p63SexcLwELztXR9TevriyJ4UNsNFiWguHhmC8Fb1Mb59c2xZGmf8K6MisHNNIpjSwXT06/UxqUNzOPssJhd0nx/aHWOkzawgX3DBePZjulD8496oj3hJGeGkMcppGdtZxnG4VueU1vUxv3dbUGz+KFHR5KkRYLpeUqutpkpACSiB3EZARWduuyJ6PEoghwg8Wb6iGYlpYdciGCmCspCrK97sFoTPd6ZgjojS8yIOKTjPSzS0fnNvfCH+KUOCTT9uKDRf9w80Ai9uXKqI/UYE7JpFcahUtQZKyj6Y/1kE588nT+DArh3shnfGh2P3pvWo7eltxO3B3TtwWuopRplnyoanT50QIbqfWSyaEG7acLmkC3I8U/p3M35rwy8U1WzmBWNNvcBvr1+Q4x/53ka06h0GClCu12m1Z0ohSoHZJTIGtBQRqzT2S3k/0SyZVP8NPySkfbd9aMIGNO4YgPiIAeyOtXOiTQSxb+wKdI9egBXRI42/eWAoqjXxAlOKT4rHoLkr0G7kdKyKjoBjFHSXCFR+jSh46QbwE5gfxUWZcRJHDUCpym7ot2QDKtZ2N8KTa3U+39gLlpmGaZt1U0eCwrPnog14uccgLB/cHVyf06NHKPgNdmvJpLTm+SfRM1ECSiBfEFDRmS8uo56EEriSQMMWrxkn02MHD5h8IRGfjGRycfiPkhLxtUQvL/x+ToRoILhO54CJMWjWpr1py03TNn7gupwv1PfAN9KWPhoXi3+tayCa+KS2/VnEI/2W7dqYDC4O79UlEG37hlnuDFOKwD0iUguKKKYQfbBYcfzywwkc2p0acXTWkZHPhm/6mSoKUi7y/otES40jbfOZjElR+UDR4qBxzU43Eays5lqdllmRzTUiMo/sSRXO9LUMCkWjDgE4Kr7NS+eBi66zr71RdLK8ddk8E/2kuDy2N/1xFy1bERSeFKRPVnaD94BIdsHXMi1OEflRXLSZTv/tx5NGVJpKJxtGM928U8+ZIpOC88ejB520VJcSUAJKIPcRUNGZ+67J1RyRtlUC2SJAocmGFJmMZhYS8flUVTe6jLHMzEMi9h4uVoJZYw+l5VlPcWqcV7kpKPvKqMtBazpeprHZhoLzkPgoQstXqW6+QES/M/tFhK61IDzruR/6mLfsFxGhFyRqapXvF/Fp5e3Ti7L/MlXcUFb2WaZydfiEjgYF6aalcTKt3sJMt7NcIINz4VeJSj9fHTT39gF4qraH/fDmS0SBc1ca3/xB3cHPYJqCbEo97wZaSUnbT5ovnox/+JwnhabVgs9xXpJjt8qaKgEloARyMwEVnbn56uixKYEcIHDs4H48W/1FM5KbRCwHTYox+cKurni6WqrwTFoQa6bBY8eGm+c6TYPr2FQUQXtgV4pMt6dgrUzFW0MVTBNt3x3ej9MiCE+LcGQdP3/JSOSDIgp7jo3BY+Uq4bRMx2ck8tiH0c3DdpFQ5uljnWVlRUh+lfZ8Jn18fnPDkjhm01kZiT7SwZTG6fWLIlY/37werQeNxqsync4IJqfRralzRijZh/6LMhhO1J8AABAASURBVM3PCCaNEc9f5dxYZ9n62Gic+uoAmgWEonPUApw6csBUWZHTUiJYi5apgDUyNU8haSqdbJ6Qdoc/Xm+rYeTznkeK28qauVUEdL9KQAlkh4CKzuxQ0jZKIA8SKOTqao56tgjJc2f/gwbNvbA4Jgo+L1XG14f2w9O3g6nv0D8UOzaux1t1qpi0ff+sp8NNx0w23l2DzHOgI7u2wQfxsbaW/BTm4zLVHD8hAv2a10sXyXy1c6BMp+9AQMMqWL84DrWaeYEi1NZZMhSVfJGIz3N6dgrEqtlR5llOvkz0XB0PcIpdmtl+Grzph+MicGeGdMPkHm1Mvkba9LqtkWRe6RiIdydHmJeJxvo1RxmJdjIq+kwddywaOQCxA7tjWoAviokwPCGCkRHWT99PRLKIyZc7BOLLresxTyKYMwL5ktBxUHzKsLafJ2W8JBGUy0eFYEFoN9RslTpF7j1wNBaGdkfC6AGY1rEFKjdJ/aQlhefetYnYvnyebQxm6rYLwCaZik+KHIApreujXC138ywn69SUgBJQArmdwB25/QD1+PI2AT36W0fgyfKVMGfNJoycE49nJKLZa8RYzJJyhJTjt+61RTk927THgi27MXzWQryzeTeqSzT0KWm/bM8RMOUZtOoaiKW7jzCLobPiMWRmvMlXkojmol1HwNRb2sRLnhVPlKuIiUmbMGjGQpPSZ9mI+CQMiFmIcSs3YvhC5lPHqtXMG3N3HEHw9IWI/nA3mncOtLrY0sp1PdBj7HQ8LwKTAnTi+t14UURkX+nTbnDqc5K2xpKhOBz4ThJeEYHq3SsMAyRPX1mJgAZOXSgtUn84dT76g11wk7E6jpou0+upY9V93c+8QPRyhwBErN2FPrEr8YIIQ06n94lbiadecgcjnQOXbkDtVu3gKZHMoLRp9NSRU7dPytR5iLSp1coPnScvQEO/AFNRUfr3W/IRqjT2Qgfxv/haO+Nn+mb4NFSQeuNI2/A5zv5JO/FsIy+0nbgAniGjTc0Tz1VHmwmZT82bhrpRAkpACdxCAio6byF83bUSuNEE+HwmBae1H5atKXXLx5TPbFJgMmU5J6ygaxFwmp2p43gVRKxySt3Rz3J5qXPWh3U0ik0a87RyIiA5Nc98RsYIKC2jestfRqbZGeG0ykzvf7S4eb6TeXuj2KT4tHxPSl/7suW3T4uWqWjehrf3MarJ6fV7ZT/2/kelraPPqn9Cptntn+20/JoqgQwIqFsJ5AoCKjpzxWXQg1AC+ZvAQIls1vb0yt8nqWenBJSAElACmRJQ0ZkpHq3M9wRy+ARPn/4lh0fMH8Mx4plRZDN/nKGehRJQAkpACWRFQEVnVoS0XglcBYHFS5Zj3jvx2Lfvc1y69OdV9Lx5TVs8VzpbOzt/7qxpx68S/Xzy8leKjPMGbS7IPvmpSw7/8apErJwVdYX9cuoEDtm9tc62NPo/WZ3IbL4xvkyU1cl89kEi/vPDiayaab0SyNUE9OBuDwIqOm+P66xneRMJnDt3Dlu2bsOs2bFY/+EGnDhx8ibuPWd2tTQmCtZi8F8fOoDzck45M3Lmo/CrRBSe9q0oMGmW7/Sp4+DySFbZSrnW5vGv9lvFfJHuXftulufBZZOs5ZuybKwNlIASUAK3kICKzlsIPzu7pmBRO2mEW17g4HhNDx48jHffS7qO6KfjiJmXP/80BbT1KxJEKJ419qHkaecliuisN0Vl0sJY7NiQbKrZjovJf3NoPxjhrN/cGw8VK26rY+RzU1KCqTNO2XwrwpSWMCMK3x4+IJ7Un9MSIV0bH4tdG5PNEkqpXudbismDEsHkW+xsUauZl3mDvXwVN9Cadw40ZdbR9m5KxoeL48AIJ8t8mejFpt7MggJ0u0Q9aVa9qbDbnJGI6Webk5HyfiKYZxX7nfjqgClzYfjPt1xeE/OMRBNpXKdzy9I4MGUfGvNcw5NfJ+IYtP3S9+NlcaCfbSw7tjcFH8ZF42tJLR/Tr/fuwAbxfyMpy5ZxQfh9axNxcOvlY7HqmPJNduulIgrQrfOi8d2+HaxSUwJKQAnkKgIqOnPV5bjyYN4VwaKWZIRbXuBw5RVM9VjRT06/p3puzHZARx/MHDMC2z9ah/O/n0Ngq2Y4JuKRFiR5ikn7PXPdzjnSnr4NKxMQPSQYl0XnAfx08gRix44wUU/6ezata0TlNyIy3+7SBhSl7Du8iw9ihqX2DZf8gV0pRmSG+njighzHLhGIM98OZtMMjdPpLzVLFY0ZNkqr4Dqe20RUHheBGN5W9iGCmp/FXDox3LSIaNscxyXqSeP6nMZpt6HIjOrRxnxp6KL0jfTzNEKVgjM6wBdTxC7KcW9aEmfW6GRXrss5wa85VkRFGCEZN6i7+ewl61ZGR4BrdB7bk2IWgZ8Z6ItdIhQ5RlSH5jiWJjBnBfli95pEFCjsitXSZ1vaOpyrp0RgQ2w0h8IaydNMQTbzevvitx9P4IOpEdgsglJc6X6Sp40EP4XJReNXjRlg6ig8dybMM3ndKAElkAMEdIgcIaCiM0cw5vwgFSqWR8tXPdXyGIOM7oRSpUrilSaN0O4tn4ya5Ji/94gxCJs8A598uA41Gnigc/BgYw1beIMRT8cdDZwUA67V+bp/kBGRDxcrgaer1UA9iXA+Vc3N1nxjUgIqSbldvzDQnqrqhk1Jqc9QXhCBNnjmQrwldY192mO/iM6fJZLIpY/qSMSyy9AxqJ2FoORXiuyXQrLt2EmGUc3uY6aDa3M+VraiCMwD6Vpd/P0snqvjgdd6hYmFGkEJuz+/yBS9V69QeAWFod4bfuCySBScbPKHnEv/uBVo3CEAPacsABeDZ4STdVzPs1v0AjQPDAXTLRLJpJ/Gz1++PiiSWWNtI6aBPtrHy+YZoVrpJXe8NjASNV/zQ5UmXvhDjpOND0hU1CdiKur7BYCfwvxDjoF+WqMeoeCi8C1CIvGtQxSU9ZbxuU5GPF/wbgfv4VPxcJmKVpWmSkAJKIFcQUBFZ664DFceRBFXVxQvXkwtjzGA3R9XuYbVX6iKt0RoNn2lEZ58sqRd7Y3LPlmhkhmckcntHyVjoEQ/B4l9vjPF+O03pcpXxJwx4ejSpK6JaJ7P5NnNC1JXsnzq2ByjWn0PEZfbmQUXgy/oWsTkrQ19tT29EdG1DcIk4snpc6vOWXrh3Nl0Xyhy1sbycbrdyjtL3xociXdGhGBwy3pGkHJBePt2JcpVBEVmZDtP0OzryjxfXSKRl8+luIi3X0Wksk3pypdFONfpPHXkIN3GKFyZOSbCkIvBM08rKqKYIpjtWV4Q2h1j36hvIp6nJFL7tbS/79EStvU77y5cBC0HjGZTY1yv02Sy2DzTqCXuLlQE030aYLVEPC+lCdosumm1ElACSuCmEVDRedNQ645uFwL2Uc3q1auBv0DcqnN/5gU3jJoTb75K1Ck4zEQ+7Y8lanAw3CQaOnPNJrTvP9i+ymnemk5nJZ/hLFkuVYQWdHWlK52dPnkcjHLyy0QtuwTi3ZlROCgR0HSNrrFQ0EHg2g9DgfdA0RIY8e5GdJVo6D6Z2t+wJM6+CdbMjjLPgvKrRCHzklDAbjwrqml1OPPDcZsg5NiWn3lLSFo+plwA/ljadDrLv0rEl+mpIwfAiGfD9gHov2SDiXTeLfvlAvBfOzyDuSEudaqd/VjPNCtjpNO9xyB0i/8Ijz/nhneH9siqi9YrASWQbwjkjRNR0Zk3rpMeZR4hcLOjmplh4dQ6I500PtM5WQRmRpHMlA3JmDIkGN/YvQTEF4vsRWY9Ty98Ku1onD7fKNPtjHZmdAycXmeUky8WWSLxcYkwtnuhjNMuFarWwPeH9zutu1pnTHA37NucbOvm+DUiikw+y3lcIo2Jk8NxZM8OfLU79eWbMz+cQHxEiPhSsHZuqvjjtDoH2yLT5HyJ6OieFCyJGGA+g0m/vT1ZuTooNHetSYQRmsvj0rWjWN29NhEfxkbjNxGkFK6lnqsOPsf5gwhTpo4vE9mPn1HeeqaT4vOuwq54uHSFjJqqXwkoASVwSwio6Lwl2HWn+ZXArYxqkqlPt0Amxvjt9dDJM7B9wzosmj4Zrf2DwE9grth31NRzw+c5U2QK/guZeu/QPwzt+4XiJ4lQ8vvrFJx8s71+c288XKw4HipWAv0nxODTjcl4Pz4WfK6T31znOHVlGp0pjT4aF4T37RuGD6TtllUJCBoXA0t8sp2jccr8OzvRa9Xzs5g0q8xF5vnpS6v8YjNvMLJJ49vrnErn9PpXu1OwYXEc6r/RHmWruFnNTcrnOOnbKBHQ+2Vqu9OoabCEKafXKTI3LZ0HCtM37Z7TrN2qHShK14kYLS3isnlgqBmvWhMv3CfRVRa4/y5RC8Bo53oRlrVe80OtVn5gBJTPd24T4Uox6hsxDaVkDPZpEzGVCd6PHmmiqq3DU8vPN25p/Nww4vmsTKEzb2/03ftIcfBZznK13LH1nWj8JOK15dvT7JtpXgkoASVwywmo6Lzll0APQAnkHIE23YLSDfZMNTf0GjEWoZNmXDG1zoYUoYEjxqCjCM6npG2zNu1FYJZAyfIVETwxBhSf9UR0UnCyPV8k6v72GPQbH4MX6nnQZcxedFJs0lhRVdp0GTYGfJHI8s379AirrrAKVd1A0en47CfFKM3qwJeI7MsvNvUS0VncGPNsR1H6Wq8wtB0ciRpST5+9URhSeHYePd28SPRsHQ88U8fd1qTu637oKEK0ZVAoKECtCvZrIUKTLxHVljaW34jOR1OXlaKvWNmKaDUwEnyZqKoIUvpofHmIYrNpz1CUet4NDfwC6DZCs4n4Okyeb14m4nOdrHi+sRcTYxSdz9mVjVM21pJJ7MO81/BpaNgjFHypSKr1RwkoASWQGwiYY1DRaTDoRgkogdxAoHWfMCyeEH7LDoWi0l5k2h/I/UWLSzTzsrC0r9O8ElACSkAJZE1ARWfWjLSFElACN4kAo509x8bcpL1duRsKTkY3r6wBXpCIJc1Z3XX5tLMSUAJK4DYhoKLzNrnQeppKQAkoASWgBJSAEriVBHKz6LyVXHTfSiDfEuBLRYtjJt+w80uYGYUDu1KMRXTxue79jO3W5ooxkmZH4dDuK9cdvaJhmsN+yaSAmmXTvOmT6J6+5o319N6rK80I9L26Dpm03rs2EXybPZMmWqUElIASyFMEVHTmqculB6sEcj8Brs3JheFv5JHWbOoNfokou/vgN9azauvl8NJQVu1vdP3ete/C/stEN3p/GY+vNUpACSiBnCGgojNnOOooSiDXEjh/7iwienVF8+dKI7SjD7g8knWwzPd+3dN8kSiytz/YlnVLY6LQrnZldH+lLpinjzZvXDh6Nq2Lns3qgnn6uEj8O+IPFN8IiWwyysk1OlnHz2POHBYM//qVzVeJuHQS/bT48eHo16KusXWLYukytmhCOILFH9KiHlbOijI+xw2jnL+cOmHc80aEYHpwN3R7sSxiQro+XBZaAAAQAElEQVRd8cnL7asTzVeJJvdoY1J2SpwUjpCXq5ivEfHLRPSlvJ+IMzImbaxfc/R+qRymSPSTSySx3t5OfnUA0wN8EVynHGIkusl1O636pKgIDGtSFVEdm5tlk+jnEkkzg3wRLb4xr9cH1+mkn+lHcdGY0rEFRjathvjQ7iI0z2JPWpRz7ZQIE+1kxHPJ4O4Ib1Ae83u3xY9HUj/7mTw1AsuHdMf45tVw+OP1HFJNCSgBJZBrCajovI5Lo12VQF4gMGvMCDxcrAQWbd0DfpXo2MHUBdgpMEf18geXTOIXiUqWr2QWiOc6nUtnRGHa+5swdkkSvty53YhRLgr/zaH9iFychMhFSeAC8ZuSEnD+97Ng2nd8DPyHjQEFJz9pSTZcAokLwsds2IM2fcPwnky900+RyaWRxq3YhAExC7FucZxZLmn3pmQckqn5YPENXbASp0UEsr2j/XLqOC7Ifun/RETl83U9MCF5F4tg2WTSNlwyiWtwBk1daFuL88Lv5xC5bje4VNL7c6JMS4rPizLmpqVxKFPZDRO3HjbLKH1ht8i8aSibFSIsn67tjjGbD6N2Kz/MG9RdvKk/f8gYw9bsAtfn5Dqd9CZFR+Cl1/wQMGcl2o6cZj6BSf9vP5ww+TYR09BnyUfgF4r4NaLKjb3waJmKaNwz1KQUnBVquSPso0Oo7t0Oy0SAsv+PRw8yQQ/zFaLqJq8bJaAElEBuJXBHbj0wPS4loARyhsDnn6agc/BgFHItglIiLJv7tjcDc+F3+vg1osUS2aSTPgrUSlWrY4xEPik0uV4n230pYvAVn/ZmHJYpPK31OZ8oXxE0az1PjkUrWNgVjaUP81ynkwJ018Zk7Baj7z2JZG5dlYgHixYXsbldLAUerf2kXMIsJO/xph+bZWlcn5PLHVFcckH3rDrUfyN13DJV3K6IjHK9zpQ1iXh3coQRn3VeT21rjUlhykhn7TT/UyI+h4vItOqtdTnpt3xdJi9A0bIV8fGyOGOMfFp1XLvzvkeLg+tsvtJzEA5uTR+xpIj9z48n8duPJ7B5XjR+PHoA/5Gy1f8Fbz/Tl/0t322W6ukqASWQRwio6MwjF0oPUwlcKwFGNDPrywXiLQsYPsY0HT47HvWbe4OfwvSrU0WinSlglDOrsUxnu82DEmG1KxohaZUfL1cJFUT00V7tHITK9TzACKn9V4sKiFC22meUlkv7qk9G9c78XBrJmZ8+RjmDY1eC+54zsDumyTQ6/ZZdlCiplXeW3pf2ZSJ7EThfps2XjQoxzfl1oj/OnzN5brjoO1OafR+WaX+k7e+J59xgme+E+WYanvVqSkAJKIG8QkBFZ165UtdynNpHCQiBp19ww4crEiSX+sPnOJl7uFhxMxVeSqKUFJ30zR0bDk6vTxkSDH6JiFHOF+q545vD+/FCfQ8zjc52tHF9/bEmPpbZDI3T698ePmDqKSgZ5UyNeFaSqfPj4LqctPdmTTZRTgrPj1ddPtY9Mt1uOufA5pcMpuodh147NxpnfjiOxh0CzFeJOO1u3+Z+iUqybD3H+atMkY96vb4tYsqoJevtbb9EL9+SKXQKzmN70r91v2fNu7amnyyfZ6bTbQ7JUJTeVchVcsATz1c3XxpKigwx0U3j1I0SUAJKII8QUNGZRy6UHqYSuFYCPt2CwOc6g15vhta1nsdPJ46boTiN3qF/KPgiUVhHH0SL0HzDPxD0s0H/NzwxtJMPfj55AvU8vY2dP3cOwW96IqS1p/Fb0+ts78w4bT6yiw9GdvVBn+Z10ah1exPtfLVLIPgC0mh/Hwxp42m61mrmDUY9T8v+glvUxdu+ntibQ6KTU+8zQ/xtLxKZHWawKSORU06tM8oZHxGCRiI+HZu2CArFkpEDzEtEE9s3h0f7AHAfju2scpXGLcEXifgSEQUov5VuTbFf/P0swptWw7SOLbAhNtp8BpP9SorA5ItE+9YmokXIaKwQoTm/d1vM7+2LOu0C2EQtjxDQw1QCSiCVgIrOVA66VQL5lsCT5Sth8cd7ETRiDBZJOmvtZrzpH2TO17NNe0xcmoQ3uwUh5v1NqC7RTFb0lGn2YbMXgilfJirkWsQ8yzlmcRL6T5iOfuOnm5eJOBVeqaobhsyMZzdj3iIoGc2kTUzahBkb98C372DwZaKWUsdG7DciPgmdho5B4LjpGBCT2p/+YQuTwBeJ+k9fCMvYx948OwWivEzN09dH2jGlNRN/UzHm7a1L5HS0HTwGfOYzettXtqqyld0QOGUh+CdgygLzDGcZ8fWPW2kinUwdn+lk22pNvDBo2QYjNvk8J8v0d41awMRmfJaThVYDI9E2YjoC565A58kL0H/JBhQtU5FVaBoQin5LPoLXwNEYtHqnLdJZzy8Arw4Yjecae6HCS+4IWrTBiM0ASZ8VHzv7yjT7E89VZ1ZNCSgBJZDrCajozPWXKD8foJ7bzSRA8elsfxSU1vS6fT39Dzk8k8l6+mjMZ9f4ApGztg8WLWFeGnKso58C1NF/PWUKzqvpn9lzn9Y4pUWgWvmsUk67O3tmk/3ofzRNhLJsmaOP0+tWnaZKQAkogbxGQEVnXrtierxKQAnkGwJcGqlomQr55nz0RPIoAT1sJXCTCKjovEmgdTdKQAkoAUcCmUU/HdtqWQkoASWQ1wmo6MzrV1CP/0YS0LFvEYHTp47j41WJTvfOt+BZsW11IrL7Rjrb3yjji0DW2Fy/c+uyOKuoqRJQAkpACdgRUNFpB0OzSkAJ5A4Cv5w8gW2rE644GH4W8/uvUpdg2rYqQURn6pv4VzS8SY7k2GhQaFq7K1a2InatSQSXUbJ8mioBJXC9BLR/fiGgojO/XEk9DyWQywgc2JWCxJlR2JKUYBZ95+ExgknbKoKRn8K0opas45qeyYtiwbU5L/x+lq50xraMbH5/+ICIzROmjuUPF8eZT1/aRxyPizBdPTsK+zYn29bPNB3SNmdOnQDX3/xM6jcuiQPLaVUmz09h7ng/0eTpZ9szP6Tuk2UKzVNHD0n9cZw8ciCdyHyplR/Wz039tCbbqikBJaAElEAqARWdqRx0qwTyJIHcetDzx4cjccZkPFS0OA6I+Jz5drA51C1JiQjz8cR3hw6AIjOqv7/xH5Q2kf4+uPD7OezemIw5ae1NZdqGdRSsFJ1M6V46MdyIyk9ExE4P7kaXEZoTu7cx+c82rcektLxxpG1S3k9AZLvmOLInxazdGennacah+BzTvrmIyRNGlE4J8AXFJiOX/DIRhe2nEslcMpJfF/qfEZsUoGdOXY64Vm3ihWN7d6TtSRMloASUgBKwCKjotEhoqgSUQI4R4HJHvcfHoLantzEu+G4NXruZN3z6hoFrdB7anSrOGPn06ROGFp0D0XHoGHi0bm81t6VcaL58FTfUbOZlW6OT63LS/MdMx1d7Usf6aHEc3hocCa7X2VZSDsDIJ1N7K16mAryCwuAbFgkuj8RoZopEN91ENLYMCgXtmdru+FR8T0tKixvYHevmRuONQZEoWroCuGQS1+hkaj828384idbSr6YElEC+I6AnlE0CKjqzCUqbKQElkH0CT5SriBnDgtHbsy7WxsdKBPPydPnj5VMXRbcfjZHLx8pVsrn4ZSJbIZPMY7IfVlPkMqVRYHJqnRFOGusunru8f7ahPVvXg0k6Y8Ty8y3rMaWnrzEKUavBq4GhOCoRTIpPPrtp+Z2lfCud0+7O6tSnBJSAErhdCajovF2vvJ63EriBBCb264bGPu0xMWkTvLoGpdvTQ0VLpCuz8KD4KDyZp313eD+TazIuAs8oZ69pC0Fze8Ub98v42RmM7Rjd7DllAWiNOwagTOXqputimVKv1qSliXxySt04M9hwOv6+R688zwyaq1sJKAElcFsQUNF5W1xmPUklcHMJcCr820P7zUtEMyXiefrUCdvLRM6OpEo9DyyaEI6PVyUYWzErylkz49uzMdn2IpFxOGzKyRQ8I51f7U7B9tWJSJgcjoKurg6tnBfdXvFCyppEMNpJi48YYBp+Kj5GPVtItPPN0EjEDepungFl5U6po8gMqVOORWMsM9ppCrpRAkpACdxiArll9yo6c8uV0ONQAvmIQJ/xMeZFoW8PH4Bv3zB0HhppptgrVnXDg8WK286Uz3CyUKWuB1r3CQNfKDotAjVgbAxqNvVmVTqrLO0u/n4Op08dR81m3njALoLZVKKSbMwoZ4M32hvBefyr/QiauhAFChdhlc3KVHaTCKabrezGaKhEJu8vWhydRk3DERGsn29ONs918nlNTs+/OSjSjMPp9Zc7BJilkp56yd34zsjxWINxyaSqjVtaRU2VgBJQAkogjYCKzjQQmigBJZBzBPhMZ5dhY4zgpNDky0OcQq9A0WknFF/tHGjbKYUnXyKiEC0v7Wo187LVWRk+w9l+SKR5kahmUy8RnZcFLF8ostrVkDq+RPRarzBwut3yW2lZiYbSgFSPm0Q4KThZoiDlS0Q+EtHkVDt9dV73My8bMU+r1sTLvETEZzubS/STwjRy82FWmXU63TtcPi/j1I0SUAJKQAlARafeBEpACSiBHCLAafUnJYqqU+s5BFSHUQJKIF8RyFB05quz1JNRAkpACdwEAhSb7u0DbsKedBdKQAkogbxHQEVn3rtmesRKQAncPgT0TJWAElAC+YaAis58cyn1RJSAElACSkAJKAElkHsJ5F3RmXuZ6pEpASWgBJSAElACSkAJOBBQ0ekARItKQAkoASWQfQLaUgkoASWQXQIqOrNLStspgRwksP3XvzHxyCVMOnqlTRafo0WJz96ij10CbYqkjjZVfMa+voSpaTZNUnubLmVHi/nmEmgzJHW0meKzt1nfXoKjzRafvc2RsmVzv7sEe4uVsqPFic/e5n3/JzKyd6SONl9Smx3/E/PFFjjYQik7Wrz4jJ34E/EOtkjK9rb45J+wbInk7W2plB1tmfiMnfoTyxxsuZTtLeHUX7AsUfLGfvgLiWLvptl7klq2QvL2tvLHv+BoSeKjrZLU0VaLz9hPf2G12Pt2tkby9rZWyrQPJLXZz3/hzF//y8G/CTqUElACtxMBFZ037GrrwErAOYEWxf4PjR75N+75P5d0dq+U7e2+u1zgaPeLz94ekLJlD97tAnt7SMqO9rD4jBVwwcNijxS4A5Y9Knl7KyplmxW8A0XFijlYcSk7WolCd4D2mKSO9rj47O2JwnfA0UqKLyMrJXXGXO9AKbEn7ay05O2tjJSNFbkDZdKsrKQZWbkid8LYPZKKlU+zCpI6WkXxGbv3TlRMs0qS2ttTUs7Inr7vTjjaM+KjPSupvT13/52w7HnJ0ypL6mhVxEerKqmxB+5EVbFqTuwF8dGqS+pobg/eiVT7l6T/Qo0HL9uLkg8scxdKynV0fnerVwkoASWQMYE7Mq7SGiWgBG4EgXoP/QvDKhZQUwZ59h4oKb9s3Ii/GzdkTB1UCSiBXENARWeuuRR6IEpAlVMVTgAAEABJREFUCSgBJaAElIASyL8EVHTm32ub1ZlpvRJQAkpACSgBJaAEbhoBFZ03DbXuSAkoASWgBJSAIwEtK4Hbh4CKztvnWuuZKgEloASUgBJQAkrglhFQ0XnL0OuOsyKg9UpACSgBJaAElED+IaCiM/9cSz0TJaAElIASUAI5TUDHUwI5RkBFZ46h1IGUgBJQAkpACSgBJaAEMiKgojMjMupXAlkR0HoloASUgBJQAkog2wRUdGYblTZUAkpACSgBJaAEchsBPZ68Q0BFZ965VnqkSkAJKAEloASUgBLIswRUdObZS6cHrgSyIqD1SkAJKAEloARyDwEVnbnnWuiRKAEloASUgBJQAvmNgJ6PjYCKThsKzSgBJaAElIASUAJKQAncKAIqOm8UWR1XCSiBrAhovRJQAkpACdxGBFR03kYXW09VCSgBJaAElIASUALpCdy8Up4UnX/++efNI5RDe+Ix//jDD/jf//6XQyPqMEpACSgBJaAElIASyDsEcp3ojJo0CaWfKHmFde7Q0VAdGR6Oqs89j2++/tqUc8Omb6/e5nhXvPee08Oh0Azo0QM13Wrg4sWLTtvQmdU4bGNvX3z+OaZGT7F32fITxo3HgQMHbOX8mCEvntfbQ4bi3LlzzF6z/fbrrwgfPvya+9+Mjryes2fNuhm7uup9WNfiqjvm8g7Xc3g5weRWX/NrOYe1a9Zg/brk60GnfZWAEsinBHKd6LQ4P/DAA2jW3NNmL1R/wVTRf9999+Huu+825bywmTE9Rv8RvoEXql9IMAoXLnzVe5gza7atzz333oveffvayprJGQL/+c9/sHzpspwZ7BaPktPnktPj3WI8tt03aNgQderVtZU1owSUgBKwCFyj6LS637i0TNmymBwdbbMu/v5mZ75vvYWVq1fhoYceMmVrc/bsWTBaZRn99nmWGQ2j77///S8uXbpk2v/xxx+swokTJ9JNfTMieezYMfz111+m/lo3n2zbhgnjx8PFxeVah8ixfjzvHBtMBspsvMzqGPmV7rYfx3JGfTPyFypUKEu+zvru//JL2zG4uLiA49gcaRln/VjleMz0ZWSOYziW7ftlVpeddjwumn3bq8k72z/Hozkb559//nHmtvl++eUX/Pjjj7ayfcbZvuzrmc9OG7azLLPjyawus/1Y557ZuVj7Z5rRfhz3kdF4ju04Ju1q/dZxs69lGY1h1VtpRufAMWlWOyu1H/f//u//QLPqMkvt+2XWTuuUgBLIHwRyrejkP8irk1bBsk937DDEQ/r1R9XnK2Pnzl2mzGhVtcpVUPmZZ42fddWrpUZFa9d6CTTTUDbt275l2hz//nskLk8weUYhe3brjjo1a8n06ghpBYwZHYnnnnoajRq6o8qzz2HxokXGf7UbPsMZ2LMnOnTogAIFC15t9xxr/9NPP6G/RPEGhQxAn6BemDZlqhHYfJTh1zNnbPtZsngxdqSkcqZzz+7deDcxkdl0FjpgoGE0MCQEXTt3xqGDB231jGrxnLmvoIAAHD161NQxnRcbi3fmzUNI//7CejgGh4ZibGQkwgYOQq/AQJw/fx6jI0aC4/p36WKbMk9YthyRo0aDj1bw2pgB7Tb0/f7773jv3XfBqXYa9/9aSy/wP8+J4ydgwrhxoI9tjh8/LuXx2L9/v0nXvP8+fvvtN8mPM6PyF43RI0ehX5++5ljCBg2yHQuPednSpQju1w/du/pj1cok08fZJnbOXJDBsCFDbI9BOB4L+y1aGI+F8xeAU5nBcn9z3/Q7s2NHjmL4sLfNsbL93j17TTMKAZ5j106d0aVjJ0yeOMn4HTfcF6dsLf/uXbvMOfCXNnIbPnSYuVf4S1dmY+789FMEdO8B3gu8p+zvAWtscoqdMwcfb90ixzveMM6MrdXPSnl/hg8fYVh/+cUXOHzoEBa8M9+qNimPmRleW14n3kvt27UDz5N+2putXjf32oDgYLCOx04/Lbv3K/99cTwX9rc3juuMya6dOzEqPAJj5B7u17sPLsh97oxNRvd5RtfcjOswLo+H9/iIt4eba8M8fZzybufbFkE9A8x9xr9r9DtaRueQ0b3g7L75cP16bNq40Qy9dcsW8LqQu88bb4LnzWuT3fvdDKIbJaAE8g2BXCs6j3z1FSheLJsZM+MK6PzPk0KkTJky+GB9MjwavWzajIgIN2l2NquTkvD5Z5+harVqeOqpp8B/+GdMn44WLV/Fvi+/QIdOnTB4UCjso2LZGffvv/9GDxGzpUuXQX+Z/s1On2tp89GH621Ci/8BW7Z50ybbcEPCwtCnbz+MHjsGEyZPwj333IPly5ahqaen+U/Aarjt44+xetVlEbV82XI0atTIqralO+U/0bYScY4cOxa08WNTxRr7MzocNWWK2Vf4yJEYOSIcfInqvxIR+2DtWtSvXx9jRAAG9e6NnZ/uRPuOHRExehR827aFb2sfKXcwY7b08gJFMHfapOkrCBk4AGEi3k6dPAkrOs062sULF4yIfrVlSwwd/raxuwsUwHC5D+6880507eaPfiI4uJ91az9AiRIl0KdfX1SqVMmkTV55BTIALsg4HG9KVDRqvFgD4yaMN8fi4+trzoN1Z345g6JFi2KsRK+nzYjBwgXzjbBlnb1t3rjJjMdo/fDwcPQI6GmqHY+FzkuX/gB/MRg/aaLZJ4UZ70nWORqnZEMHh5nziRw3FlGTJuEfudeSVq5EgQIFMXPObMyaO8cwcvZcHffF9ta4f/31t7k+WzZthpuc87ARw80533XXXchoTP5C+E7cPEyMmmyuM++pJ0uXtoa0pa1ef12uZ0fUeqm24XzvvfciM7a2jpI5ffo0fj3zK4YMG2rulwoVKuAfmaH4Q1hJte3n/IXzJs97gvfbqDGRmCO/3OzbuxfbP/nE1BUrVgwjIiLMNYueOjVVAP/6K67mft287eMrzsUMnrbJjElFuc8GhoViQOgg8+/MTvmF2RmbjO7zjK65s3F5OLzug4cOwcjI0fCUv+Pfyy/Z7yYkYp7cq9HTpqL5qy0wUe5ftrW3zM4ho3vB2X3D+/evP/8ys0kL5s8Hr0us/LLJvzeNGjcWf/bvd/vj07wSUAJ5n0CuFZ3lypfHjFmzbNY97T9te+ScKme5tIhOTseXTvuPr0CBAnRnyxjhWrPuAyxNWA6v17zB39LZ8cCX++HfuQs+lt/UOQW0Wf5Tpj+7tnTxEjBSSNHTRwTWJZnOZ9+lEk1kmlPWoKG7EVmW2LLSOnVTn6ni1GaxYsVRtFhR2y59fNuAooi8vj72NXh+FPDPPPss/v77HyOW2M+1cGEUlKlrW8e0zNNPP20bj0KCAoVVjEp38e/KrDFXV1fUrFULX6ZNY9d48UU89vjjtrpnnn0GDz74oClXrlwZPJ5HHn3UlNmWx8ZCQYkS/3DqFN5fvRrff/ddlo88MLpTrnw5UFSyfwERoPwlhlGWixcv0JWpsW09EcdWI45DccOoKZ8lfql2basKZPazRJJtjrTMBx98gLf82qWVLicZHYvHyx62RjVr1bRFiG3OtEzlqlXAe4rFf/3rX3j6mafxrTDh9fz11zNGUE0YN16u4Xl8/U32X7arW78eKEySP1hnHlW44447zD3ibExGryhcuH8eB+3f//43kywtM7b2nXlf8JeVd+LizMt3d8q52tc75l1cLj++wmPv3rMHPliz1jRzcblcx2d/X/Vqie3bt5tZlKu5X81gGWwyY8L7lxFB/huya+dO/Jn2b4HjUGzn7D7P6JqzvbNxq9dwA6PlnGkhN4prTnfzvqDxGCjqHfef2TlkdH85u2+scSk+7R+DeviRR2DtN7v3uzWWpkpACeQPArlWdPJlIXf5j9gyihJH5G41ash/7H4SnVyGhvXqI2badLxQvTrcPS7/B86ozv/Slin6W6JtjmN4t2qVTlhZ/6FTWPh374Y+/fthfvxCNG7S2LFrpuXCroXBY770xx848f1x/E+iNOzw66+/MTHRpYuZvMluGuXAhkLpX/+6M91ILi4usJjUb9gAGz76SARHAhgpbPJKEzAiySmwN1q3Ttcvo0KBggVMVeq+/mXy1ubf//4XGPVg2RKnzDsa/3O8487LtyPFgcWMb+ivW7cONWvWxHMiTh372pcpajhF+GbasfOY+ss0OaM9ns2b46GHH7Zv7jTv4nJZpFgN7hARZjGzfEx5nIzAMW9vvO7WvWT5s3sshQu74r///Nfqlml67tzv5llUsgseMACM4NLeHjECnbt0uaKvi4uL+cXCsaKw/IIxNWY6fvvPb2YKlvUZjcmoNeuvxVxcss+WkWn+QskpYQooF7iYqG529st7zdn1Yl+rjtfDXjizLrv3K9vaW2ZMNm7YIBHeKDxZ+knbbAyc/MnufW5d84zGfatdO7R643WMk5kItvnXnf/Cmz6tbfdGn379MCkq6oojyOwcMroXnN031sCsu++++zBr5kzwlwf+EvHkk09a1ba08FXc77ZOmlECSiBPErj8v3wePHwKgVKlSoJp6zY+YMRy8bKlYASAp1O8eHGZyrmEJYsWYf4774BLDNFvbwUK3G1fRBOZyqWDv/X/W6I3jHJxmu8zmYKnP7vWvEULLH/vXZvdLdE29u0qU70Uwh71G6CeTDveaOFZTKYWGTFkRJf7p61etUrE+QvMoqG7O9a8vwacwmN0qaZEJhnVOHHiOEo9Wcq0ye6GYn+hTKdZ7fmfzNYtWyUa+Izluqb06JEj4H+k9953nwimvzIcg9PjjOQMCguzteGzhuUrVkD9Bg1k+rmATQCzwT///QeMxjBvb7xv+Kyj5fteIon8j9tRoFj1ztIXRSCvXLEiXVVmx5KuYTYLJ0+exHfffotHJILUoGFDzIuNS9eT9ekcUmCkmZEvyZofawqaBZ4fp33Ly1T2wQMHkdGYNV96yTwTzfuY/WgZCTwXEYoX7aLLV8u2luyLf2f4TGKJx0rA/nhTJFrJfTszRrVfbtzoiioKzQ+T16OG/MJ6tfer47nYD54Zk5XvrcDA0FDzWAf3b/VzHC879zmvqXXNMxqX43PWYOTo0UhasRL8O81nVzmjwTraiRMnmKSzzM4ho3uBAzjeN/RZ9kJ1NxS4uwAYIOCUv+V3lvIe4i+MzurUpwSUQP4gkKdFJy8Bp4M5dT1p/AQEBQSah+cZFWEdnwMsLBGc0IGDsGnDRpSvUJ7uTO2Vpk3NdDWfseMLCHwxafrUqShZsmSm/a6q0sUFjLZwyssxGnZV42SzcdiQweBzqXy5gC/xfLZ3H7gKALtz/6VKlYK7e2p0mAL+sccfAzmw/mrMXSLT7M+XgiIk0hbYsyd6BgagQJrgvpqx7NtSKPHZxSlRUaCAprB0JhaHDh5sppXHjo60PedaUs7t4P4D5uUpjvHdd9+aX0A4vofHyxg2ZCiGDR7Cos2C+vRGwvIE8L55W+q5v4Fhobb67GT4qMaxo0fNSxvhw4ebl6CMmGpPd3gAAAlWSURBVMvgWLIzJu/lPbt2mxeJ+HJGxPAR4HOr7Nu4SROcP/87Anv0NPviNTguEXbW2VvdevVw+PAh85IUX0T666/UDy3wF41giYDxGelTp06idJnSyGjMR0Tkvunjg84dO5l9kd8R+cXAfj9W/omST+Cbr78B770tm7cgu2z5shePjy/gLIpfZAQwz5+PXXDNXr7AtP/L/dZu8Nfff4E+vnDG+45tKbbYgGKfzzXzJbXu/v7gL6j33X8/rvZ+dTwXjm1ZZkwaergjXK7V9KnTsFUYLJNfjPlineN4zu5z/juR0TXPaNyBwSGyv+Hmvn6lWVMULVYUTZs1A7nx+pIr/z20jt1KMzuHjO4FZ/eNNR7TgwcP4P/u+j/8+ONP+NXupUXWORpFMV8Ic/RrWQkogfxDINeJzsBevXD0228Qv2SxU8pTpk8z9W413MBnpMbIb/OcxuYLP3yhiG+aDw5NjXTVb9AAu/btxd4vPsfs2LlYvXat6fv4E0+Y/3i4n0DZn+OOGFXbsXsXdu7ZbV4mWrV2DZ597jnHZrYyXwDhWC1efdXmc8x8vv9Ls29GYSn01iSvw4Ytm0HhabXNzjhWW6ZPP/OM7QUVlu2NU6wVK1Y0ridKlgRfIOglYipi1ChQQPEYTKVsOnftggbuDSWX+tNdxKL9M42p3stbHuflEsyLHla5c9eumDBpkojNQMTItJrFrWy5cujarZvVzKRjxo0zqbWxL/P4+CIE63r37WNe6OoREGCuY9jgMDAKbR0Hn2Pl86N8uSdOIq0sW0bebNe23VvgtZ4fHw++BMVxm3o2wyARk2FDh4BRVL6oRD/7RIwaaV5i4UtgfGHmgQceYBU4lsmkbTgmo3dpRVvi4uIiY4chctxYs99BEn3lObG/47H4degAXkurM+9tilarbKWPPfYYOAXeL7i/eamKeft981gmTp4EXj9On1Z3q251taU8BtbxF5GxE8abF5K4rzr16oKRMY7BFz/Il51YdjZmnbp1MHdeHLp1744hbw8zy5ixvaPxlxDee4G9glC7Tm0zC5ERW/u+fNlr3MQJ6NazB/hCFwUZ63kPTY6OMvts37GD7d7797/+jXC5Zp26dDZTx2TK9jSK/aHDhoHLrvE5cUah6addzf3qeC7sb28ZMaHg433UWf6e8ZEB8mck0nE8Z/c5p6N5nZ1d84zG5ctUAUFBhkdDmcngMVJgz4mLNdeLXPlcN/2OltE5sJ2ze8HZfUOByv3xxaQ777gTnLY/c+YXTImeAq7owGvj7H6/8847se6jD7mrm2m6LyWgBG4igVwnOq/m3Ldt3WqmR+vL1KL3a97gb/X8h9x+DE79UJDY+7KbZzSEEZPstr+advwHlsd2NX2uty05ONsnhS+PxxqfL8u4uLhYxatOeQ34hvxVd8ykA6+Di4uLEel8/jOTpk6reO6soKBkahnX5nTGhPWMMjl7kYp12TWOXaRIkXTNMzqWdI0yKfAceI2cNSGbe++911lVOh/b8DrZO3ms5GzvYz6zMfl3xHEc9rE3FxcXs2KCvS87bF1cXMDjtO/HPK8J+zNvby4uLuAvB86Oh+dw/wP32ze35dk+u/eri8uV52IbKC3jjAmvF/m6uLiki/y7uKQfj/xdXK68zzO65hmNy/Nxcbny7zCPzcXlSn/aodsStiMXmyMtQ46O14TnxeNOa2JLVq1MndpnVPzVli0xKHQQuOyVrYFmlIASuO0I3JGXz7hrN394tmiO2LlzzYtEwX37oU7duiYKAv1zfQS0txJQAkrgOgi8IlP6fJaej1+EDx+OQQMHwq9D++sYUbsqASWQ1wnkadHJ38Y5VcVp8MPHjuLzA/vBKSROzeX1C6PHrwSUQPYJ8DGGjFpnVpdRH/VfPwEul8RHKbj2a+jgwWb9Vz7qcP0j314j6NkqgfxEIE+LTvsL4WwqyL5e80pACeRfApzizejsMqvLqI/6c5aAi4tLzg6ooykBJZAnCeQb0Zkn6etBXwcB7aoElIASUAJKQAnkJQIqOvPS1dJjVQJKQAkoASWQmwjosSiBqyCgovMqYGlTJaAElIASUAJKQAkogWsjoKLz2rhpLyWQFQGtVwJKQAkoASWgBOwIqOi0g6FZJaAElIASUAJKID8R0HPJTQRUdOamq6HHogSUgBJQAkpACSiBfEpARWc+vbB6WkogKwJarwSUgBJQAkrgZhJQ0Xkzaeu+lIASUAJKQAkoASVwmcBtlVPReVtdbj1ZJaAElIASUAJKQAncGgIqOm8Nd92rElACWRHQeiWgBJSAEshXBFR05qvLqSejBJSAElACSkAJKIGcI5CTI6nozEmaOpYSUAJKQAkoASWgBJSAUwIqOp1iUacSUAJKICsCWq8ElIASUAJXQ0BF59XQ0rZKQAkoASWgBJSAElAC10TghojOazoS7aQElIASUAJKQAkoASWQbwmo6My3l1ZPTAkogducgJ6+ElACSiBXEVDRmasuhx6MElACSkAJKAEloATyJ4HbU3Tmz2upZ6UElIASUAJKQAkogVxLQEVnrr00emBKQAkogfxNQM9OCSiB24uAis7b63rr2SoBJaAElIASUAJK4JYQUNF5S7BntVOtVwJKQAkoASWgBJRA/iKgojN/XU89GyWgBJSAEsgpAjqOElACOUpARWeO4tTBlIASUAJKQAkoASWgBJwRUNHpjIr6siKg9UpACSgBJaAElIASuCoCKjqvCpc2VgJKQAkoASWQWwjocSiBvEVARWfeul56tEpACSgBJaAElIASyJMEVHTmycumB50VAa1XAkpACSgBJaAEchcBFZ2563ro0SgBJaAElIASyC8E9DyUQDoCKjrT4dCCElACSkAJKAEloASUwI0goKLzRlDVMZVAVgS0XgkoASWgBJTAbUZARedtdsH1dJWAElACSkAJKIFUArq9uQRUdN5c3ro3JaAElIASUAJKQAnclgRUdN6Wl11PWglkRUDrlYASUAJKQAnkLAEVnTnLU0dTAkpACSgBJaAElEDOEMhno6jozGcXVE9HCSgBJaAElIASUAK5kYCKztx4VfSYlIASyIqA1isBJaAElEAeI6CiM49dMD1cJaAElIASUAJKQAnkDgJXdxQqOq+Ol7ZWAkpACSgBJaAElIASuAYCKjqvAZp2UQJKQAlkRUDrlYASUAJKID2B/wcAAP//QO+1oQAAAAZJREFUAwCiLDB2BnfnngAAAABJRU5ErkJggg==" id="122" name="Google Shape;122;p5"/>
          <p:cNvSpPr/>
          <p:nvPr/>
        </p:nvSpPr>
        <p:spPr>
          <a:xfrm>
            <a:off x="307975" y="236538"/>
            <a:ext cx="1371600"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data:image/png;base64,iVBORw0KGgoAAAANSUhEUgAAAp0AAAHbCAYAAACJPCHSAAAQAElEQVR4Aex9B3xVxdb9evp9T1piByFRQWkJIJ1goyihCAFJQDSAhF4TmgSE0IMQkJbQW4JApCUIoQcpIkqQKprQFU1AsLwnoYi+9//+e829J9xcEgJISdn8WGdm9uyZc846XO66e8p54P/0jzKgDCgDyoAyoAwoA8qAMnCXGXgA+kcZUAaUAWXgPjOgp1cGlAFlIPczoKIz9z9jvUNl4KYY2P7zf/CP2H8psgEHfBY39dDUSRlQBpSBHMRAthedOYhLvVRlIFcwcLqBK76r74pTdpz0dsUJO45LeqyeK4gjkia97goiUdJvX3PFYTu+ruuKQ3VdDA7UccF+O/bWdsFXduyRNKGWC4jdkn75qgt22bHzFRd8ZseOl12w3Y5tLxfC1pds+FTSLS8WAhEv6aaahbDRjg1ehbDejnWSrq1RCERcjYJYY8fq6gWxqpoNsZLGCFZWLQhiuaTLqhQEsVTSj+2IrlwAS+xYVKkAPrIjqmIBLBDMt2PuCwUwx45ZFQpgph0zJJ1WvgCICEmnlisAYkq5/JgsmOiZH88X0P+Wc8UHSW9CGVAGrmNA/3e7jhI1KAPKgDKgDDgxoEVlQBlQBv42Ayo6/zaF2oEyoAwoA8qAMqAMKAPKQFYMqOjMiqGs6rVeGVAGlAFlQBlQBpQBZSBLBlR0ZkmROigDyoAyoAxkdwb0+pQBZSD7M6CiM/s/I71CZUAZUAaUAWVAGVAGcjwDKjpz/CPM6ga0XhlQBpQBZUAZUAaUgfvPgIrO+/8M9AqUAWVAGVAGcjsDen/KgDIAFZ36j0AZUAbuCAOH9ybgG4FjZ+fPJGPbmhhH023lfzmbfFvtbqbRbz+l4KsNsTfjqj7KgDKgDCgDf4MBFZ1/gzxtekcY0E5yCQOHv9oNwvF2zp9JuSOic/7IYMdu72j+XyJo965X0XlHSdXOlAFlQBnIgAEVnRmQoiZlQBm48wxcSr2AddGRWDE7HN8fTUo7wWWxbxD7RsHpY9fslsPna2Pwy9kUrJ4bbpmwa20s1kj56P6ENNuX62Lxq/jtlnTbsiiTT6t0yqQcT8LGBREmwnnlYmq62m93bsGWyAjss0c/Tx1MwHcCy2lrVISVxfcH9xgc2hiL05LfE7MQX0v+j4sX0nw0owzkDAb0KpWBu8+Ais67z7GeQRlQBoSBsL7djNgs6OKCGcOD8bMMvVNwDnzHR/Ip4gF80MUfzsLzmdKeKFDIFWWqeBmfCd1b48COeDxd2gPLJofioORZ8eW6GEzu0VrEZjKSRVRO7cm8rV/WWzhxIAERvdqYIsXnJ+FjTJ6HNZLfHBmOR59yQ+LnW7A2Ygzyy7nXScr6f8lQ/LaoaTh7wiaOd6+MAgXmwU2rsHxoD5M/JPm14wfRXaEMKAPKgDLgwICKTgcyNKsMZMSA2u4MAz/LUHvxMh6o7eOHAZNmmk53xMXAs6oX3n0vBA3926NN/xDsFJuptB+eEXFZQIRqWfH7QSKhRK8JM1G5tjeadgrCmnnXIqAt+w5BY7G1DQnDC7Xq4evP4u29XEv2SCTUt/cQNOwQiDeDhqB6I9+0ys9XLkTABzNRVWxNAodgl5SLlvTAldRUIyi/k4jnI0WKIUkEKRv9JOKz7Cv1mEX9noNRq10gWo6ejh8k6mmMelAGlAFlQBlIY0BFZxoVmlEGlIE7zQCH1K0+e40aj8S9CejVuLYZYi/g4opLIuYS9yVgtEQ4QwWfOQlOq62VXpGheIpQq1xaop/Jx49YRbBsFSrW8sZxGX4PfKkUgl62gXVcOPRYUTdmDUpWrmHSKzIknq+gi4ly0sBo5yNF3ExU0/PVekiUYfckwRsiRr87sAdHRHgWr+RFV4NHnnI3ab5Crrh6Kf2QvanQgzKgDPwdBrRtLmBARWcueIh6C8pAdmCgoIsrvjuamO5SErbGo3gZTxGXtjmOAybNwrR1O0x5Q3QUCrq4SL0Hhs6JRoigzXtD8axENtN14lRgpNMy/SjD6I/LULhVPiYi08ofl2F0d+kr4ovjCN9lA+seE/8rInaZJyhCmXIY/Q8RixxCZ5nD5v8+lwJGOqtI5JPD7RxW95DI5r9/SsaBjbGwopz0VygDyoAyoAzcmAEVnTfmR2uVgezPQDa5wnrN/HD4qwTMGz/abJ0UtyQSCdviUbepn4hLV0wbFmwWEp0+mgQOtT8p0UYOtTP6yQhnkkQ854zIfJX6/h22eZxPSLv4pVHgIiLO6XypiW8aA+tkqN1aSMTU6w2/tDorU6OxL1ZNHYM962PNQqJPJG/VVW3YHJsXhOOUCNa4iDEoUckWBaXwPCsClyl9PSTy+b0MoavoJBsKZUAZUAZujgEVnTfHk3opA8pAFgww0jl1xVojMOMWL5BoZipC50ejRBkP03LkvCUm3R4Xg5Zdg1BbxGgBiY4OkwgnV7NzfqdvlyC86nO9UPR+pz1+PJaEyxdTMWDmElyRYfYv1sbipcZ+8OkUZPrloUWfEPx4PNEsJuK8zsdFoNLuiJKVvdC89xBwQdFvZ1PQYewMVHvDJlxbDQ5DsVIeZuV6sZIeeHfMjLSmjWVY/aWWAaZcuaEvGvYabPI8VGrQHA9LBJV54pV3ezFRKAPKQB5iQG81awZUdGbNkXooA8rATTJQuJg73uneG+9PmY23uwWlCU42Z11j//boMXI8qtf1psngWRGlXEjUbcR4VK1zzW4q7Ycqtb3RrHMQGOWkUG0q+fbDwlDvbZsItLuZOZ0tRXhSfJaqcm2+pVVvpRVq1YP/kDA06BCI5yt7pVtM9KoIy5YiPl+WlPMzrTac1+kY+aTwtOoqigh9xEF0vtou0KrSVBlQBpQBZcDOgIpOOxGaKAO5mYELqalISTlzn27x3pyWWyjdmzPpWZQBZUAZUAZuhwEVnbfDmrZRBnIYA6kXUrHqkzgs/Cgahw4dxtWrf+awO8j6chnhzNpLPZQBZUAZyKMMZIPbVtGZDR6CXoIycK8YSJWI587Pv8DceZHY8um2XB/9vFe86nmUAWVAGVAGsmZARWfWHOV6Dw67Ks4YAZZbefjll1+v+3d85MixdNHPv/766zqfnGLgVkmTerS+3cu9pXZboyJA3FIjdVYGlAFlQBmAik79R2CEB4deFXG5lgtGNzP7p25FP2/kk1lbtSsDyoAyoAwoAzfLwI1F5832on45noHmb/qgV8+uilzKAZ9vRv9I//nPf6Js2dJ4u1ULvFa3dkYuOJeSjPcC/NG2fi2DxTOmGr8lkvZq2QREq5cqIeitJrA2hx/S0R8hgr5v+aDtq5XNHp2XUm0bxPdqXNu8lYjpZbHNHB6MoCa10blOZcTOCTd98xD+Xjf0b1obw1r7IKybP6w/SyeFIvD1KhjUrA5mBHcH+2Ddr2dT8MG7PujvXQVTerbGlYu287HOQkSvNhjlVxeDGlTFjuVRxrxpQQROHkgweR5mBbVhYl57uTZiDEa9URUT3qqLdZI3FXLgm4kmv10X45pUw8ZpY8Ry/d+YYT0w078uoro2w9J+bXFVrodYJOV5bepivuDkF1uub6gWZUAZUAZyKQMqOnPpg9XbUgZuxMATTzyO11+vg3bvtka91+uC5cz8Z4SNxkuve2PR5s8wM2YtNq+OSXOlkBw6dRaWfXEQNet64+OZNkFKB+7bGTp/CWatt72BaM+2eJrxs4jD9ybNQtjSOHBvzssixsLX7sDUuB3mvetJ+xKwc63tHBPX7MCoJXEiLFNxROx8G9GBHVsQ9sl2jFu9HdyHc9kUm+jjm4XeHToeE+P3g28X4ubw5oT2A99QxP09h8Vsw3DBiQN77DUZJ9/u3AK+nWjY+n0YsHwbvjuYgP0bY40z31bUfd5q9Fm61bwOk+9gNxX2w9ebYkVkpqJ79DYEzF6Nhwq54PzJIzi+a4vkXdFp8Ta0nLgYiZtt/dmbZZpohTKgDCgDuYEBFZ254SnqPSgDN8GAY1STkU2PsmXw0EP/zLLlyPDZqFjdC4sksvnhkAE4fyYF1h++hahIMXdT9O/e27yRyBTk4NOmvdkovqCLK5q0bg9LdEqVefUl7V9tj0c1+96c3H+zquQpOl9t4gf//iH4XMTnvJHBoDBlu6MiPF9u4gv6styqbwjaDw1jFu6lygpsG9Hz9ZfOkU73Uh4S/UzFhHZNcfizLfAfMs60cz5Y7fjay5dbtkur7jV/Dao09DXlEpW9wD08iUeecpeoaKqxW4cXGviicfA4HBbxuX78IBGcSaaq1Mv18PPJJKwe3gM/HkpA/fcyvgbjrAdlQBlQBnIZAzlcdOayp6G3owzcJQaeeOKJm4pqZnT6CSI0Z44LBcVl94FDM3JJs12+mF58pVU4ZDyr2l4t6WC6LrtPxOjYrq0lwnkBr4gAfaa0TUxelqioNZzORsxzWJ15RjeZZgbWM8LZsGMQTuxPwKgWdcHoKOTPFYfrPnviiFggAvUC/iVRWVOQA6OejHBKFo4bwbPsjGMS0Yzu1wa//5SC8iJAn6lo26j+oUKMcm5FSRGfJ8Unsu1rzk21rAwoA8pArmVARWeufbR6Y8rANQYY0SSuWW4+t+vTeAwYMx713/TDoa8STMOLqbb5kltkqJ1D7DSuXhyJ8tVs4orlrVLHlFi7JBLlHOpoI6pLZHOvCEzmCYpNvpOdQ+kN3glA/Xfa44libmZo/cdjiShbxQscXqfYpP+ny6KwZt61eaC0ZYavP4vHktCBMG8jCgnDY0+5mddp0v+kfU7nmeO2iCRtz1XyQuLn1+ZcxowdmK5Mn8xw7kQSGNV8pV0gHi7ihh8kqkmcEKG5P3YhytX3RdORM0zzC+euRY6NISce9JqVAWVAGbgJBlR03gRJ6qIM5GUGfN9tj/fa+5tFRF9s3Yznynjg1BGbOOMQefsGtRDYsgnWiOjsFBySRtX5M8no0qi2WUhEYVq3qV9anZWp7eMH1r3/jg96+9SGR1UvvCq2qiJGN30chaH+PhjXrTXKip3zOctISoxs0xQTurcWARqPpp2CrO5umL5Qy1uil7bhdS4mcpPhdqL6G774an0sJrdvioVDeuBREaPs6BUZWv/XT8mI6NgU0wQcSreG11l/I5SWSCbnby7o0gwf928jwtMdFyTq+XTFGqDwXN6/LRZ3bYZKvu3gKqL0Rn1pnTKgDCgDuYUBFZ1390lq78pAjmfg3R69zQIiLiQaET4bM1auxQvVvcx9vfiaN5Z/cRDjFkRj/sbPUKKMp7Hz8Hb33pizYYdZSDRqXjQoUGkfPjeaiQHnZg6bE42hc5aAC4m6jBhv7BSZXET0/uwl+HD1DgROmIWOw211HYaFIWz1dvQcPxPDFsWZxUSlJQLab8YS05aHxh2D8IaAeUd0GjcDvaYvBhcT+Q8JM1WMeIZu3IduEYvx/vJtBqygyAyavwadpy4G53O2GWOLTL4WEAiCPkTAlEUoXqkGs2koUtLDLCLyn7QI3ZZsw9uSNgoedL3D9gAAEABJREFUZxYRtZ29Gs1GTkcbSWu2DUxroxllQBlQBnI7Ayo6c/sT1vtTBu4AA4VcXG/YiyUoM3K6UZ3lT/Fp5R3TzOz0uVEd6zMD53ZmVJeZneIzI/+bsWXWlnM7b6a9+twpBrQfZUAZyA4MqOjMDk9Br0EZyIEM1HvTD1y9ntGlc5i9hAzDZ1SnNmVAGVAGlIG8yYCKzrz53NPuWjPKwO0yUKSYu1nRnlF7DrPfTIQzo7ZqUwaUAWVAGcidDKjozJ3PVe9KGbivDHyzNwFLZ4UbLJN0uWDbmhhzTdslXTE7HCvt4AbxP59JNnV387BhfvgNux/waum0+i2REWl5zSgD94ABPYUykCcYUNGZJx6z3qQycG8Z+GbvbpxPSQa3UCLKVfNKW2REkVnQxQWeVb3wZDE3cMukSf273/UL3LDg5oXkKfsWSnf9ovQEyoAyoAzkIQZUdOahh50jb1UvOscyUNjN3YhOCk6iuMMcz+KlPeFZzQvcMqn/xFk4fSzJbATveLPcq3P/9nhs/jgS8QLuzblrbSzWzA3HLw6btv8obePmhWOtINlhn01uGr9tWRTWS4QzxcHOc5wQUblRROhny6PSNoin3cJzlW2r808dTEDizi34YkUUPpXo579+uran5r8lvz0qArtXLgTzhzbGWs01VQaUAWVAGciAARWdGZCiJmVAGbg3DFBIboiOxBNF3dJebWmdmaIzfEB3XL6YCu7ROaBZbbNJ/ONF3TGhW2vjRmH5YY/WoI2YFdwdtF25eAHj2vmAIvTxp9wxd9C1SCoF57xBPWybw0vfMwLbgP6mQ/vBGl4/dWAPFof0kPpUUzO9YzOTUmRG9mlj3kz0yFNuWNi3Db7etMrU6UEZyI0M6D0pA3eCARWdd4JF7UMZUAauY4BvJArp6I9hnWyw5nTScWSX1ni7Skl0rFMF3x9NMvt00u6MKrXr4c3OQfB+p70Rfh2Hh+HlJr7mLUWMcH6xLgYvNfY1eFFS7te5W2zH9ieAm8G3DQmDl9iDpl3bw3PHsoXw7T0ENd7wRYMOgShZuQYc30TkfA0vtWiH19sHGuQr5IKzJ5KwX6KaZV+ph0oNfcG0TrtA52ZaVgaUAWVAGXBiQEWnEyFaVAZujQH1zoyB15r5IXR+NLgxPOH4RqLhc5Zg6f4TaPROgJnTWTCTfUCfkWF49v9MaQ88XcqD2TRclmgmhefTdh9WuIsf7SbCKdFT2ojHHPKMau6QYfdpvdqAUc7fZKj+Nxkqp19GyF/o2h6lj0rU9A+Jjn4nEVCPV7zT3B8We1pBM8qAMqAMKAMZMqCiM0Na1KgMKAP3goF33wsxcztnjgjO8nQFXFyu83laROZRiWpaFcnHklBARKK7CFQOs1t2Cksrz5RRzl7TFqNHxGLUeisAbiXTC1r63AglJDqa9Hl8mssfIoDTCppRBpSBe8+AnjFHMKCiM0c8prt7kb16doWbW7G7exLtPc8x8M1Xu9NtmcRtkzIiofuI8Ujam2AinhnV38j2UmM/HNwRb3Dos3gQNcXGYfavpbxySigS1sVi7qBuad3UFpG5Y/lCHN65BV9tiMUn4WPwqEMkNM3xBhkPGVo/uHEVjny+BQdlqH3T9DE38NYqZUAZUAaUATKgopMsKJSB3MvAfbmz8tVqonz1mhmemyvWuVWSVVlAhtb7TZp13er1slW9QFh+rzTxs7Kg2HyiqDseF7H43owl+PF4EjjU3lfytHFIfNDCOLDvX39KRpuQ8WjUIdC0r1CrHvxDxoEr2n+ToXVGO+k/YecxU89DvfY23+ckosmoJm1E5UbN8ehTbqB/+ymL8NOJJLNyvWaLAFYrlAFlQBlQBm7AgIrOG5CjVcqAMnB7DHBvzre7BYFoJelbdrC3Ok398GQxd2bTwD07a/lcE5WsoOAkmCdedhCdLzfxNYKTdg6x+3QKQhMBh9VpIyg+3+gYBMJNhtsbSZ52omRlLzQUEcqFRI+JiKTNEWmis5IXnhNYdVUa+poV698dTMC2qAiziIgLiRjxfLZSDctNU2VAGVAGnBjQIhlQ0UkWFMqAMqAM3AIDlUV8Fhcxyn06N077wIjPWrqC/RYYVFdlQBnIiwyo6MyLT13vWRnIRgzk1Et5sUU7vB06AwEyzO7l1y6n3oZetzKgDCgD94wBFZ33jOobn8i/VSs8/2xxg0rlK6Br585ITEy8cSOpjVmxUo76VxlQBpQBZUAZUAaUgdtm4J40VNF5T2i+uZNEL1uKk6e/x2df7ELNmi/Cp9EbSE5OvmHjmJUrblivlcqAMqAMKAPKgDKgDGQHBlR0Zoen4HQNrq6uaN+xA3xb+MGKZMZv2gxGQx2joKxL/DbR2BkVTdi92+TpQ1/anLo2/TVp2Ai1XnoZo0eOSqueOnkKLDvzrGB7Rx+ej2DdgP79zbnY5sKFC6Yv5gnHNpHzF1zXL/3Z/kbXyXMolIFswYBehDKgDCgDysAdYUBF5x2h8e50Ur9+Axli/xYUaaNHjkTI8OE4+M1heHqWA0WoX8sW8Czniehly+Du7o6unTqjd9++xsdb2tLH+crYz6x5c7F24wYkJX5rIqkUqzErViB6+TJjZ57iMlXEJH2sPhh1JViOXRkDvxYtMX7SRCR8udv0xX7ZR/ymTUbcst/I+fPT+k3Y/aWx87p4T7wXXm+o3Bv7VCgDyoAyoAwoA8pA7mXg74jO3MtKNrkzCjMKP0Y+OeTOy2LkMFHEIsGyBfpQxLlIlJQ+u0XgUeRZ9VZKkRosUUoKv1lz5xqxultEo3eDBmAfhF/LlmB7q01mqV9LEb2enti8eRPad+ho+mJ7Ck/WsV/3p93B6yF4bYmJifB6saYRqox2sm+KZqaK7MHA5BNXMeXkVUx1QLjkLUScugpimqQWpkt++ndXMcOOmZJamPX9Vcy2Y46kFuZKfu7pqyDmSUrMl5RY8MNVRDogSvI2/ImFP17DR5K3sCj5Tyx2wBLJW4hO+RMWPpa8haVn/gSxTFJiuaTECklXnP0TxEpJLcSc/QsWYn/6C6vs+ETS1Q5Yc+4vxNmxVlIL6yS//vxfsLBB8sRGSYlNP/+F3/76v+zxD0GvQhlQBpSBO8yAis47TOid7M4ItJovmkgnh62nTp5suud8T4pRU7AfKFCdfexV6RIKPEYoN4tQrFzhBRMxpQPFIlOCUVP2x3xmcHNzS6tKSU4212gZ2N7Ku0kEtqaITKJDx46gGGU9I62M2I4eMdIMv1v+mt4/BooXfADDPfLh4X/+A4844NGH/gELj0newuOSfyLfP2DhSckXtpD/HyiS/wGDpyS1ULTAAyjmADfJW3CX8z9txzOSWni20AOwUFzyFkpIvoTLAyCe/L/L+PXIgTT88cNRlHR9wKCUpBZKuz4IC2UefhBlHeAheY9HHgThKWk5B5SXvMGjD6KCHS9IaqHiYw+ikqCyHVUktVD18QdRzQHVJU/UkNTriQdhw/+g5hP/gxcFQSUfAp/Fzf9LUE9lQBlQBnIGAyo6s+lzouDkMDfFWlKibRX7bIlMcq6ncxSSQ97OPrQ53xptXTt3NsKPfXHOKM9DEcghccufgpTClpHJ5B+TLbMI1E1peUYwrQKH8h2viRFMRjbZb9K3EtmsWRNeAkY+GWHl0D1T3gvFZ1JSUjrRavWr6b1loLgIwBEe+ZET0c/9L7yR+m0aWvz3VI68D4t7Pot7+/T1bMqAMqAM3H0GcrXovPv03dkzMOrHBUBcYNOtU2cMHT7ciDUPGcJm5JF1XADEs3IBEVMKQ/oydfRJkiH4hN0JdEkDRSAjmoyIUhhSEDLySLg+7Ar2T1GaIkKTNk85L/15TrahaE3rzCFDX/bF9gTztBHsl23ZL0U0hSaH1znXk9fAunr1vc3QvkOXmlUGlAFlQBlQBpSBXMaAis5s8kA57M2oH1POzeQcToo2Xh6FH8tcSEQfRinpwzrmh44YbuZTOvqwH26/RB9HTJg40SzsaS9D3eyLQpT19Gf/XNhDO89JO/NcIETwnL379qHZLF4yGTnQl35sTzBPm1QZPy426t23L3h9tPOczPMaOP+T90BfhTKgDORKBvSmlAFlQBkwDKjoNDTkjIMVeXS+Wg5dU8zRnpkP6yzQl35W2UppI6yyldJGoWiVM0vpRzjX00ZkZOe1ONu1rAwoA8qAMqAMKAO5jwEVnffzmeq5lQFlQBlQBpQBZUAZyCMMqOjMIw9ab1MZUAaUAWUgYwbUqgwoA/eGARWd94ZnPYsyoAwoA8qAMqAMKAN5mgEVnXn68Wd181qvDCgDyoAyoAwoA8rAnWFAReed4VF7UQaUAWVAGVAG7g4D2qsykEsYUNGZSx6k3oYyoAwoA8qAMqAMKAPZmYFsJTr37NmLadNnK5SDm/03cF/8+O80O3+o9dqUAWVAGVAGlIHsyEC2Ep0WQc3f9IFCOciO/wasf6OaKgPKgDKgDFgMaKoM3BwD2VJ0urkVg0I5yI7/Bm7uY6VeyoAyoAwoA8qAMuDMQLYUnc4XqWVlIKcyoNetDCgDyoAyoAwoAzYGVHTaeNCjMqAMKAPKgDKgDOROBvSusgkDKjqzyYPQy1AGlAFlQBlQBpQBZSA3M6CiMzc/Xb03ZSArBrReGVAGlAFlQBm4Rwyo6LxHROtplAFlQBlQBpQBZUAZyIiBvGJT0ZlXnrTepzKgDCgDyoAyoAwoA/eRgTwrOl/cfgFEzW0XkBm8pM4ZNcR2HbZeQA1B9RugmtQ5o6rY0uHTC6hqRxVJnVFZbJmhktSlw5YLqOSEilJ2xgtiywwVpM4g/gIqZILyYndGObFdh80XUM4JnlK24Xd4br4GD8k7o6zY0rDpd5QVlMkApcXmjFJiywwlpc5g4+8oKYg6/ed9/Djqqa9nQC3KgDKgDCgDuYWBPCs6d//2X9Qv/L/o+/xDBn0kJXpL6owgsRGBzz0EC71KPASip6TO6CE2orukFroVfwhEV0nT8OxD6CroYkdnSZ3RSWxER0k7PvMQiA6SEu0lNXj6IbS3I0BSot3T/0RmaCt1bd3/CUe0kTLR2u2fyAz+bv+Ld5zwdrH/RStnFBWb4C1By0zQQuwW/CRP+Epq8NT/orkdbxb5XxDNJLXQVPKO8JFyEyc0lrKBPOM37GgkqcGT/4uGdjSQ1MJj//wHvr/839zy2db7UAaUAWVAGVAG7gwDd6iXPCs6yV85lwdQ87H/uQ5ej/4PMkMNqXNGdbFliEf+B9UeeTBDVBV7Rqgi9nR4+EFUEVS+ASpJ3Y1QUeoNXB9ERTtekDQzVJC6TOHyICoIymeAcmLLDJ5Sdx0KPQhPB3hI3hllxWahjOQzQmmxly74IDJCKbE7o6TYShZ8AI54XsqP/u8/+M9CoQwoA8qAMqAMKAN3gYE8LTrvAp/apTKgDOQtBvRulQFlQBlQBm6SARWdN0mUuikDyoAyoAwoA8qAMqAM3D4Dd0903v41af9VgiIAABAASURBVEtlQBlQBpQBZUAZUAaUgVzGgIrOXPZA9XaUAWVAGXBkQPPKgDKgDGQXBlR0ZpcnodehDCgDyoAyoAwoA8pALmYgD4vOXPxU9daUAWVAGVAGlAFlQBnIZgyo6MxmD+TvXs4Px5Ku6+JHsV1OvXCdXQ3KgDKgDNx3BvQClAFlIM8woKIzlz3qpZNGX3dHSyeH4sfj14vR6xzVoAwoA8qAMqAMKAPKwF1iQEXnXSL2DnR717r49WxKhn1nZr9yMX2UNEUFbIb8qVEZUAaUAWVAGVAGMmdARWfm3OTKmlFtfbBwVDCGNK+DtfPCzT1SbH7wrg8WjQ7GgPpVEDMl1Ng3zA/HCN86CGvXFItDB+LwZ1swqkVdrJo6Bu83rIrfMhGvprEelAFlQBnIFQzoTSgDysCdYkBF551iMgf0c3R/grnKfjOXIGTRGiTbI5brRHxWrOWNPjOWYMLm/fhaxKVVl7+QC0bEbEebkDBsXx6Fhh0C0WvaYvgPCUPKCR2yN4TqQRlQBpQBZUAZUAayZEBFZ5YU5TyHzBYNlaniZW5m8Ju2KGfLPiGm/OvZZBz6LB5TerTG1J6tweH0lGM2QflCbW/jw0OdtwIQGz4G89/vgSupF1Cycg2aFcqAMqAMKAPKgDKgDGTJgIrOLCnKeQ5cre541b+euTaHc9iiOHQfP9NUh8jQ+a/2IfIXG/uhcacgvNExCH69Q1DKLlCNo/1QoVY9DF+5DRVerYcdEvWMHjPIXqOJMqAMKAPKwH1iQE+rDOQYBlR05phHdXMX+nhRd8QvjUxz5pD65YsX8HQpD3yxLhYfdm+Np0t7gFHOx55yM35sc0yG3ik03aVu/XzbXE9T6XAY6VcXXERU4w1fNBRx6lClWWVAGVAGlAFlQBlQBm7IgIrOG9KT8yrf6ReC/IVcEfh6FXTyKoWlk0LRflgYCri44qXGvni8mDtC2/pgzLs+eJHlom5o2XcI+Gdo8zoY+25T1GkVgMfETpsjOo2bgY3zI8xioj3rY8H5nY712S6vF6QMKAPKgDKgDCgD2YYBFZ3Z5lHcmQuhuOw4fDwiPt2PeQnHMXxxHCo7zMtsPzQMITLEPuSjODSR4XSelSK1a9hMjF61HaNit6OuiE7aG0k0k2CecCvlYRYRDZMh9o5jZ4Bl2hXKgDKgDCgDykBmDKhdGbAYUNFpMaGpMqAMKAPKgDKgDCgDysBdY0BF512jVjtWBrJiQOuVAWVAGVAGlIG8w4CKzrzzrPVOlQFlQBlQBpQBZcCZAS3fMwZUdN4zqvVEyoAyoAwoA8qAMqAM5F0GVHTm3Wevd64MZMVArq8fPXIU/Fu1SoeYFSvNfTvbB/TvjwsXLpi6u3VITEwEr+lG/T//bPHrqm+m3XWNsqEht9xHNqRWL0kZyBYMqOjMFo9BL0IZUAbuBwNJid+id9++iF62LA1+LVuYS0nYnZBmCxk+3NgoPE3mLh1SRdTymm61e1dXV3h6et5qs2znf7v3n+1uRC9IGbijDOSezlR05p5nqXeiDCgDd4kBCrr69RuAosj5FIxMTp08xURLKUoZKbWipIkSuaQ/I6Sso71r586w7Kyz2tK+edNmmgzYhja2Ydvk5GRjz+hAX6vPeOmDbYjI+Quuc6cf+yPoQ3/rGmizGtBunZ8pz8E6tmG/TAn60W71Sz5oZxvaWEc42q02tFvnpr/j/bNOoQwoA7mLgTwtOlt9dRnFN18wKCEp8Zykz8dfAFFSUqKUpETpLRdQ1g6PTy+A8JS03NYLIMpLSlSQlHhh2wVU3JZqUHl7KogqkhJVJa22IxVEdUmJGp+lwsuOmpISL+5MBfGypK98ngriVUmJWpIStXeloo4ddSUlXvviIiy8Lnmi3pcXQdSXtMHuiyAaSko0kpR4I+EiGtvRRFKDPRfRROCz5xKafmVDM0mJ5nsvwdcOP0mJFvsugWgp6Vt2tNp/CY54W8rvHLgEwv/AZRBtJCXaHryMd+0IOHQZRAdJO9rR6evLIDpLSnSVtNvhyyC6S0r0kJTo+c1lBNoRJCnR+9vL6PPtFYN+khL9E69g88//yV2f7jxwN3fiFleuWAEKHwuO4i5h924QFFlTJ0+GX4uW150ySaKliYJZc+ea4Xf6jZ84Ed4iUiPnzzf+o0eONCkjqi2kj26dOpsy+03Y/SXo36FjR8Rv2mTsPHQTcVqz5osm2urpWQ7BMrxPe0agGOZ1sI7CkZFZ9snzO94P6+kbuzIGLVq2BP26delirpvXlvRtohHEbMN+rCgwI6mWUEyQCDDvl/2znn70t/p1d3c398Nrt+6T3CYn/whyxPskH2xDgc575nWwr4Qvv+QlKpQBZSCXMpBnRef/+T4KhY2DiLPLkex1RfmQfxMjPPLn0o+63tbtMLD7y90YPWIkQkeNwvhJE2ENvTv3RSFFYUZx6PViTVB4eTeojxR7dJKCrb2ISrajnWmCCNr4zZvM8D79vWrWNHnWEQki7jzLeRrRyzRRBCHtWYG+FL4UkJ99sctci3MbNzc38HyeMiTPvHVf3g0aiPDdbNpEL18G3hOFIe+DIhH2PxSI1jXzvnh/rPLw8ED7jh1Me6Zsz3YU1hShSfbIr/vT7oab3SK42Revgxg6wjaNgX0plAFlIMcwcNMXmmdF500zpI7KgDKQqxlgxK933z4i+GygmLJumPa1GzfAt4UfgvtlvpDIQ8Sb1cbd/WmTdZeIn8nIITU11QgxyZq/FF3MJP+YDDcHP4o0Y7eLVYpeC+1FtFLAsf5GYDSRAo/Cs1L5CiZy6exvnZ925in4mLfAoXRGKRld5Tkdr5E+jvfGMv2Zuj7syiQNLFOw0pAo0WDrXrwkgksb6+jDvEIZUAZyPwMqOnP/M9Y7VAaUgb/JwAQZLmcXHA5n6gxLLDrbYTcwAmhFAynQGMWkkGNkMUGiqXY37JboJ/MUdS4uLvCWaCmFb3uJHlK00c76zMC+OXRNf4pltrfOm1mbjOxsw4gth9x5fvZLWL4J9utkmVFMS7QyGmv5MWXZSyK4LmahU7k0Yc+hdtq86zcAhSj7IejPVKEMKAO5kwEVnbnzuepdKQPKwE0yMFqGz7nwxQKHkzNqyuH18ClTMowcZuTvaOvdty8YeeTcRv+3WiGgg20ImsPaFIldO3cGzx+zYkVas6HDh4PRRqsNo5dplZlkKH4ZPWR/nGtJQctzZOKeqZmCk225+KfWSy8jRSKy1pxRNuraqTPYP+su/H4B9KedoM2q82tpmwNr3T/76yr3yqF/ClWKYs475b3TTo7Yh0IZUAZyJwP3S3TmTjb1rpQBZSBHMcAFLJxHSFFkwRJQ0cuWprsXiqS4DevNPEfHCvZhlf1atkg379Oqo7jiHMmaL9Y0c0OHDh9mmrBPzrvknFD6Ms+Ulexr1ry5sNowekn7ydPfM0kHDu9b7aKXLcNQEaycNsD+nKOjjr7sxGrHPM9JsA0jpfUl0srrJhz9Dn5z2CxE4vXRj2KX7TmflOfkuWkf6nSf7I/3yjr68zzsy+KebR3PQx+FMqAM5B4GVHTmnmepd6IMKAO3yABFH4d/HUEhxG5oY+oI+lv1lp02K886wio717FPRxv9KNgsO/OO9cxbdfTNDM7teA1sl5F/el+k29+T7Qi2ox/7YJl5XgvtFljnbGMdfVnHdixbsOyss2xWShv7og9Ty66pMqAM5C4GVHTmruepd6MMKAPKwF1lINopAmydzDmCatk1VQaUAWXAYkBFp8WEU6pFZUAZUAaUgesZYFTyeivMtAONUmbEjNqUAWXAYkBFp8WEpsqAMqAM5BAGuNiJC4xu93Izen/7jfr6O+e6Ub83UacuyoAykIsYUNGZix6m3ooyoAzcGgNcMe24/c+ttb4z3rd6DdzOiCu+nedM3pmrudYL9/i0StwWycprqgwoA8rA7TKgovN2mbvf7fT8yoAy8LcY4Kbn3AqIe0NyT0l2lpiYaN4AxJTljMB2FKpERvW0sY6gL8sWaCOs87He+RosX6a8DvozZZn+mzdvgkc5z3TbFLGOYL/0oT9T2pg69kGbM1hPsB3rmHJDe9pY5upypoTVn1Vn2RztvA7aCfZFX6YsK5QBZSDvMqCiM+8+e71zZSBPM8D9LCmOuOk6U+4hybcOcbNyphltBE8b99mkz4L588EopTOJHIrm3p+bN21Gk4aN0vb15N6V3IfSslOIOV+DY1+R8xeYtyDxXNb10N8Rjv7MJ4lo5jktf0ZFWeY5Q0eONHtr0s8RrF8g98LzcF9QikPuo0kf2pj6t3qbiXlFJv1pZxvr/jncTzttvEdyxAa081roz755PbTnJui9KAPKwM0zoKLz5rlST2VAGchFDHBBDF8ByT0lOVQdtWABuO9k7759zF6aFE/Ot8toHvespA/fUsQopbNPYuK38G7QANyjcva8uUi9cMEIT262Hm320ByGCZMmms3ina/BsS+e3/l66O9V80XYUNPRPS3Pe+E+mDx/5IL54HUyz3PzGngPljPzvNbZc+eatwX5tWxphKVfyxbGhfdpMvYD+xs6fLjxZRv2R5HKau5vShvPQxHPvlnHqCz74b3QTl+FMqAM5E0GVHTmwed+9eqfmDZ9dhpIwapP4tLKp05dv/k0fW4N6q0M5BwGGHXkqyop2HjVXIXN4WXmHcEN2iMlAsmoHqN5SUlJjtUm37tvXxFum8A38zDCyNddUnimpKSAC3gIRg45rG8aZHCgYOOelY7XQzfamd4Ibk+7p1Un7E5Aty5d0s7La2Ck1HJg/0TXzp3N9Tq+EcnycUzZn3eD+mkmbgbPe6PB07McEwOKeZ6HfDHl/FDOQ6UwNQ56UAaUgTzJgIrOPPjYH3ronyhbtnSGd873PT/3XPEM69SoDORWBigMHQVkZuKOYtPT0xOMdhIZ8UERxkgj6/mOcb7mkn4UtXybEHHg8NcmAkl7RqAQpEC0IoNMKYJpz8jf0ebpIP7c3NzAtyjxnET0sqXgfpqWP4e7KQYplPk2IL+WttdWWvXOKftLkiF8y578Y7KVzTDldc+SKCr5cHV9GBTqGTqq8e4xoD0rA9mIARWd2ehh3MtL8ShbJsPTeWQiRjN0VqMykAsYuPD7BVDMedX0kiHvKeaOGM1k2RQcDq6urmY/SgovztFkFYUVUwscFue8Tvq6uz9t/Cn0KGQ5x5H+FKJcEGS14TVYeSvl+XkdLDNlmflbgbcM8/N6eM6E3bvRtVPndM1pd33Y1dh4bRSgiYnfmjJ/gPKaTcF+oChdMH8+2I6ClSnvzV59XcL+eK/u7u6GY0ZAr3NSgzKgDOQZBlR05plHnf5G3dyKgV8q6a1AWY+MxaizXy4o6y0oA2jfoSM4T5ECihE5Rib9W7USUfU7WHamiPMZV65cAQqvmjVfRECHDnAWZuMnTpT2F9BNhqzZnm0oQBn5pNCk3V3EKO2sd7wGli3w/Nb1MGWZde5n6eboAAAQAElEQVR2Ace8M1xEFLPesg8dPgyMfPKcvGZeA6+FUU/6+LVsAe/6DcBFRpx/OXT4cBGHT7MKjH4G9+9v5qNagrd33z5p/ZEHqz+ekzAN5eAh0VZei9UfOSVP5Eaq9a8yoAzkUQZUdObRB8/brlSxApM0lChRHK4uLmllzSgDuZ0B7wb1Eb1sGZhSjHHRDctMWXa+f/pxsQzB+YpDjajzTOdG8UU7+2Fq9eMpw/JsRzvFm2Vnn7QxdeyI9bwO1jFlmfUUigTzzuA5nOt4LvbBc7PeuQ3vg/W8VrZlSh/Lzjasp43IqD+2I1hPsA+24zVb/rSRG9YrlIFrDGguLzGgojMvPW2ney3rNMTu4VR2cteiMqAMKAPKgDKgDCgDt82Ais7bpi7nN3RcUMShdl1AlL2eqV6NMqAMKAPKgDKQmxjIs6JzRNIVKK5gQ6HyWO9SDp8Xq6l8yL+J7T//Jzd9vvVelAFlQBlQBv4eA9r6DjKQZ0XnyKQ/sDz5L2z8KXNskDpnrBfbdTj7F9YL1t0Aa6XOGXFiS4czfyHOjjWSOmO12DLDJ1KXDil/4RMnrJKyM+JTH0JysReQgCcQK/WOiJGygfAUkwlWit0ZK8R2HX78CyucsFzKNvyJ5T9ewzLJO2Op2NLww59YKvg4A0SLzRlLxJYZFkudwek/EX7iKrb/8tcd/HhpV8qAMqAMKAPKgDJgMZBnRScJGFH2ISyrXtBgqaTEx5JGVysIRyyRMrG4akEssuOjKgVBLJQ0ygmRUiYWVC6I+ZULGMyrVADEXEmJOZLOqVgAxGxJiVmSznTCjBcKgJgm6bQKBUBESEqES0pMLV8AFqZInphcPj8sTJK8Qbn8mCT4UDDBMz8cMV7KRJhHfozLBGM98uGDsjaMkZQILZMPo+0YJalB6XwYJRgpGGHHcEkdMUzKw0rlAzFUUmKIpAYl82GwHYOezwdioKTBdgyQ1BH9pdzvuXxwRF8pE31K5ENvO4IkJQKL50Ov4g8Z9JSU6CFp9Uce5D8Lxc0yoH7KgDKgDCgDysAtMJCnRect8KSuyoAyoAwoA8qAMqAMZDsGctIFqejMSU9Lr1UZUAaUAWVAGVAGlIEcyoCKzhz64PSylQFlICsGtF4ZUAaUAWUgOzGgojM7PQ29FmVAGVAGlAFlQBlQBnITAw73oqLTgQzNKgPKgDKgDCgDyoAyoAzcHQZUdN4dXrVXZUAZUAayYkDrlQFlQBnIUwyo6MxTj1tvVhlQBpQBZUAZUAaUgfvDQPYUnfeHi9s+6/sd/a9rO2/8aHx3NPE6+50w/HAsCWO7Xn/OO9F3Zn3ETg3NrOqe2f+4eAGnD+65Z+fTEykDyoAyoAwoA8rAnWNARecd4PKbvQnX9fLd0SRcSk29zn4nDAVcXHBahOed6Otm+3Ar5XmzrnfN79yJIzh96Hqu79oJtWNlII8zoLevDCgDysCdZEBF551kM4O+LqVeQPjQYAzr5I+wvt3wvYhRutE+fXgwRnT2xwxJLfuOuBisnB2O0V38sXd7vBGXoZIfI1g1J5xNcVnEbIN32pu84+HjSaGYPzIY47v548COePwownTagO6Y0L01lkrdZbkW+v96NgWzBnbHpB6tsWJKKLYui0Ly8SSDlVKmD5GwLhYE8ynHbVHbPetjsXFBBKb1aoPDO7cgRdpFvt8DMwPbYE34GFyRaCT9mY+PjMCcoDZY8cFA7NsQizm92xicPZFEFzByGTNuIOb3bouYcYPwk91+YGMstkdFYGlIDyzs2xZHPt9i/OOnj8HXUsf0959SsHJYDyzp1xbrwgbhqv28xlEPyoAyoAwoA8qAMpDtGFDReVuP5OYbJWyLl4jnBYyaF40adb2xbNZU0zhqQqhJB0yaBc+qXviwXzdT/vlMihGbfl1749nSHpg1Ihi1fPzQd+IsJO3bjX0iRJ8Re/MuQcbf8fDDsUQjNJt17o1nSnuCgrOM9N1z/EzjFjfPJlpnBneDeykPtBs6Ho8XdcfKKSIWRZBeEVBEGmc5/PZTMgjJGkHK9DcRe4c/i0fDjoFwK+mByME9ULJyDQSMncFqIzyZOSMC8owI0paDw0SIpmKLCNCW74eh3Cv1jAClz7ppY5ig9ZjpKFGpBqKH9DDlf8s5Doq4rBMQiEoNmmO1iEpWePccghca+oLpZwsj8EgRN/iNmo58hVzw+UcRdFEoA8qAMqAMKAPKQDZlQEXnXX4whYu5g8Pva5dEolw1LwycPMuccXtcLGrU8QYjnPQp4OKKn88km7raPr5GiD4pbZ8VgflZXAwoNgfPjkZVaWOcMjl4vxMACs1fziajgIuLiE8P/Cjij7aj+xMkSnrBtGzSKUgEpxteaxWAUiIajfEmD7XfChCh6ZUmSIuJgKXAfK6yF04e2JPWy6st2+HRp9zA+qqNfE2+KH1FkNJp/8ZV8HjFG2dl2PzRp9xFPLqCgpN1lURcPiWitqKkFJW0OeIR6ffYri0gXmkXiNd7DHGs1rwyoAzkBQb0HpUBZSBHMfBAjrraHHSxp44koqCLC8qL0AydHw3O8ezfyscMs1u38b0MfyfuS8C3guoSBbXsz5a5Nn/y3f4hJtK5VyKc3epWNuLT8ssofUIil5b9sgzDH5W+CQ61V67tDQ6tFyjkarmYNL8IXpO5ycNjRd3SeZ4UoUlQeFYTcWlVUoRa+cxSDrV/dzABhMer9dLcKDitwiMiSK28lb4qQrOeRD5/OLgHU5pVxy6NdFrUaKoMKAPKgDKgDGRLBlR03oHHUlhE2O6t8Wk9MbLJQgkRj3ES4TwvEczAUeMxa/0OJO6zRQKflDbFJYrZsmsQiO8zWen+0cRQIzo5vN5chtT37bh2Hp4jE4DC8lcZpm7aOQgEBecvZ1PwtJyTKcUn23IOZrKIX+aJyzLEzpT4OotzPSZi8F9yjlffaof6HQJR/Q1fUHiy7c2Aw+NFJZr5WkAgiLMSkbXa5XMSxpbdmru5U4bXizzvgSYDx+GdSYtweFOs5aKpMqAMKAPKgDKgDGRDBnKd6ExJOYOly1Yi6chRXL365z2hvHPwUMwdPxpj+nTFlKEDMKZ3V3QSG09evlpNs5Bo2axws5Coep16NCNgQAi4kGjF7HCM7OwPDrFzON1UOhwKShSSC4kWi/jc9HEUXm3i51CbeZbisl6rdhjZxgdr5oabxUSVa9nO7SNCdMy7Plg4eiDGtG2KAhKRZU+lqngxwdSerQ04f9MYMjkw4skhdC4i2rwgwiwmqibCMxP368yNA4cgZuxAbI2KMIuJHhUhzmHz6xztBg6zH9q4Cl+LwCwiYnVJvzag+FwXNhAVGvjavTRRBpQBZSC7MKDXoQwoA44M5DrRyZv75Zdf8emn27HwoyXY8uk2sEz73ULN17wxdkE0mrbpgNebtcDUFWsltYnDEmU8sOTzA2aYvZdEO605nVxUNGFpnJm72e69oWj3Xoi5PM7nZATUFOTQVobXu44Yb+ZyTlqzAx5VbcJQqq77+06/oSaSaVW83S8EHYaNN3M8hy+OQ6Xa3qbqxca+GPJRHJj2nbEEFWvZ7KzsI+U3OgbBr08IBi6Mg9cbtvvw6227vhoyfO5WyoOuBm8GDcHbg8PwfOUa6B6xGOXtQ+RNRVAaBzlUlTaEZFFMxKKPvc7zlXroNX8NSlTywmvtA9Go1xC6oHJDXzxVsqzJ89Cg52AmoNBsO3kRGOEs/XI9dJizGs9KW6YvvxtofPSgDCgDyoAyoAwoA9mTgQey52Xdmav6888/ceTIMRP5vNvRT0YqK1TzAsG88x2UkzpnOyObtBcXYWr501bAJf2cS9puJDattlzV7tyWEc8yEsF8XKKIlh9TlktnYM8vw9qMeHJ1+2PShqC/JTRZpg9tFrhQ6PnKXmahkKPNyj/6lFtaHYfNOaTuWFeiUg0RnjUsExjtpJ9leEqEqpWn8CRYps8zFWvgIblmlhXKgDKgDCgDyoAykH0ZyHGic9WqNZg2fXamWPVJXIZsM9rpGP3M0CmPGms29oN76WvRyzxKg962MqAMKAN5jQG9X2XgnjKQ40Qn2XFxcUGN6lUzRNmypemSIdiuUsUKqFGjWob1edXIqKdz9DKvcqH3rQwoA8qAMqAMKAN3h4EcKTpdXQoZ4Ujx6AyPsmWuY6pEieJ4o1EDtHvX37RzFdF6nVMeMHDF+hfrbKu8uWr9S8mvmxeO3ZKy7u9SsHeDre+/20+2aK8XoQwoA8qAMqAMKAN3lIEcKTpvhgFGNRkNfVeEZuM3GuC554rfTLNc7XM59QJ+PJZo7vHgji34cl0MHi/qjh+PJ4Ii1FTc4mFIw6ppLW5lu6S0RppRBpQBZUAZUAYyYUDNuYuBXCc6XVxdcnRUk5vFEz+fsb2diP/cTh9LMm8SStqXAII2CxSSR8ROWDYr5RuICPrQxmH0lxr7gVHNY/sTzEp3Lhp6UWysow9xXOoIZyF64kACiN/OptANfGXmH5dScVLsNFRr5MvEgPt3nhK7oxCl7Y+LF3DqYIIB88ZZD8qAMqAMKAPKgDKQ6xnIdaKTQ+c5Naq58MNQbIiOxN5t8RjdpXXaazEn9e+GMV1bY//2eMwdGYyp73Uz/zB/OZuM/k1r4/O1MYhfGonhrX2MOKXI5P6c8R9HYdfaWAx6s44Rmj8eT8KyyaGSTza4nJpq0hVi4wbxFJlj3/XB9mVRSFgfixG+dYyw5MlG+NUR+0IRnXswvn1TY6foZN3JA3uYYHX4GJN+u3MLJovPyYN7sDZiDOLs9n0y/B72Vl0w/TQyAovt71o3jfRwiwyouzKgDCgDyoAykLMYyHWiM2fRn/5qGeGsVscb774Xgm4jx+Nne0TxF0n7fjgTrfuHgHt1/iCRz19EcG6OjkKDd9qj0/DxCJwwC9wyiZHNAzviJYrpiV4TZqLDsDDzRiK+CtM6G7dKIl5s7Aumlp3RT/fSnugcNhNtQsLQqGMQGPFkZNPrDV90GjcDDTsEos5bAUZ01hAb2/JtREwtbI4MR6vBYfBuH4i2H8zArpULwSgn6/lqzJbvh6Hz1MXgKzBpUygDyoAyoAwoAzmSAb3oW2JARect0XV3nblB/MrZ4QhsUhtJexNgbRL/RFE3PFHMPe3kVWp7Y59EPX84lmjScd38ESY4IsPiP4gg5VA79+a0GtR7OwAvNfG1ipmmjHZyf07LoU6rABDcm/Oxou6YN6gHRrWoiz0SBb3R24rOnjiC5yrXMN1wVfxzlWqI6LRNFyjqsOemY94460EZUAaUAWVAGVAGci0DKjqz2aONWLsD702chcR9u/GRDLfz8i6nXmCSBkY5ny3tiQIurnjVxxeDZkVjoMESvCzikgLVWjDERj+KEP1ChtmZzwrJMgRv+XD4PGFdLDjcvn1ZpEQ+AzFs5TZUeNX2Ok3LzznNV9AF/5LorGW3opws841ETBW5ngG9QWVAGVAGlAFlIB0DKjrT0XF/iZId/AAAEABJREFUCzOGB2OvRDCfLOYGikq+iYhXdPliKhZPDAWjmDvXxoCLicpW9UIVGYrfGRcLilAirFtr/HomBWWreOHAji2g2PxFxF/kqGB2kyU41P71Z/FpQ+qLR9va5Rdxa1DI1UQ5EzbE4jcZ3rc65FxQK8+0nIjS+MgIsyKe8zdpe66S7fWd+VxcWFQoA8qAMqAMKAPKwF1nIHudQEVnNnoeJsIpw+of9u8GCs9G/gHm6jyq1ACH2BdPHG0E5+DZ0cb+ShM/NBCfeSODMV/wTr8QlBExSrzdbwiWTg4FBWe9t9uDw+sFRDQ+bX/z0OMyXF5AxCQ74tuI8kueK9nbhoRh/fxwLAoNhldjP4EvXqhVD6Uqe2HJmIFmLqdv0BBw2Jxt67cPRNT7PcDhdrdSHjShqdQXk/xHg3uAi4rajpkB/nn0Kbe0diwXFR+mCmVAGVAGlAFlQBnI/Qyo6MxGz7h4GQ+ziGjYnGg08m9vhs+ty2soZYrNLsPHmwVDlp3C0xpe51xPy165tjcGzFxiQMFJOwVnq74hzIKLiKz5my37hMDKv1DLG72nLzHgfE46U2ByUVHgtMVo3nsIuICIKesadAhE94jFeEwEJcUmbfTnIqKu4Yvx7gczQAFKe9VGvnCcx9m41xCaFcrAfWFAT6oMKAPKgDJwbxlQ0Xlv+b6tsz1bxvO22mkjZUAZUAaUgfvPwPaf/4N/xP5LoRzcsX8DdT5Lvf//sG/jCjIQnbfRiza5qwy07W+LTt7Vk2jnyoAyoAwoA3eNgZqPPYjTDVzxfX0bvpOUOCUpcdLbFSfsOC4pcayeK4gjkhJJr7uCSJSU+PY1VxDfSEoclpT4uq4riEN1XUAcqOOC/Xbsk5TYW9sFxFeSEntquYBIkJTYLSnx5asuIHZJSnz+iguInZISn0lK7HjZBdvt2CYpsfWlQnDEp1ImtrxYCMRmSYlNNQuB2CgpsUFSYr1XIRDrJCXWSrq2RiEQcTUKglhTvSCI1ZISq6oVBBErKREjKbGyakEQKyQllktKLKtSEI5YKuWPKxcEEV25AIjFkhKLKhUA8ZGkRFTFAiAWSErMl5SY90IBEHMlJWZLSsyqUAAz7ZghKTG9fAEQEZIS4ZISU8sVADGlXH4QkyQlJnrmR49nH7pr/07vdscqOu82w9q/MqAMKAO3w4C2UQaUAWUglzGgojOXPVC9HWVAGVAGlAFlQBlQBrIjAzlRdGZHHvWalAFlQBlQBpQBZUAZUAZuwICKzhuQo1XKgDKgDCgDmTGgdmVAGVAGbo2BPC06v039f9j923+uQ8K//oPMsEfqnPGV2DLEv/+Dvf/+b4bYJ/aMsF/s6fD7f7FfcOAGOCh1N8IhqTe48F8csuNrSTPDYanLFKn/xWHBNxngW7FlhkSpuw4X/4tEByRJ3hlHxGbhqOQzwjGxH7v0X2SE42J3xgmxnbj0/+CIk1L+11//d2ufHvW+bwxcSE3FqlVr0rDz8y/SXcvvFy6k1dFvz5696eq1oAwoA8qAMnDvGcizopMrCTef/wuTT141mCIpMVVSZ4SLjYg4dRUWpn13FcR0SZ0xQ2zETEktzPr+KojZkqbh9FXMFsyxY66kzpgnNmK+pPN/uApigaREpKQGP15FpB1RkhILf/wTmWGR1C1K/hOOWCxlYknKn8gM0Sl/4WMnLD3zF5Y546zYBMsFKzLBSrFbiJE8ESupwU9/YZUdn5z7C8RqSS2skbwj4qS81gnrpGwgz3i9HRskNfj5L2y0Y5OkFn778/9QvMCD9/5TqGe8ZQZcXVxwIfUiUs6cNfjll1/T9fHXX38Zu1Xv4qpvwkpHkBaUAWVAGbgPDORZ0fllHVcQu+u6IjMkSJ0z9ojtOrzmij2Cr26AvVLnjH1iS4fXXbHPjv2SOuOA2DLDQalLh3quOOiEQ1J2xgaPi+hy9GMsevI0vpZ6RxyWsoG3Kw5ngm/E7oxvxXYd6rviWyckStmGh5FY/xqSJO+MI2JLQ4OHcURwNAMcE5szjostM5yQOoOGD+OEIODZf96Hj6Ge8nYYqFSxwk01++c//wmPsmVuyledchUDejPKgDKQzRjIs6Izmz2H+3Y5SUeOmnMfPHTYpHpQBnIKA2VvUkh6eKjgzCnPVK/z5hjYsjoG584kp3M+vDcB3wjSGXNYoceLpcwV/3o2Bcf3J5j8rR6uXLxgmvDVzCcP3F4fpgM93BUGVHTeFVqzeaf2y7t69U8cOXLMlFJTU5GScsbk9aAM5AQGHnronyhbtnSWl1rxJiOiWXakDspANmGAovN8Skq6q/nmq904LEhnzKEFCkcKz1u9/JTjSYh8v4dp9kfqBVB4moIesg0DKjqzzaO49xdyxB7ltM5sRT2tsqbKQHZnIKthc7diRcH5n9n9PvT68iYDd+uuz0sUdOuaGCRsi8clEV/WeWjfLvY9Yrdsjil9Tx9NAvFZXAx+ln6s+svSz77t8di5Nga/nL0WZf3hWBKO7EvA/h3xxpV51u8yfilgu11rY/Gj+BkH+4HlL9fF4lgGEc3Hi7qhVBUvUHwy4umI3yQKyi6YHv5sCw7v3ALmaTshkU22ofh8VPp4vrIXzQaMeu5cEYUzIkyNQQ7M/+unFOzbEItE6UdMGf796UQSDmyMxfcH9+APeySVjiwnxCzEOalnOSP8cGgP9ooP04zq85pNRWdee+IO9+s8pM6oJ6OfDi6aVQayNQNubsXg4pL5IqGyOrSerZ+fXtzdYaDPW01AgZmwNR5j+3QzJ2F5eKfW+E5E5VciOge87ZNOkNLptAjDQf4+WDhxNBJlqP79d3yM8KRwHNO1NSg6f5D2H0iewpJtxnb1x5KJofhcRCbL47u3xrT3uoswTcHINj6CpvhVROqCUcE4YBemkaMHYtnkUGP/dGkUti6LYtM0JMt17F4XI4I1FcdFSBJffxaPiF5tTJkic3xAU5M/IaJ1WmAb05Zi88rFVJwREUhBuXd9rLGvCR+DNRFjRDCmYvnYgfhcxCcr1ootvENTnBX/OMmvkDraHbF/Yyyih/TAv0WcJn0ej1XjBpnq7VER2LEwQvq8gOVDe+C0CFJT4XBY0q8t9sREGZ9Pp48BxadDdZ7MqujMk48dZiidQ+rOt+8c/XSuvzdlPYsycPMMZLagSBcQ3TyH6pl7GKC45N281tQPQaPH47Vmfixi+axwNG4dgPYDQtBz1HgUL+OB70VAmkqHw7OlPTBsTjS6jRwPj2peRjzulQhngUIu6DJiPFr3D0HV2t5YNSfctKLIe3/2EgRNmGXKPHQYPh7NOgfhGenr5Sa+aCr5em+3T4t2PiFRyPdmLkGTTkF4sbEvMop2sh9GPN/oGASC56nxhi+8BL/+lIxO42bAt/cQNBfkl2uj4GT9Y0+5oXojXzY3uCKRyZ0rFqJb+GJ4tw9E08AhiF8QYep4aCJl4t0PZoBRT9qc0WHqYtQNCDRgdJP1jH4Wr1QDtdsF4q3RM5BProF2C4yIln65HlqMmoFXxKeaXzv8fu5ahNjyy2upis689sTt95vZULpz9NPurokykG0ZKJvJgiJdQJRtH5le2F1g4KIMf7PbwsXc8U733hjS0R9937oWzaQY3b4mFsM7+Rtw6JxgG0cUcBg5KF7a01T9LEPaHtVqmjwPVep44xf70DuFYQEXV5rTQLFpFcpU9TLZJ4q5mZSHp0t5gNHOwW/Wwdp54RLRvEBzpoiZEorkY4loExJmfNyl/fH9ezC+XVNMkIjnrxKFpLg0lU4HRjyLlSyL/IVs1/icDLn/cSk1zetREcAsFC3pweQ60P7lyihMalUXH4f0hNW2johQCtAwn2rgEPtD9v6tDvJJ+WERwCuH9cBM/7omynn+xBGrOs+mKjrz4KPnEDqH0jO6dUY/dUFRRsyoLbsykNmCIl1AlF2fmF7XnWDgnF30WX1x5XqJMp5mWN2rrjfmbvgMb3cPQtziKHwrQ+X0q9PUFyPnRRu07Nob5ap50XxTOH00Mc3vBxGAVuFJu2izylmlv4qApeB8SSKcH3yy3UQ7b9Rm97pYcE5n7xlL0txipowx8z0Dpy/GgKg1eFzEXVqlU4Zik8PxljmzaKZV75wukaH1R55yR79l2/BO6PS06j9kGL/d5EXoOne1scWF2YbdTUEOnOe5RYbUX303EN2jt4GRTjHn+b8qOvPoP4Hmb/rAAil49ZWX0souupE2KbkRtC6bMeC8oEgXEGWzB6SXc0cZqCdD5nPDRmP31nhwq6Q1iyNxLiUZFap7gYuBGOX8TkQio5488ZPF3FBXhtsZ6eSQOkXohH62uZ6szwq1ZIicC4SS9iWAczl3xsXiFR+/rJrdsL6ARAK/FEHJSGeyw+Iex0YUm4vHDIRXYz+JdCYZ8clhdMuHYnLV1DFIkQgi8xSYjHg6+hSTqOhjIozjIyPM8Hn8gnBUbdjc6uKm0nyFXPDdwT1p8zk5tL7dPqeTHbCeUU3mLTDSSWF6VaKqhzfF4vOFEbh66YJVnWdTFZ158NEzMsQFGBZIwRNPPA6rrKt9yYgiJzHAf7uOC4p0AVFOenp6rbfKAEVn39AJ2LJmJaJnTjV7doavWIuCMsxdQqKdnYKHSoQz0qBjcAgKy5A7RSfndEZOGI11SyIxYNIsPCl2x3MzalnbQUxyTifnX9Jv8JxobIyOxJwRwWjgH4BXm9hEp7P45FxOq8+XRCw+XtTdFJlyqJ3D8e2HhiFOhtV/lIjpW31D8FqrAOMz48vjJn1M2pSuYovCvtEx0EQ1uZiIq9MpUP36DDF+G+ZHgIKy49gZJnUTgUmsDh+DR6WP5yvXMH7dIhbjSuoFLPtgoLH7BNnaV23ki0climmc5FC1oa8c0/9tPWaGEZxcvV72lXp4c+BYUFC+OWiccVwtEU5GQuv3HGzK1oEitJ7YuJDo/Ikk+I2agVIv17Oq82yqojPPPnq9cWUgdzFgLSjSBUS567nq3WTMQM3XvBEyZTbGzo9GZxGZFJaWJ4fXg0ZPMAuJmLfsFJ4cXg+ePAsZDa1TXDqKTs+qXmnClAuM+k6chcGzo9MEJ/t9xS4+mSccRScXEVG00s60jF1IVqrtjR7jZ4KCk+KSC4roY4HClFsmEVxEZKFRxyBwIVF+iZJyEREXE9V+KwAVXq2HkpVtIvXtwWHoISLzMRlyf95uo39TEZrWYiKWeS6b6Lw215Rl2h3BOZ2+IjCJyiJKiUekb4KLiDjEXsOvnRGiju2Yf6GBr1lI9HrPIShc0gMvy1A77XkZKjrz8tPXe8+1DDjfWO/A3mja2CdXY+jgwdi8fi3WfhKbq+5z9MhRzo9Ty8qAMqAM5EgGVHTmyMemF60M3BoD3506hcJFCuPt1q0VOYgDPrOkxG9v7WGrtzKgDGQXBvQ6nBhQ0elEiBaVgdzKQOEiRVC+QgVFDuKAzyy3/nvU+1IGlIG8x4CKzrz3zPWOlYH7z4BegTKgDBWnMwkAABAASURBVNwTBppXKgm/yiXNtkkt7KnziUd29sfK2eHO5nTlfdvjsTMuxtg+6OoPvonIFP7mgSvYidvppvfLpbHRYaP3m+ljYK3S4Er2m/G9HZ8/Ll7AnpiFt9M0T7RR0ZknHrPepDKgDCgDykBeZuDJYm54q2sQCkt6OzxMea87uEk8277q4/e3t0xiP8TC0QPx69lkZu8J6rUPxPOVbKva78YJz504gmO7ttyNru9Kn/e6UxWd95pxPZ8yoAwoA8qAMnAbDHBD+EEd/M3+nGzOtwy939FW/nR1DPq81QTNKj5v3kbEfTrpY+Fyaiq+2bsblyS9lHoB04cHI6BWZXC/zktis/w2REdi0Ds+8K9aEhP7d8PpY0n4zB7hZKRz59oY/HA0yYBtfpD68Pe6oX2Nkgjr5g/u50n7LvFbMGogpg3ojk5epUx6Wc7LOgvLJ4eaLCOdxK9nUzBrYHe8510FU3q0BrdHogP33pwr9oH1qyCsnQ++/iyeZgPuyTmqRV0QVtTzqw2xWPrBQES+3wNDG1ZFlKTsA/Ln1IEE/PZTiuSAuPAxCHurLsI7NsXaiDEGrJjXuw32b4xlFmdPJGFB77bg3pyMYm6YNgZT3q6LWZ2a4ZDdxzjaD/HTx4AbwzOlaefCCPCNRMSujyJoytNQ0ZmnH7/evDKgDGTMgFqVgezHQJFi7mZPzi2rV5qL2yJC85u9CXjK/WlMHRZsopjvT54FCs55422CzjjK4ZIIvsR9e0R0XsC6JVHYEReLxq3bSw2MsGTm5zPJ+GjiGDAq2m/iTCRJ3zGzp0rZndXgtkdPFHUX/0T8cMz2hqKpIjiT9iXgnb5DcFnEa8SAbmYD+V9EQH6xzibcWkndwc+24OCO9BHAp+2v2eQWScSKKaH4TaKebYeG4bIMU0/t2Rr8EzNlDLhPZ51WAcjv4op5IiJ/k/5ZR3vDDoHg/pyb7EPtrNu7YRWrUV/qvv18Cz5fYRvyPnVwj9kkfp8I010rF+K5yjXg+Yo3mD8jApONvjtk82H+j4up+F7KVyQ9sHEVdsd8hDoBgSgu0dLV498HX4VJPwvePYegSEkPMP1B2nFj+A5zVoNg/ptNNk4s/7yWqujMa09c71cZUAaUAWUgxzJQr5kfdm/bYsQjo5tedeuheOmymLI8DuWr1UTCts1Z3tu3EvH0rFoDLWW4nZvEWw2eLOaOoXOWoFodb+zdFm/Ml0WselT1Mnm+f93K08CoJqOTzbsEof477dFx+HgYcbbd1pY+vSbMhPfbAcwaMWoy9sOLjW2bsXOvTuJrEabcQzNZoqdPl/I0ffGtRAnrY/FCLW9wn842Q8aj9ZAwEZ8uppdSlb1Q4w1f1H6rnSmflEimycjh7SHj8OpbAchX0OYrprS/fCc7Cy3fDwOH3IuWLMviDfH9wQQ8UqQY/i2RUm4QT+fThxKYZIjT4l/65Xrge9mJCg18cf5kUoa+ecV4y6IzrxCj96kMKAPKgDKgDGQ3Big6eU1zwkbjvET76jVtAQ6zD5Zh97jFkeatRHwzEX1uFnwTEX0Z6ZzYr5tZVFRAIooE7VnhGXvEkpFQ+l6WqCDTWwHFq6P/Y0XdwLcR8e1E+Qu5gGB9fhcX8/YhilOWGeFkmhEsH74K07n+D4mkZiRGnf04vG7ZKDatPNPa7Xrh2Yo2Qc5yRqDYtOwPF3HD7yJYrXJeTPOs6Nz+83+gsHFw/J+F8eWFB6B8/AffX/5/ee7/Ae7h+c3hw2B6t27+TvffvEnjtEt1zKcZM8jw/i5dupRBzY1Nt9vuxr1eX8vzXG/N1KIVeZQBDrHXlOjmp2tiUViEGd9MdPirBBmOTkXH4KFo2qa9iYJyOD0zigpLRPP7o0lmRfv2NTFpC4S+kgglBWP3kePBNxNxiNzqo4AIv19k+P0XGf62bM+U9jDZzR9HynB7ElbPta2Ar1zb29hv9mAJTr5F6IqIwZqN/STKeQHblkWZLigsGQXlsPl2sUX0aiPD8Cmm7nYPRUt54I9Lqdi1IgqnJCJ59sSRtK6KPl8WSTvjQWH6nUPklEPqf4igLl7JS4bXvbBj4TTjk9bQKcNXYTouKjq+awueyUKkOnWR64p5VnTW3ZmKHgcvY9A3mWOg1DkjWGzX4fBlBAsG3ADvSZ0z+ostHb6+jP529JPUGX3Flhn6SF06HLqMPk7oLWVnBIltW4nXMSqlAJh3RKDUGQhPgZmgl9id0VNs1+HAZfR0Qg8p23AJPQ5cQ3fJO6Ob2NKw/xK6CbpmgC5ic0ZnsWWGTlJnsO8SfHdfRNTpq7nuQ36jGwqfPAljQ0cj4csvTcryjfxZdzM+9LNA/6VLluB2BJ/Vx51I58+Zc1vC+nbb3eo18zy32kb98yYD9Zq1MDf+ugy1M0PhSQE6tm83dG5U20Q7v5chatZlhLe6BRmfkV1aY+GHobAinRSajFaOFvv7/j54VkRl0v49pouyMsS+c20sYufYhCWNBSQa2ml4GDinc3gbH8QvjTJD6ZYYpU9WKF25BnbL8PmX62LA12EmHz+CYb51RHAuRN1WAeBcT78+IUaEjvCrgw0LIlBHhtIZCc2q7xvVv9IyAEVlSH3ttA8wt3fbdEPwJWTI/uzJIwhtUt3M/7T64Ssw84n4jurbFsSzFWuA72O36pk+W6mGRDOTsbhfW/A1mPkKuSKySzNES/n3cyko36A53fIsHsh1d34LNzSi7ENYVr2gwVJJiY8lja5WEI5YImVicdWCWGTHR1UKglgoaZQTIqVMLKhcEPMrFzCYV6kAiLmSEnMknVOxAIjZkhKzJJ3phBkvFAAxTdJpFQqAiJCUCJeUmFq+ACxMkTwxuXx+WJgkeYNy+TFJ8KFggmd+OGK8lIkwj/wYlwnGeuTDB2VtGCMpEVomH0bbMUpSg9L5MEowUjDCjuGSOmKYlIeVygdiqKTEEEkNSubDYDsGPZ8PxEBJg+0YIKkj+ku533P54Ii+Uib6lMiH3nYESUoEFs+HXsUfMugpKdFD0uqPPHgL/3pyvitF4LZPP8XkiGno2KUL5iyIRMLu3Th/7lzazTFPvzSDZM6fOy/HjP/Sl20ca+kf1LcvuDG9o/1W8rcbBczoeqzz8jpZb5Wt1PlcoePGpbt2tiEsf8eUdvbraGOeNtYx74jM7I4+mlcGnBmgyFz79Un4d+9tqgqK+Ju38TNwXmf05wcwd8Nn+OTgSVO36uAJxBw4gXLVvLDSnnLu5vR1OzB8zhKMXxqHaZJv0dUmRCPW7sC46DjM274fYz+Ow5K9J0w/fSfOwuDZS9CmX4ik0Xh/drSxv9LEDxPX7MDAmUsw7dP9eEfqWdGscxDmJRxn1oD5pmIzBYdDP2nXd/piIzhrNvbFjC+Po4+Up0v6Rscg4+kuUcnxm/dj4MI1GLFyO3x7hxj71F3HwEVELJQUoTj582N4XtIGHQLx4c5jNBt0j1gM7/aBJh/22bG0fO8FaxA0fzWCl20DI5/GQQ6New3Be0u3oee8T9BL6kdtP4oSIiafKumBvmLvNvcT9Pl4K9pNXiTe1//tOGc1vHsMNhWtJy2C76gZqCflgNmrzfxOU5FHD3ladObRZ663rQwYBgoWLGhSR5E1OTwChYsUAQVSyKBBJvrZN7AXmKczo3HffXcqrUybBUY06Rs+eTKYUlBZ/rQ5nodtEnbboqvMExwmZxvm2S5u9WoTmezSoT1Ybt3qLWzdsoXVNwW2YVuem+n58+dMu8zujeemH9vxXLw+NuC9c3oA8+ESGQ4ZNBBjR482HPCaaV8avcTcM+v6BgWa66WdfZKLcDsn4dKedl4D7SHvD7K3G0RzroLezL1noEQZTxPBvNkzU4hSgDr7P1vGA4xiOtu5iCgjO21lJRLK1LnNzZS5iMjRr1QVL8diWp7D7H83wpnWmT1TVITko0+52UvXEtpYd81yLUfx+UgGbSwPRjeLSL9WmcPshR3Klj0vpio68+JT13tWBuwMBPbpCwohS2xRDLGK4q5goYImCsoIKPO0MSJaosRzYPSPfhYoKCnM6Mu68hVeAIWYo3+J556z3E3qVfNFsA3PSYFXQEQwI62sZNmrZk1zbeyDfbLv+XPnsDpLsM+tn24x0Vu2fT9kKH4+b4vQ8j54P4zwsk/maaM/o7H0p/jmPTmeiNdEG9vRx+vFFx2rjVhnHftcu2a1qSMH9KM/7Yz68p45nYHinjai/AsVjP+dOiQdOYoLqal3qjvtRxnI9Qz4BA4Bketv9D7foIrOe/4A9ITKQPZh4LV69YwwoyjjVfWTKB2F1TeHvzZRRkb5CNrO2yOF9HMGBRkFm2WniKLAssqZpRSWPNc3Xx+GT7NmIkJt52UUlqLs++++Q9wnq01UkdFF9vPN4cNM0oERRwusoKhj3+yHZQreJwsXZlbu66TAFq217o3399rr9eT8h03kkeKXZdPAfuA1vlbP214CXhPu0gqS4TkkAc9ZvEQJZkEOeC08D0EOea5vhF+fZm8aHx68RIAz/TugyNz5+ReYMzcSn366HakXVHT+HT61bd5igFFNIm/d9b2/WxWd955zPaMykC0YoFBkJI4XQ8HEiGLd1183wovCiaKIETqDseNEFF4TSWxzJ8AoIEWZJcJsguywCLpr4o7zQc01jBuHULkOR3FrXcOqtetggTYKVkY7mXdGwYKFzL049vl269YmUsmoY8cuXUWUngSHyR3bMiLK4XLLduniRStrUkZ3TUYOPIck5i/7djwXxSrrL1261v7SpUvG93YOjGquWrUGH30UjUOHDuPPP/+8nW7yXptsfsfnUpLx9VcJf/squZ3StjUxt9XPz2eSb6tdRo0up17IyHzXbFwFvzp8DPZuiL3tc4TUKZNl2z8u2u7r3z+l4OsM3lCUZQd5zEFFZx574Hq7yoDFQOHCRcB5k9/YI4eW4POSYW0KqK1b4s3cTvqHT55sVrgzz2gdU0e89no9swjJEk8crma009Eno7yXRPis81PoUlAukCF0L7kG+pcrX8H0yzyvjyvtrXPQlhnYD/sl6MP7/Nk+vE6BHbf6k+vujXM5KcLZ9m1/25tQ2NaCl1wrhTrPT9DXqsssJQfkgvVswzmcvA/auaKfIpZ2ck2fm4VzVDPlzNmbbap+OYSBc2dExHy1+29f7Xnp53ZF5/vv+Pzt81sdTA/ubmXvSbpz+UKz4r3YXZ5LuWxoT3M/V0V8nsvjG78bIrI4qOjMgqA8WK23nEcYoPhiFJHih0PT4ZMnmQggo4SMxlF4crEL53vSlzZSQ7FKf+YtsE3Hzl3M0DT9KSAZKWU92zLNDOzX8mXks65EW9kf/Xl938hQNBf28Po6dulihq9XSWST9YRjnmULvJ75c2aD18M+2C+vi+ejgHS+N0YkKQLpT3HLc7MvXj/bMbXaccEQxSLnodKHnNCHeYK+THlfrGOfPB/PTVHLfgy/QYGGM0Y+rTZslxluJapJ3z179kIQCaSJAAAQAElEQVRx/zk4cuRoZo/U2H+SqObmT2JAMMJpjPbDF1vj8cmiSPP6S7sJ3IOTr8D8dHWM2Rje0b5b/OOWRIKvwrTsjum3exPgHMFkfzviYrA+OhKnj9remMP08sVUJO2zRVtPH0vCzrgY7ONenqkXzL6cVr/cu5NgmRHNAzviEf9xJH6UNrT9cjYFtB/dn5CW0k7Qnnzcdk6m3LOT+3MyZbTy68/iwTL36KR/Rji8cws2LohAir2f3yTq+M3OeLiJ4ORrM53b/Evq+Uaiz1dEwdr8nemWyAhwz05nf5YZyTwgkcwvVy7ET/bXZTJlpPP0wT3gYiFukURf4pz47FwYAcd9Ovk2ot/l3N9sigVBoUpf4uSuLdgfuxA/53LhqqKTT1uhDORRBih+OPRL4cZFMJxXaVFBgcfhZoJ5y275W2UrpaCiLxHUt58Rh6xzbMuyMxhVZFvaeT1syzxB8cn5pkuWLTeLmlhP+82AffKeeD3sg/1awo7XRDvBPPujaKQPbWxnnYv1bPeNRIR5PVY9RSMFJNvyXPRhnmAbpuyTebYheK+0E7TzvmhnnqDdGf/5z3/hOFfzZqOaR44cw56v9imyAQdJ8iycn6tVpuDsH+CPE0cScVLQza8JbMITWCViM/6TlUZw9hI7xSER2LIJTonvqaOJeL+DP5iyvyEd/ZGwbbMRpbZ8PM1pmDYsGOtEkDqvMp8xPBiJIkYvp6biw/7djCg9fSzRtEu0i84Qfx/sFcG5TwTlaRGTSyaONvU8fB4Xi8/X2oaxw7q1xq61MaBgnTagu9m789ezySI2U3FU+roiQnZijzZsZkChuXxyqMmvkHRyj9ZIlv5/kzZTJH/osy0mYjmunQ+Oi2g1jg6Hab3aYM/6WPPGougxA/GNCNB/SVueJ0WEH/txcDdZDrmHd2yGf4kYPnUgARSbK8YONHWfivBcN22MyVsHCssFvdsYsZmvkAui+rQFReg56Z91pw8l4NyJI9g8/QPThGIzbvwgcBX7VzEL8en0Mcb+qdQv7NoMFJ/fblqFT4bZoqTbZozBt5tjQRG6WdolH9pj/HPjQUXnLTxV/ocwsL0/iEHyQSf4a/MWuvhbrvyFSfytTm6xsfXL8WabnZQPMH35K5IfbOZvFvzVeLO+6qcM3GsGKCo5/5QRSy4K4vC6o4i8W9dz7tx5nat5t8jNBv3u+jQeL7/ujR6DhqK7YMCYCSIyU8yVFXFzx/Dw2eg6cCieK+uJU0eSwO+cCtW80EVsnYOHmr06EyS6SeFZ0MUVvUdPwNvdemPM/GgjPk1HcqDglATBk2ddt60So5qe0if36nxv4iy6oZaPn0n9utj2ymSBe3V2GT6e2Qzxg4hFVvSaMAvcp7PXhJkoUMgVZap44YlibmjaOchs9k6fzNCy7xC0HRpmqimO24aEgft1tpE0QcSlqbAf+P2ULMKv49gZqP1WABp2DMKmBeFmr06+3ah6I1+Tt7unS6o2bA6foCF4uWWAeStRl6mLUa99INqOmYH9TvNAz4qgbBQ4BI16DQE3iOeWSRSdFRv64pGn3FGrXWC6vveI0PQJHofqfu3QRNK9sR+l1XNz+Nd6DEGrSYvw49c2cXnhXAqefN4DVXzbob74u95gO6a0jnJo5oEcet335bIvya/ASzKs0LpHb7TubkOF6hnvJ3Y3LnCn/Hrk/ml3o+/M+oyZYvsFmlm9o52Cc7MMcdB25eKFdG9yoC0rrI/4ICsXU68HZeB+MMCoJaO8oePC8P7QoWCUkkL0bl9L0aJP4dVXXoKLi8vdPpX2fx8YOPTVblSsXjPtzC+JAH3B/r1SRISaVWHZLsp30GGJSjLo8b5ENresiQFtFJ7lRTha/iXKeOK1pjbh+O2+PeCwOkWpVe+Y9hg5Hhxe71C7shliz8ivbJUajk0yzB/dtxuObyN6urQHXm7im6FvZsb8IlJZd0yimr9KJHJqz9YgOMTOV3GyzgK/Z9xlCN0ql6xcA2dEIFrlG6WPFnU31YxU8nWYHw3pgTkSzVwkaVHpk0PwxkEORUuWxfcHEzCzUzMDthFzpn+vXkqFtU8nh90LP18WP9ijl09XvF4zvPhuIDisPqN5dRyQIXZGPDPtPIdXqOi8xQfIDyM//BSbRJFi7qAQXb04EoPlP4A1krLMbrfKfwbE/Amh+O5okvnQ79kWD/7ijBQb59VEfRgKDm0wzzaX5T+UlbPDMVGGODZER9KUhl/OpOAJ+aCsmhMOCtB5I4NlyOKCmVvz8aRQzJfyURm+YAPOodklwx1E5KiBWDM3HPwAs4449Fk8Fo4eiBUiKjm8QRvrd6+LxeLQgUiQlEMZv8mHfsP8cPOe28MyzMHhi1VTx6TNnWE7C4xs8oPKlLY/5F44bPHR4B5IlCEP2gjOmVkbMQYx4wbii5VRNGH/xlgZrkjGtqgIU3Y8fH9wDz5bGIEVQ3uAvyCtuq83xYLDGBy64IeUH+qtMkxB/Gj/gFu+mioDd4oBik/iTvWXVT8PPPAPVKxYAe3e9UfzN31QtmzprJqYevrVqF4VivvPgccNntlTEs2k8DQPTQ6HvkrAFxL9lCyel+gmU2c8V8YD4xZEY6xEMzsHh6BCtZrg+9S/ETFq+Z4/kwx+/7BcrmoNfLgsDlxQRPFJmwXr+2rYnGiEfRwnw+IXwO8gq/4GaVrVD/ah+KdLe5rvI6uC32fxS23/x9PGMlNH8HvHsWzl3UWwPl7UDb2nLzFoGzIebqU8req0lJFOq8DIZ76CLlbxplIOgdOx5fthYLSzs0Q8PV+tB24OTztxYOMqMxTffsoidJ+3WqKbbshKeHLuJtvS7/zJIygiwpNl63zMW7h6MRVNR85Aj1Vf4SG5/h0zcm8A5gHrpjW9OQb4AeU2FoflPwaCrSYPHSCiMhHvSPSTQxxTpUw7J3nHLY5CCfkPgmX+h0CxWVd+fVJk9mxSB8Xlg1Vc6ik86bNQRCg/mI3825v5M5/F2ba64LA63wZBn09EQB4RcclflL/+dAbjuvmjTFUvVK7jjfmjgs28mV/PJiNSRCUndL9k/6X5YffWbI4vRVCunReOFxv74mn5EHMOzRWJTP4mbRaPGYhSlW2/xB4XgZu/kAtKVpHyP4AlUlfjDV9Tnv9+DzPPxnRoP3CVIP2Z0vT5yoXIJ+3LyQeY82UoSIkVHwwCfarI0MSuFQvxnYjKovLLMp/8wi1eSc7FxnbwA7s6bCAeLuKGGn4BOC2/Nq2J2evGvw9+sB9+yh2/y/DEqmE9wF+RhWWY4hPJsw76J8cy0LxJ4yyvnSvBufiHjvPnzAHLzOdWuLkVQ73X6+JdEaAUky43iH56lC2DGjWqKbIBB2XlWWT2b/Ll1+tj0ycx4DA7xeaHQwagkKtrZu6o18wP/O7hgiFGPKcMDTaBD74a89SRRDDwwe+aD/p0w3kJVFgdFZSh94EytD6+bzfj72jn9w8XEf0sQQbaHUfUkuS7hjZHPCvfW0f27zHBj80fR2L/ji2mmt9Jv8j3CBcRMQDCFetXJPhgKuXwhXz38PuttEQkl00OxcEd8YiT7zOpuu4v31LEgAgjnAyALAoNvu47p6R8V3H4fsfyKJw4kICN8yNQS4bZr+ssC0MVGWrfEhmOU/L9smtFVLogiWPTnySKumHaGBzZ9amZ38k6Tgs7fXAPs2moUL+5CZQwEPK5BEyerljjhq+//OKjCHwp+FnEKaOkT4pAnVq/TFp/uSmjovMWnyYneC+ZMRVLZtrA5gnbtqBz8FD5tellUpZpJ3zaBJghDkt41hXBWa6aFxq3bg9P+fVZR8pviMBMlOEP+hM/y4e2oAiw/hNnoZoISdooOl/18WPWoHmXINR/pz32bdsM8/ox8eeHr3JtbxyRYQnjJAfOqeF8mqadg5BfvqC4mvBLGaZ/sbEf+KHmu27dS3ngkP0/jVLyn4GXiFHiMfmVyZV/peSDnb+Qi/QGE+HkisBeEYuRX85pjPZDMeknn9iY0vRcpRp4pWUAqjbyxXPSx79+SqYZXcIXo4rYWKDYpJ0p25aQNrQ7otXoGagoAtWycfK2la/XczCq+bXD8V1bUOrlemAfFKElJc+J2ZbfPU31ZPeMgfkiNM87bIVUsGDBe3bu+3kiV/ks1xAxxejnG40aoESJ4vfzcvTcf4OBitW9EDxmAr7Yuhm7BN0HDgVH0zi0/oLDsHsFyRd2c0MRGV0bK1HOL8V39eIFaCbfJa+LEC0oovIDsZ+XCGec2Gl7u1uQREDdUFe+Z3iJ/O5pPyAE38vIG8sWhs9dIqNmqWZond851e3fO91GhIEjbhSKtRy+fwrIuYImzMT+7fH4RYQt82UlOEH7wFnR+EXEa/zSSFSS7yN+9/A89d4OMAGRKxLVa9U3hCYcktGz18XO7yMamDLYwTy/XxjlZABl+7Io1HzDD3VaBbAqHQZErcZvcr4dyxeiQq16aNAh0NRXkwDJoxI4MQWnw/PyPcPvJ8vsEzjEBEK2REZIBDMVbcbMMFWh2227DlQWUVqishe+lJE5zuEMmLwI1msw6wQE4pCMunEYvWKD5qadz8BxZnidI3EPyXei36jpxl5B6l0lgGIKcnjp3V5yBBoFjzOidH9sFNxFoNaU4XZTkQsPKjpv8aFyMndYZLQZ2uDwxjn5gBcs5IKC8iFkV0wLFHKRX5g2gcUhD9ot8ENv5TNK270XAk+JWnJ4fdA7PibaST+uFuSvSOaJJxw+TJfll+RREZoEP/RPiFikTxmnOThl5D8FfoBZR6HJlKD4tOyZvfOW/wF0GjfDiM7x7ZtiVfiY6351si9HUABaZYpK5vMLNxxaH/9WXTOkzkgmJ2SzLjPskF+Kczs3A4fT/5D/sBz98hWyRQTOn0gyK/9+OJQAgv8BMOLp6Kv57MNA3OrV5jWZFI28Ku5/yS2RCK4Sp80RjGZy4Q4X8LANtyui3/nz57B1SzxY7+jP/rjtkWN/9LHOyzrmrTbMW33Tz7LnhPS554qj8RsNbir6mRPuJy9eIxcScQER8dLr3oaCIjLsTvFpCnJgvogITsmaRUV9QycgZMpsUFzSRpQo44lOEgB5X+w+IkZp43eQJTpZZqDD+XvoSenXWkRUW8Qlv0foS6HZT4IfLDsGPVhXVYRp7w9nwb9/CKpInsEP2vk99U6/EHAxkbcIStoIBkR6ilDlkDnnelJ4thsaBpvo9KULGARhvSnIgd9TLfqEoHPYTDAQIqbr/vK7qXnvIehoX0xkOXARERcTWWXHlEEQwrLxe4QLiji8/nr7QBO8sOqYsv7FFu3wTugMMC0uorWSPRDiJUGPpiIyKUJfsNvYpobYW09ahFfbBRpBSVv5Br5mayXmiZfs4pJClIuIOMTuWd/X+PfebBO89MtNUNH5N58m/xO4JELovIhPdsX0spT5QWf5VrE+Ogr80Iev3YFG/gHg8Dq3qbCG1p37K+DiggIieLlSkOAH3vL5d254aQAAEABJREFU4ViS/Hq1vS2BNopS/opk9JKTtGkjOL+TduYzA+fK/Cq/Jv2HhGH4ym3yyzJZhjPSDyk4t7Uino72z2U4nXNlgpdvg9+gMMcq+YV57VqtikObVok9FZ3nrgZ/PfKDbdU5poVleJ6/KF+WDzHBD7FjveazFwPcAP7SxUvgFkQUj0uXLDFvIeI+nRSKzsKPIpF3wG2FChYqCPoXLlzYbMtU4rnnUbBQIRGfW8CoJ/ujMOU2RuyPbdkf63he7onJurjVn5jheApUrkrnPp28nvDJk3mqHAfn6KeLq210IsfdiF6wMqAM5FoGVHTegUfbtHUAJg8NxqerY8D5NT5Svt1uGbWcOSLYiM3EfQnwqFbTbM6bmeh8pYkfOL+TC4k4j4aLiZ4ufW2y9YTurbFlaRSY8pr4C5O/LDmvc6sMWayYEirCNBUVa9djdYbgwqJ//OMBcAERN+Ddsz4W3Hy3pAzFOzZ4TKKv//opBTtXRDma0+UpOL/duQXcC21e7zZmhTvb0Omnk0euW0j0rAw1/FuG5bmAiAuJjn6+BaczWCRUXn4dMsK566MI7ItZiC8kffJ5D3aruI6B7GGggPRp1kzEYjzKV3jBXBQFIfe+TNi925StQ8cuXfG2f2vzFiGKVc7dpECkf4nnnjPi0/Jl5JOikvts2lATWz/dYqr5hiOe02Z/ERSo7IMRUwpTtuPKdOOcgw+MflKE5uBb0EtXBpSBXMiAis5beKjPlfVA14G2uSiOzTifk/NqGOVsKkMaHN5gfafgkLRFRCzXbeqL4mVsQohpwHtDaTYYPmeJSd+V4fUWXXrj5zMpYMo90p4t7QEOZRgHObw/y+YrWRPl/HD1DlhD6iOWxKVtWcGoZ4dh40VUXgDn07w3w9aOw+n97PmnS3liyKI1Zn6mu5zH6w0/dpuGNiHjzb5q+QoWwvCYbeBwRf5Crhgm0U6maY6SoaCsb59PwyhnNfu8Taky8zq5eKiq2N79YAZN4DBG4PzVeEmGLWhoP2URk3R4SiKYnNP5x8ULZiFRr4+3wrvHYOPDoQuTkQOH09+ZuBj5CtqG21tJnjap0r/ZkIHiJUqkXdX5c+dFTF4UAfi1AcUkhWSag2QYieRbfeIkOnnp0kWxZP6X/Tm2Z38ZeReUiCn7osjt2KULGPFs0+otE0XNyF9tNgb4g2Dq5ClITEy0GbLhkdfH68zq0uI3bQZ9ieTk5Kzc71o9tzw6l3L/zn/Xbkw7vjEDebD2gTx4z7d9y4VcXM1cmow64MpBrl5natWXKOOJgtLGKnPI3SozLW4XoKz3rHZt1TZXDvp1DQJT1nFeDVML1twZq8zhde932oN4oqht7zGrjpFNTuSuXNvbCFTLznkzr7UKMHNo8ouIpJ0p7cxbeKyoGxp1DAJT1nP1OsG85eOYUmi+2jLAiFiKUKuOec6LYZnzOyk4S1TyMnNnWKa9RKUaqBtgmwTOsgUKT26++6zUsw9r/7NnJApq+TClyKzq1w4E87QpsicDjC5aV0aByDIjmQTzVh1TRjUpCOcsiATfLGRFRVmXEdjfN18fTqtie+c+0yolY0U72ffiZcuxds3q6+aIipv+tTMwesRIhE+Zgsj58+2W7Jfw+nZ/ufuGF0ah2c3+Y4P30qRhoxv6383K2I8iwa2S6pd/HkQDSYmGFZ7HgPb+MItXZ0yF8x+uXo+eeb3d2S8nlXu8WCrLyw3v1RpcrZ6lYwYO8ZERIDKouiOmRX3bmtE4jsgt6df2b/XJNxPFvPf3+vhbF3AXGqvovAukZocuHxfx+VLj9FHL7HBdeg3KgDMDHO6mqOQ8TGJp9BJQOFp+zF+6dAmsC588CfPnzsG339hEZeEihcHhdApHy9+5P9a9Vi/z6SNsx3mfXKjEuaJPFi6MwkWK0KxwYoDRzaSkJHh4eCB2ZQwuXLiQ5kERx+hi5PwFIkgXpNXFrFgJC/RhH2zEyCLLjDayDfuybLSzL/oRrKMP7UxZpp1g35adZQv0oZ1g3rJbacyKFahX3xvRy5ZhwsSJSE1NlWj3jYWq1fZOpj9JhJPbJdV/0w+bvzlp0KZHEIiNh09iQmR0pqfjfp3cQilTh1xa4dc7BG6lbKOG2e0W6/ccnLYnZ3a7tuxwPSo6s8NTuAvXwOH2W30TxF24DO1SGciQAQ5nWxUUeKFjxxmhSYHJiGbBggWxau06ywW00Y8Lg5gfLf6s7Nilq7R7HlxU1LFLF8k/B/pl1B/7pg/bEa+9Xg8Eh9cnh0egcOEiKP9CBXMu1iuuZ4ARQVqHjhjOxIhJk5EDo4v+rd4W2wqEjhoF/7daiRWIWbkCwe+9h9EjR4oYnQ+fRm8YcZciw9lsw2gj/c+cOQNGG3kOCkJbXytNH+xr6uTJ0u5L0/eA/v2NffTIUabv+E2bjN2/le2crIxasMD4sz/Ln3YLn32xC7PnzjVFSwi7uacfKTKVd/nw0fSp8H23fZZn+XJrPNo3rIW3XqqEOWGjjT93T+GenSzMHT8a77xcCZ3FJ25J+heLsJ4I69sNPd6obTB9eDBN4PZJMyTPd67zjUTcNYXrCVjJhayzRgTjfX8ftK1WEpP7dzPTtVi3ZGIopr7XDd3rVjYbwnO/zp6vVQbBtQVcn0C/NXPDMbKNj8EoSbkglXZu3xfa1gd961XBpB6twT05aSdmD+yOnhLxHPuuTzo764iE9THgNknEhICmGNWiLpiyzHpH8JXMMwPbYFijqpgV1AYsW/X7NsQi7K26GPlGVfBNRJzGxTq+e31046r4sFVdfLFyIU1g3YZpYzD57bqYItgoeVZwn87lQ3tggk81xIUNMrusWHtE//5TMlYO64EpTashskszcN9Otrl68QI2jB+EiGbVMLdNXfPeddqJHTPGYOab1bCgbV0cWBVF033EnT/1A3e+S+0xIwac3wKRkU9esHHREOF8r98dvPFKeGf/zMrnTyZlVqX2bMQABaDj5VAoMhpJUHA61jFPGyOYXjVfNIuGKBQd7WzPPulHO8vsi7BsTOnDeoI+hJWnL/tnWZExA4xK+rbwg1fNmibaSUHn6Mm6tRs3IGTYMDAi6hitpMgj6L9SooxMifEffoiTp7/HimXLTbSR7enHaCqFKqOU3g0aIHr5MoQMH27OmyoRVtopLAM6dADbsB/2Z4F2RjH9WrbEls3xlvm6NEYiseFTpoD+7vdBdP50JgVPuWUtdjnvc9qKtYhYudYsWuVG8JckOkvhyfUEn66Owce7DmLuxs/wzVe7cSn1WhSaN73WLkRnrN8BgmLz5zPJRkTuiIs1u6Ys2HEA774XgpkiQtnmZ7m2pH0J6PfhTCzaewLPlvHE4kmhrBKhmYhnSnti4podprx5aRQmrN6B6VsPmO30+CYi7te5a20sek6YheGL48ze0HxhCRt8KELzrb4hmLxlP7if58zg7jQbuEsUc/qXx1GxtjfWzws3NscDBeoVEW4J62NRsrIXuMagYccg7BER6ejH/OrwMSj/aj2M2rAP3u0DcepAAs1mEWuc1HGNwfD1+8wbiOIixuDsiSTsl36GrtuHXvNXI2nnFuPPtxL9+6cU80aibvNW48jnW3BoY6yI0VRw7+hArjeQKCc3kOdrNdno93Nn8EIDX/RZsxev9xyC9eMH0gwueGUmcPVecP0BF75eOJdixCfTDou3ovXM1bh6MZVuuQoP5Kq7ycY3M6xz62x8dbd3aVzNftL+Ab7ZHvjLknD2n9+nrbPppst8Dab1C3Lr9Nz7+rCbJkQd7zoDefEEFGepInJiZVj9+WeLG1GZkpIi0cRrQ9KenuUMNZ7lru2gQYNXTS+4uroaUEwyykk74f60TXAlJX5rBKUl/Cg0eT62o8BktJNRUg7Bs12SfSGTp6ftXH4tW5ihctYRbOeYMu8M3hOjsBTLQ4cPc66+J+Wvv0oAN4jP6mQvvuZt1ghwm74SZT1xSZ6F1YbrBbjmYEhHfyNIg0ZPML5WPdMmrduj16jx2L4mBnwz3s8iOM+LqGSdZ9UaqF7Htj+oZ1UvPFnMDaftG8hzTQH38aSfb5cgs1sK8wR3VeGagv3b42FtDk97ZRGLR/ftBkfcwlZvx4/HErFGIp7cqo8R0B+PJeFpEZZc1Ep/ri8Ys2o7swav2ff35ItJKC6NMYNDqSo1kCACMXrMQOQv5IKG9oWsjq6MbL76VoAxPS8ClW/IY4H2/C6u4G4q3BSe52FAhGsM8hVyxeIhPZAowrL1GNvG7t/Jd92LLQLMOgTW91m6Le2lJc/a1yfQzr4tcN1B6ZdtU3uYf7iIOxgYOX/iiHGh2PxmUyweKuiKn0Xsnty1BZV9A8w+ndwCsGbbQOOXmw4P5Kabudv3wl+UhPN5zpsP7/UrDzOzO7fnL85Lqel/ldKH/ykwzQjcgzMjO22Z1XFYgx94+jiCvxody1beeajCeeI29+60fK00MxF66qDt16Xll1nKX5JEZvUZ2c+dtH2AHev4wb4qv4QdbcwnZ7DdEu0KZUAZuDEDMTJM7uLigqA+fdLAFgscFhQlinCkLfnH9P8fJuxOMHM8KR4pGh2HsRk1ZRsPEaysow/L7IvnS9i9G4xotu/YEYyIUpRe+P2Cibba/BKZyLD+SnB4nX0YQxYHRm0pOCmCOaczC/f7Xl1IBNKNLmKeRDh9RFgmbNuM1q9WTntBidVmz7Z4vNfKR+wpqFHXG8UdFrJaPo7ppQz+/2S943eI86JW1hMF7Nf6y9kUBL5eBQd2bAEXtTKiyfrL0jfBvAV+P1n5zBaqWvVWyihncOQaM7+TQZBpvdpYVSalkMxvvxZjkINj3/lEqD5XuQaIqo18UU8ioeKCAcu2wfPVeibK+WGr18DvpD8k6viHXDfrCdqYEpntH806Z1yVfmjjy0uerugFom6PIXiypAfNuR53WHTmfL7qlXs+7Sa4mvC9AH9THhHUFSODumG0YGB7m41CcVAHf4T26WYwWH5lGmc5TB06APzVObZPd/R9y0cs1/+lqOzZuDYWfjgaA9/2SRvSSJThjKAmtTGpf3dBt3QNKSi71a2MJRNHo3/T2hjX1R+fyC9IOu1aG4PgZrWxdNJo80HnZvC0c49OzqWJHBWMPt5V8enSKJrBX50hzetgxeRQvOddBbvXxRr7+vnhGO5bB3MHdsP2ZVHYIOURfnWQIPWDGlbFYRlu4F6dKfLL7BMZnuAvxq82xOKDlnWxeUEExr5V1/x6ZGf8FTmiUVXwlyTnziR+nvkw14yOzRAtvy5ndmqGT8YNkmGLCxj1WhmTsi9i2jt18bsMcTBP8C1FfBvR1hljzC9I2hZ2bYZtEvGMeLM6TsgvR9r4C3JBm7rY/VEEZjWvhqTNq2hWKAPKwE0wQCGXIMLRT4aqe/ftAwv16nuboWvWs5tYiYJyXiaHxSnmLEHJOtoZrWT0soX0Q5sj/CRSybpaL71s5nZySJxC0xKonLdJUclhe4JtOZU+cpsAABAASURBVCROQUo7z0kbRSnTrMA5ovRhX4zcEgkicGm7l3ihuhdOHrEJ59s976mjiZgi3zncPWXwlNkoJ9HKb/am/6G/bU0M3uoWZFBYIpkMdlgCknmC52eEk2DEk+Wkvdci2RujI5GR0KTtyP5r5+Pe0Y8XdTcRTr4Jr8OwMDDldxLFJaOcycePSL1tOhS/izivk+e7FWyYHwF+D9V+KwD+Q8JM3rF9folYcueUb+Q7i3aK0G8lesk87f8SUcyt/J6TSCXzu1YsxCkJkMSMG4gqDX3ReswM87pLRkAfKeqG76SObQl+R3F4nfnMwGF3gvX8nmIw5OmKNcxbiX4/lyyCs4bBNvn+uiqC1l1E6IFY2/cz2yR/fY1TlnMDHsgNN3Ev7uHLrVswPjIa01auBffrZMRzy+oYFHJxQfjytQYFXVzwqdj4YT8vwxZzN3yGycvj8Foz3wwvcfnscFSXX5zD50q/63bgWxGb/LBbzmM/jgNfQWaVmW78OBLNZYjj/dnRaXNpaOd/HtGTQjFicRyCZ0UjeOYSM5zBOuKlJn54T2w9wmbg0I54mrBw9EC8OzQMfWcswehV27Fyim2uDitLVfHCwI/izKvHGAkdEbMdrUPC0Fo+2CfkPxdum+Qmv8zeDBoC7sm5euoYBHwwA90jFqOdfFA3R4azGxGb4eCcGb5erPeC1bjiMCRkHBwOdeVXZo/5q/H+2r3gr0iiYoPm4IbwdDt9cI98WN0FbiwavNDAF3wb0WvyS5G/HGnkRvGtJi3CmyOnY1+sbRL49pljUH9AGFpMXAT/WauxY+YHdFUoA7mTgTt8V4w+BvXpg/YdO6TruXffvibqyXpWhAwbBg6Lt5eoJOdg0kZQgNLGuuhlS02UkmKSfbKe4DD5jl2fyzk6mj5mzZljxC1FJNuwrXf9BjKEvtSck0J3qAyJj//wQ+nvRfHti1n2hUHst+aLNdktmLJsCg4H9ke7I3hNDi73JFuyrAd+Skn5W+d6roynad/nrSYgLsnI2WtN/YzNOtSV8vJZ4RjeyV/Q2kQ6v5dhbtYXlGjgqC7+IAb5+5h5nbQTP4sw61ynMoaIfdPHUfDt0pvmdKDoLCvfGQMk6BHWzR9H5busmXxPUWhyKJ2Bj5FtmqKAiMAfZai9gJwvQL57KDQndW9tvove6jskXZ83Uyglw+sbJSjCCCeH2DMaXm8m31HLZPh9coemmNKhmQyPu5iu+b31ylsBmCq2Ob3bYG3EGBPppAC9It9T0zo2xTQJhDz6lBtKVKqBN3oNxvfyHcSgyCwJjOQr5JI2vG46zOBAnyX92iLajtd72PaYfundQPwoo27LxM6FRPwO48tMytVvjgsSVFkgARIuJGKwJINuc7RJRedNPr42PYLQrn4tTAoZgBeq1wTn1fDX6amjSXhfIpzEd0eSZOgiGYe/2o3y1bzSeuaQR1rBIfOzDMtXt8+joZm/Tr/abhOE1RzsrLPAX5BVHerKVrX9x8oIKH2mDeiG8fKhXyrRy6P799BkwKENZqzhDeb5VqF188IxuUdrzLZP4j4ugpJ1L9SqxwT5C7nijY5BJuIZIUMXS+TD6zysbg2prw4fA64SXCMf3rMnjpjJ5Pz1+FxlGxec72LNpzGdOx08XrGdk+bi8iHnRO2KIip3x9iEI6OaFUWEsv5GKGmfQ8M5MZbfhXNnTJRzZf+22DxhEPiHE7aZKpQBZeDGDFAQ9pYIJwWgo6dlZ0o753LSj7DmVNLu+rAr2otgpd2KfrIvlllvwbLR7t2gvmUWUVlTRKVN9LI96+lLB0ZIWWb/1jlZph/rmbLMvCNoc4bVp6Pf3c6//Hp9xCyKTHeatj16g7CMraVMWOVxC6JRQSKkFeR7xr+7TQT2GT0BY+ZHG0yRQIjla6UcUp+5foeZ18mFRCMk2NGya5Cp5hxOs4io/1B8vO+EWVRkKuRQy8cPc7cfQJcR4zE5bgf40hExg4EPphY6DR+PkRL06CgpX1LyhEQ6KS45p7P9sPFg2nPCTAwTH7Z5qbGvWUTUsm8IOJ+zYi1vmjHjy+Mm5aGUCNne05cwmw5B05aYBUQcXh8QtQbNew8BU0Y80zlKgeJy9MZ9EhSZifeXb0OfBWvMgiKpMiJzoNh8AoeAi4k4n5P2NhI46TR1MTpNXWSinbTx+6v7vNXm/esBUxbh7dAZNIPfVdxH2hTk0HbyIvBNekSP6G3ot2Yv6vUYDC4mKi/fZ+KCh0XItpu9Gg2Dx+FdCYI0HDCOZvA7q7XYW0xcbBYStZY6vw8XmbrccshrovOWnhtFpdWgrXzoZ8SsBX9RThoyALYopyuatWmPsfJBJz6Q/wheb+aHgi6uVjOTXkq9fr6mqZADhack5i/n0BR0sf0Kc+7DOMiBvxQvy68wyV73t4Cc10Q5JdI5YOYSDF+0Js2HwxlpBYfMu0PHg5HOPhLtJPghZzXFJtPf5Ffu3EHdmTVRzk5jbR80Y7AfLF9GOYlu4YvRRyKWlt3uZpIrMoRgMjdx4IecH2jOo+EQBSOeL8iQR1ZN+YHOyMdHIp+MdLb4cBH8PvwIrkXcMnJTmzKgDNwGA1ws5OKa/v8+dsO5mgTziusZ4CIijphxOtf1tbdm4fcGcaNWTxZzz7S6+A3meT5b2iPTdlYFv4MoNq2ylXJBkZV3Tq2AiLP9Vso3s2cnI5aZ9WmJTcd6fv8QjjbmOX8zIzvrMgMjmRnV8buKQtO5jt9NGdmd/XJiWUWn01Mr6OJi3gxxUYTi5k9iTC1fT9ZWopz8ML/Ztr35hcmK58p6YvXiSFwSX2LK0GCJciaY+q2rY/Dd0URTt1SGNOjvjHLVauIre2ST7RP3JiCzCKfVlqsFN8kQO8u/nE3GzrW2a+TwxmW5Dg5rsG7X2lgw2sk8UUAEKVNHlKpcA4c+s0VWOYQ+RSKezqLQKtdpZVv9x8najn0wz1+SnKxtzZvhPM5lYweyCoxycj4nC2dPJCHRPreGZWdsi4ow8ze/lyGM3SsXml+Q9KnZIgAf9W0rQxnNWbwtuL9QA4n2eZw/n0zC2hE9b6ufnNyIb+kxG6BHL4GmOYMDPrOc8m8uetkyWBFPx2vmEDjhaAO05MhA8AcT8FSx+/MjmG++a/feUMfLScvX8vFFrSa+aWXNKAN/lwEVnU4M9hg0FBMkktnNr4nZxuL5sh4o4uYOXxGbwe390atFE1OuJxFNomZdbwS1bGKG2EvIr0RGOkuU8cTbMuTxQZ9uaYuIylWt4XQm4A3/APBXZ6/Gtc1ConbvhZhyQRnS5nDHdQ3E0LxLkNlXjYuJpvbvbubIiNn8HSgRzo8nhaJjjZLgXmhvy7AFK5yjnO72X6ztJMrJCdz9vavgo9HBaDs0zAynP/6UOygi2Za/IDmEMbBBFcyTiCfnctJOlJShjwXv9wCH19t/MAPxC8Ix4NXS2LkiCq3eD6MLfIKGmM14369dGtwDrWojX7Mfmql0OJSoWMPsmzap1WvgBrwNew3GUyVtv6w5pH71Uipq+NmEr0Mzk+VWFKuG9TALiQqXLGtsPDxUyAWFn7eV6/QYjORDCWbT3c0yvN5kxHS65Bm0C2iH1+u9jiKFC+daPPH440hOTgH+7/9yzT3ymfm1aJln/p3m1RvlynR+z9yP+y8oAYni8t2V0bn5/URkVKc2ZeB2GFDR6cRagzf9sHjzZwbdRYASdGkuonPGyrVmIVHXgdd+FXaR/PyNn5mFRJ2Dr9lfF1HKhURzNuxAxwEhGDUvmt2kAz/sASI0p63bAaK2jx/o8Kz8B1DLx4/Z67BqTjgavNMes7YdwOjoOFNvDV1wrg3n0szfcwK9Jsw0W1TQ4e1+IUzSwA15WXi8qBu6hc3ExPj9GPxRHCra59R4NfYFN+elD9EmJAxhm/YjeOEacM5Mr2mLaTZ7oo3ZuA/c+4zRzr6RazBh5zFweJ1lOnFIgwuJxu44Bi4mahI4BBSerHNEx6mL4DtoHAav22s2363kMIzOyCfnx3AowrGNlX+lXSB6r94rAtMDr/W4Nhm98PMe4FYU9OMkbZ+RM9D9k73gPBmWac8r8GvZwsyJc57DlpvKjZo0QY2aL6GMZ4Vcda98dnnl36neZ+YMcD/Pw18lZO6QQQ1H0DjSxjcRLZcRN2uFOl1XzLYt9mT+74Kjbn+3D7bnDipc3c48U+6k4oiEdbGsyhRXLl7AZ8ujECnBkNXhY0zAw3LmCnQr/3dTLnI9uDEWOxZGmMVFGfXHaWFch7BTfA5vSn/dXES0z75WIaO2udmmojOHPV0Oo88dGYyxXf3NlkmMiFapbZuAncNu5aYud9nQHlgdNgiOE7VvqqE65TkGDh06bO45NTUVKSlnTF4PysBtMpDtmp07kwziZi+M07u6NKpt3LkxfAEXF1B8WsLzTorOeSOCzXn+zmHrsih8FDoQv55NzrCbr3fE4/iBG4tuTv/6ZucWVH/D1wRDZgS2MSNo7JBb+TH9u6CY5Op1Ck/O7eR3FHdWce53cb+2Zns/Bks+dxKe3Dbpm82xpt65XW4vq+jMYU+YK9f52rHeH84yWyYFSVrA5frJ+znstjK93FajZ6D3x1vxbKXrpydk2kgr8hwDv/zyKwjrxpOOHLWymioDuYIB7phC8Ga2rI4BX4MZPXMqdm+1zcun3RHzxofCp017vN0tCOWqeYHCs25TPyyfNTXNjQKU4pNvKbKMXBuwd3s8YiQS+llcjGXGTskn7Usw6wg44mZFNz9fGwNuq2TtF80Gu8S2em44uC8ny8SutbGmvGVplJkiRpsFbt93UESleynbdCjaORLHnVOImm/44crFVPj1GcKqTMGFrw06BJrXXpZ/tR6Y524rezfYIo3xkRGm7RWJiPLNeFxvwLUGxigHlhkR/WJlFAjmxZzuL0feuMC1TkAgvPzaoWHPwTjkFMnkwlfuu/mqjMK90MAX9XoOweFNq9L1U9W3HfhGonTGPFBQ0ZlDH/J9E5r3gS/+mrwPp9VT5iAGDh76Ot3VHjlyDFev/pnOpgVlICczcPir3fjavlH73LDRmDw02NzO3PGjzf7QpuBw+FYEok/r9PPguTl88ORZaV7Th9v6WCkCk2DFTIla7oiLAad5cXFrzBzbMDwF6JT+3fDDUduG7iH+PuaVmM+U9jRrC7hPJ9tzn06uKShQyAVLJ4UiXkQm7V+si8EyKf8iEdsrIiBps9CkUxD6zViCjHY8oU/MlFAjODOrpw+RXwIwfGHJNxLtZJmvvywv4pMbwLP8nD14MTuojXmBCad/rRg7MG2B66dREZgrdfSlGJ3esZlZ3MqyhbKv1EvbLom27w/tQT65V+YtFCnpgZ7R26yiiWg6+5R6uZ5Zh5DmlEcyKjpz4YPmL9Uf7Zv+3o3b40a8d6Nf7VMZuB0GKC5Pnfr+uqZHNNp5HSdqyB0MXLqYCu7VyT06m7Zpb/aHdryz8yLsWC4oIoxpZgieNBPcq5ObfJKGAAAQAElEQVSLWBP32d489KyIyP4TZ5mdVCg8Hd9IxIWsrfuHmBeUMN0nEdFnSnugoIsLOPWL+0X/cjYFvSbMgvc77dFT0i/WxqSdvlW/ELwtYBQzzSgZ57KY0v5y72gOub9gX3OQVpFBxn/IOFRv5ItNC8IR0rCqmdt5RaKa1hoDrj84ZR+i51oDri9o+X4YPl957S1AXHfwUosA+A0KQ+VGzZFof4NRBqdDQsxCfH8wIdNFrmzDeZ1fxUThlXcDWUwDt0TiRvCMiKYZ80BGRWcufMgUnPylebdujavW71bf2q8ycKsMnPruO/z55/VRzYP2OZ632p/6KwM5gQFLUD5X1vY2IsdrLpzJXpxcWLRn27XheGtlutUX+yhexgN8M1FQk9rYK6KSNgvPlrl2rieLuuOHY4lWlUkZ8CD4ghKCr14u4CB8y1SxvSjEON/kYff6WNRt1f6mvPkmoVpvBaB/5BoMWWmLNMYvsA2pWx1ckSgrX1oyRyKaBHdVyV/I1aqGp0RGrcKjT7mDczetsmP6ybhB4GKirnNX45GnMt7uioLz84UR8Bs1w7w5z7E981zsev7kEWbzDFR05pBHvTE6Eh909Qfn0vBDzcvm24n2y38K80YGY77gB4lu/nI2GZ/LL0vOpSHoRwE6fUB3RI4emPau21/l1ygnbs8a2N28c51l7tm5bVkUpvZsDQ5nXJFfiGzPydsJ8sGfN6gHTth/JdLO+TMcyuBbiHYuv/ZLkfNg1oSPwcLBPfD5imt2trn70DPkNQasBUTO952qC4qcKdFyLmGgfLWsxVu5ql7gynXHW163JArrlqR/+5FjPV9WsvDDUHQfMR7ha3egkX96sWd997ANBewTmYjb4FnRIHqOn4nbEZrs30KyCFs3iaZa5cxSfh9NaN80rZpCsnyterC+x6yK/IVckF+EcJfwxSAY6fSUIXOrnt9f1/LJMnR+TZBadgpOLihqN3lRhvX02yNR0K8EHeaszlBw0uf8ySQUtm/rx3JegIrOHPCUZ40Ill+USWjT37Yl09iurc1VU3RyJXuVOt7ghz9iQDczt4bDHY/Lr1Bi19pYxM0NR9POQebDPyO4OygwfxVxumLKGLzY2Fc+gC74TcpzBvYwH1BO3L4ivwbniiDliU7sT8CG+eHwekN85RfhRvsvx40yhMEPNt9te+LAHliTtWfJL8hHi7qZV42dEnucCFD2o1AG7jQDXDxEZNavLijKjBm153YGOgWHIG5xpBGe3+5NQOSEUKwVwflWN9trMzO6f0Ylf5GAxGkJYGyQQMes4cFg3vKdI99FfCEJYb57HHZO+VyCHfzueUK+e8wion0JWDp5zHWLhqy+bjZNOXEk3RZ+bBc7NRQMhDBv4TH5znEr6YGJIjxPSnCEgZDVU8egmgy304fzN/nikqKlPFg0AREOtXNOp6PQXDykO/ZvjAXndybt3AIPB0HKhkdkuP17GVLnS0t+kmvjwiIuHGLdmNfKMDFzOLlVEhcSMZL5w6E9OH/CNhd2Qj2bjzWszmF20yiPHFR05oAHvVOEY1URlvxlyXkzlyUCeTnV9mrNBu+0B7dMaiai8lf5z4L/aXBi9xPyASS+WBeDSvIfA9s8Lja+cuxH+eXI264ovwIr1vJO25/TrVRZUHDyVZhtQsJwRc5xRc5FXwrOCuLvZv/A0kbByQ/3bz+loP3YGebDzTLrOHGbvwSrygf+lHxAaVMoA3eagYNOC4ic+9cFRc6MaDmnMlChek28UK2muXy+mMRk5FCkmBvKS51k0/0tIUPhk5fHmfmWW9fESOqKD5fFgSvZ6ci5nEyJJ4u5gftEF3RxxdA5S/CVDMFflpGCsR/HoaFDtLNN/xD8cibFLCbq8+Es8HuJ7evL9xDFKr9nBs5aQhP274g3e0VzDicNLzXOeO9p1ll4UXweF9Fqlfmd1mZImFVMl/4m33fpDFLoOG4GGnQIwlcbYiWAkmq+lziPU6rQNHAIzojw+0MCKr0XrAZTrmAvJ6KyXvtAuhg0Fj8uImKh49TF173MJJ8EXio19AWF5+lDCSB+kn7pb+Hf51JQw68dKEZPy/ffD4JzEtW06pke37UFJV+ux2yegorOHPK4+WuTkU3ilSZ+4Iebl04RyvRG4AeXr8fk24coOilM6e/uICBZ5nvdmVrgEESy/OJlOaN5nA07BpqtKTZLxJOTtq1IJ/1PHdyDkwJ+eMu9mnv3EeW93iLU/Q4xkNkCIufudUGRMyNazokMvFDdCxUEvHZH0Vm4mDsqVMt4uJ11Pq3bI3DUeLzVLQgssz2RXnS6G9FJu6cMy3cfOR5+XYPAOZ9+XYJoNnhCzmUtJiorfsYoB462vSmBjydEMPL7hUGQd/qFwPvta6vnX76J12nWlJE3BkekS/OXedpMwenAQIiTCQyElH+1Ht4eHIb6HQJhCU76lRO7t4hLRjzpR6HZUvxebnntGun3XCUvNO41BK8HBF4nOFlvbZdUR+prtwsEUVFEKOuGbD3KBHyZCaOcFvgCkwoNfE3dgC02H26X9JLT4iLjkMsPKjpzwAPm1hP8RckPO/GDPVJ5M5fODxc/uBxe9+lk+8/jskQwM2pLcWrZGeHk/maMelo253TH8oVmE95+kWvwtvwa/Wp9rPnQM0LKDzdRVSKdZ47bhhWc22tZGfg7DGS2gMi5z4O6oMiZEi0rA7fMABcRUVDecsO70MC3dwg4nP73ur6+dQn7lkrX19xZC+dyVvUNADeOv7M9Z//eVHRm/2cE/tKcMyLYLCKa8l438IP/RFH3G175LhmSJ7zfCcAXkl8zNxzLJoeafOlMVhBSaI591wd87di4d5uaOZw3PIlU8nVjmxdEYLNEO/mrkltTMOUiIm7E+9Hg7uAvTHHVv8rAHWUgswVEzifRBUXOjGhZGbh1Bji0/uxNLOi59Z6zTwu+qvleXE3h5z1QVYbf78W5sts5VHRmtyeSwfVwTk2XEeNFbLqY9653Hj7eeL3i4wtO3DYFOQTPtM2lKSPDHm/3G4InirmZxUMDZi0BRSpXEQ5dtEb6cTVzbTh/Bg5/6rYKQNuh4020knM6ffuEmFqvN/zgOBTfK2KRsTeU4QsuIuKioYCxM81wBivafTADr7RsJ/24gCsDq0q0k3ZFzmAgJ1wlFw8RN3utuqDoZplSP2VAGVAG7h4DKjrvHrd3tGf+wuSiIQ8RlFbHT0i0k1FPq1zWoa5ybW8jOFnH4fWXmviaBUWWvzXsznpHUFxSfDoOq3MYg/6WX8nK1+YPcWFRdRGVjz2Vfp8yRjtfaRkARj6tdpoqA3eKgSeeeBy9enZNQ/M3fdJ17Vxf7/W66eq1oAwoA8pANmcgV16eis5c+Vhv/aYeEwGb2bD7rfemLZQBZUAZUAaUAWVAGUjPgIrO9Hzk2RKjoY7RzTxLhN549mdAr1AZUAaUAWUgRzKgojNHPja9aGVAGVAGlIGcxMCPV/4Pk09cxZST6TFVyhbCJe+IiFNXQUyT1BHTpWzw3VVMF8xwwkwpO2LW91cx2wlzpOyIuaevwhHzpOyI+VImFvxwFY6IlLKFKMk7YuGPfyIjfCR2YpGkBsl/YpFgsROWSNkR0VKOTvkTjvhYyo5YeuZPEMskdcRyKTtihZQNzv6JFQ5YKXkLMWf/AhErqcFPfyFWsMqOTyQlVkvqiDXn/oIj4qRMrJXUwjrJG5z/C+sE6+3YIKkjNkqZ2CSpwc9/4avf/5Mt/unfzkWo6Lwd1rSNMqAMKAPKgDJwkwwUL/gAOhX/Jx7+5z/S8IjkHfHoQ/+Ahcck74jHpUw8ke8fcMSTUnZEYSkb5P8HCguK5H8AxFOSWigqeYMCD6CooJgT3KTsCHe5duJpSR3xjJQd8WyhB2ChuOQzQgmxG7g8gBKC5+x4XlJHlJSygesDKCkolQFKuz4Ig4clFZSxo6ykjvCQssEjD8JD4OmEclJ2RvlHH4QjKkiZeEFSR1R87EEQlSQlKkvqiCpSJqpKavD4g6jmhOpSJmpI6givJx6EDf8j6f+g5hM2vCjpG0X/FwHPPnST//qyl5uKzuz1PPRqlAFlIMczoDegDKRnoLgIuREe+aFQDu7Uv4GAZ/+Z/h9ZDimp6MwhD0ovUxlQBpQBZUAZUAaUgZzMwD0VndmNqBUpf93y/BrHeTXM3+y8Gs6pIRzn1TjOp2E+q/k0jvNomLfm0TB1nEfDfJbzaJKznkNj5s+IX1bzZxznzTB/J+bN3GjOjONcGead58pwzoyZK8M5M+f/QkZzZThHhjBzZMRn089/4eSl/5fd/onq9SgDyoAyoAwoA7mGgTwrOod75EO5hx/McH6NNa/GSrOaW+M4p4Z5M6eGc2symVPDuTWZzalxnEvDPOfSEH9nLo2ZQ8O5NC7X5tE4zp9h3syfkfrM5s9wTk1W82fMvBnhlPNmCMe5M85zZlh2nDPDPOfMEJnNmXGcK8M858oQ1lyZqo9nPF/GcZ4M85nNk2kjwxV1nvjfXPPh1htRBjJhQM3KgDKgDNwXBvKs6LxT8yq0n9w1R6fOk/9zXz6IelJlQBlQBpQBZSC3M5BnRWeGD1aNyoAyoAwoA8qAMqAMKAN3hQEVnXeFVu1UGVAGlAFl4HYZ0HbKgDKQOxlQ0Zk7n6velTKgDCgDyoAyoAwoA9mKARWd2epxZHUxWq8MKAPKgDKgDCgDykDOZEBFZ858bnrVyoAyoAwoA/eLAT2vMqAM3BYDKjpvizZtpAwoA8qAMqAMKAPKgDJwKwyo6LwVttQ3Kwa0XhlQBpQBZUAZUAaUgQwZUNGZIS1qVAaUAWVAGVAGcioDet3KQPZkQEVn9nwuelXKgDKgDCgDyoAyoAzkKgZUdOaqx6k3kxUDWq8MKAPKgDKgDCgD94cBFZ33h3c9qzKgDCgDyoAykFcZ0PvOowyo6MyjD15vWxlQBpQBZUAZUAaUgXvJgIrOe8m2nksZyIoBrVcGlAFlQBlQBnIpAyo6c+mD1dtSBpQBZUAZUAaUgdtjQFvdHQZUdN4dXrVXZUAZUAaUAWVAGVAGlAEHBlR0OpChWWVAGciKAa1XBpQBZUAZUAZujwEVnbfHm7ZSBpQBZUAZUAaUAWXg/jCQQ8+qojOHPji9bGVAGVAGlAFlQBlQBnISAyo6c9LT0mtVBpSBrBjQemVAGVAGlIFsykCeFZ0jkq5AoRw4/xvY/vN/sulHVS9LGVAGlAFlQBnIKQxkfJ15VnSOTPoDy5P/wsafMscGqXPGerFdh7N/Yb1g3Q2wVuqcESe2dDjzF+LsWCOpM1aLLTN8InXpkPIXPnHCKik7I1ZsmSFG6gyEp5hMsFLszlghtuvw419Y4YTlUrbhTyz/8RqWSd4ZS8WWhh/+xFLBxxkgWmzOWCK2zLBY6gxO/4nwE1ex/Ze/Mv6kqFUZUAaUAWVAGVAG/hYDeVZ0krURZR/CsuoFDZZKSnwsaXS1gnDEEikTi6sW1Zvy6QAAEABJREFUxCI7PqpSEMRCSaOcECllYkHlgphfuYDBvEoFQMyVlJgj6ZyKBUDMlpSYJelMJ8x4oQCIaZJOq1AARISkRLikxNTyBWBhiuSJyeXzw8IkyRuUy49Jgg8FEzzzwxHjpUyEeeTHuEww1iMfPihrwxhJidAy+TDajlGSGpTOh1GCkYIRdgyX1BHDpDysVD4QQyUlhkhqUDIfBtsx6Pl8IAZKGmzHAEkd0V/K/Z7LB0f0lTLRp0Q+9LYjSFIisHg+9Cr+kEFPSYkeklZ/5EH+s1AoA3eVAe1cGVAGlIG8ykCeFp159aHrfSsDyoAyoAwoA8qAMnCvGchGovNe37qeTxlQBpQBZUAZUAaUAWXgXjGgovNeMa3nUQaUAWUgJzCg16gMKAPKwF1iQEXnXSJWu1UGlAFlQBlQBpQBZUAZuMaAis5rXGSV03plQBlQBpQBZUAZUAaUgdtkQEXnbRKnzZQBZUAZUAbuBwN6TmVAGcipDKjozKlPTq9bGVAG7hgDiYmJSNi9+471d6c7Sk5OvqXr4/0Qd/o6tD9lQBlQBv4OAyo6b4K9RTOmwrdmJTSs8DwGtvfHqSOJN9Hq3rtkdMYJ3Vvj6P6EjKruiG1GYBvTz+YFESBMwekwJ6gNTh38+9fwx8UL+HpjrOn99KE92LkwwuT1oAz8HQYuXLgAn0ZvwL/V27ck7P7OOW+1bcyKleb6bqYdxab/W60QOnLkzbirjzKgDCgD94wBFZ1ZUH1SBOaqjyIxM2YtNh4+iRdf88akkOAsWuWd6mZBQ7K82SaBQ1CspEeWflk5nDtxBIc2rcrKTeuVgVtiIH7TZuPv4uKClStWmDwPVnSRopRRUJZpJ1imnQKPoI1g3oLlTz/6E/Sx4Gi3fK069kF/+lg2pizTznqWnRE5fwEoOFNTU52rtHzvGNAzKQPKQCYMPJCJXc12Bs6lpKCIm7sBTW+2bW+EJ/OXUi9gcsgAvN/R3+DUUVsE9NPVMfjOnqff/AmhTLBtTQymDQvGsE7+WD4rHGw/fXgwRnb2x4R+3fD90STjd1n6/ejDUIzu4o9J/bvh9DGb/QdJp7zXDWO7+mPuyGDj63ygz7QB3cAI59JJoWBfls/BHfH4UCKfkwRbl0VZZqyYEoopPVpj9sDuSD5uO9cViSouDh2I8J6tMXdQd3z9WTz4Z8/6WGyUqOa0Xm3A/FcbbJFH1p2Rtss+GIhZEtlcOLgH2Aft+8TnXz+l4OyJJKwYO9Bgbu82WDdtDKsNkj7fggW92xp8uXIhovq0NXbHQ/z0MTgnfTCl/dzJJKwc1gPR/dri0xnX+jq+awuWiY3YF7uQrgplIFMGIufPh4eHB7wb1EfsyhhQ2NHZii7WeullMApa++VXYAlUlmlnhJQY0L8/m5joIssExR/FIf3oTzRp2Mj0z3MwTxvBPMUkO+nauXNa5JVt2QftBMv0Z//WtdBuYffuL9G7b1941fSyTJoqA8qAMpBtGFDRmcWjeKGG7T/v7n5NsGpRJM6dSUbrHr1Nq9lho41wHDs/Gv7de2NwB39TPi8+lxwiDd9JtJQNzp9JwZ5t8WjVrTfqNvXFDBGcBV1c8d6kWahexxujRGRSJK6cHW7EYv+Js1DLx88IT7aPnTMVHlW90PvDWaZ+88eRcP5DwVmmihd6jp+Jx4u548fjR4wLh9gjRw9E+2Hj0U5AAfrlulgcEjF5XIbf+8xYgpqNfbFotE3Mrp8Xbtp1DpuJOq0CMO/9HvjtbAp+E/F4WNo07BiIkpW9QKFpHOXwrQjHcq96o90HM/DoU25Y/sEgscKITQrQKyJk929cZaKeLd4PQ+LOLfhOht05bB4zdhDeCByMDlMX4ScRlt/L8Llp7HDw7jkERSRiypTmHw7uQQ2/ADQOHgcKzfMiQokN4wehodiIEyJAv918TRiznUIZsBigoEtKSoJfy5Zo37GjMVNsmoz9QPuOXZ/Dzc0Nox2GrN3d3XHg8NcI6NDBiFX2ZW+CWXPmYNa8uQju1x+urq5g+/Effgiei/0nfLkb7k+7Gzv7YGRyt9goJLdsjkfIsGGmjm2nTp5sdWsEJf15LZs3b0qzW5nZc+fKfXSwipoqA8qAMpCtGHggW11NNryYQiIKObTeVoQmI5mc0zlJopu81MN7E4zYZL5CNS8TDT1lj1bSlhFq1PVGOfF9UgTht9I+4L0QUHjWaeqHYXOiTZOvtsfDU3y+l8gm6wrINSTtS8CzpT2xMy4W+yRi2Xn4eNR/p73xtw6/nE1GgUKu8BY723i/HYCnS5U11UelfaXa3qDPr+JXWoRp8vFEuJfyxK8iJldKtPPxou54/6M4408h6tdnCPJLf6VEXA6MWoP8Li6mrkItbyM4HyvqZsrWoVqj5ij/aj2wTVMZdj91IMGqSktLVKqBl1sGGFHqKb6s+E7EI+1PiaBkuVGvwUyyBAXoMxVr4GERuM9U9MIfF1ON+HxabBfOpYBgPjkDAZtl5+qQJxigAOSNxsiwujUHkpFP2iz4tWwBdxGY3g0aIEVGPiw7yxSF7TvaRB6FJOtc5HPiLVFTT09PIzK9pR3bsx+KxXgRi14v1oR3/Qbo1qkzKld4gc0MLOHKPtnmsy92gULSVMrBW/rlOd1FsKYkJ4tF/yoDt86AtlAG7hcDKjqzYH7zJzHgvM6XXvdG/9AJmL5yLb78NN5EPBm5LChRDKsLCkQrf/HCBSsrQ+1JafnCIjatwmURSVaeafEyHiggApPRzkQRpEmCRBGL1SQK+qQIvOZdgkDsF1Ha/bUqcI50/iKR1AIuNmHI/ogC0h9T4leJwB6TqCbBMgXn49LvYLvQnB3cHVN7tmYVUk4cMal1cCvlYcSkVc4offQp93Tm/A7nTldhL+Qr5GpyHHp/RK7DFORg2SV7w79FnrcJajpReDIlrgqvPx5KAMGyu4hQpgplwJkBik0KQdeHbf8WOcxOYWkNddOfQ+G29HcmaUhO/tHkLfFHkUiDZzlPJpnCTQTs1MlTEDpqlImwMgpqOVt9WHM8OUfTEsb0seqZVygDyoAykNMYUNGZxRPjcDpXrzu7FRJBVaGaFw5/dS2a942IxIIuNtFnzek8L0LPWVxafVFIfiXD7SxfSr2AXk1q42fxZ5ST8OsaBD8Rmqft80PnjAzGsyJMObweNGEmKD7Z1kJZGXrnnE6KVtqYssx8AbneyzK87dMpCE0Ej0tUk0Peu+1D7C36hGD0qu1mTmfy8SS4lSyLr3dsYVODEX51kCJ2U8jksHdDbFoNh93zFbJxkWbMJMMoZ5IMtVvVHF638jdKH7KLVkefh4u44eqlC3jp3UADilGKUEefzPNak5cYoJjjsDbnQEYvWwaCQ+LkwHFBEYfIKRI539O3hR+rDTgUPnrkKIweMRIuLi7wyEBs0j9qwQLQr2vnziZSWl8inKYDOTBqaQ3ZU8QyAipmBPfvD56TQ+uWAKVdoQwoA8pATmZARWcWT6952/YS6UxCd78mmCjD6gH1a+FNsRUUEdclOATRM6di7vjRCHqrCV5r6ovnyniiQvWaWDorHGP7dEVIx9YoUChj8dVSRCUXEi38MBQjO7c28zo57N6iS29wXicXE4V28TdX+IRESJ8UoTilf3csmRiK6Emh1w2v0/HlJn4IblYbC0YNxMA369BkUE+G2pmZIdHM5ZNDzeKhijJMXkqG2bcujQKH12cP7A4OpbtLVPMNEaYb5ocjVobdw3u1BiOdBPvIDFdEOH/Qsi64iGhKx2Z4RYbRM/N1tBeVYXWCC4lixw3CxyE9HKvT8o/IMDoXEu2JyXxxUPkGvsb/k2E9sHXGGGyb8QFKvlzP2PSgDDgyQDHHBTcc9rbs7hKF5BxNK3pJO8Vkwu4vQQE5dPhwmgwY0UxK/BaMks6eNxds6+FZDoRxkAP92R/9UmX0g/M6OUTO4XP2F7NyBSg8mXd1fdj0wfmg0hQ8p+XLvnmttBM8B8F8RmAdkVGd2pSBbM+AXmCuZUBFZxaPtpCLKxZt/gwjwmfBu1kLTItZm7aQ6LmynohYsRY1X6uPPqPHCyaY3spLBHTuhh3wadMBk5fHIXS+ba4mFw/VEWFqnORQp6kfJiyNM2Kzx8jxaPdeiFhhopnjPo5DtbreaPveUPSbOMvYObQ+ePYSVJXh9tFL4lBFUlPhcHinXwhGSN3LTXwR9sl2BM9cgqdFRNJl2KI4vC7ik3M7x0hUk0PrRKjkK4oAbSHRzi5hM+mKF6Q88KM1qCCpX+8QdB5ns9do5AvCOMnB2jKp2hu+6Be1Bt0jFovYbIeR6/eimviKC6wtk7htkk/gEJoMqjT0BcUmh9dfEoHKhUSVxfZO6AzkK3i9UGfUsu3kRWYxEYfWX7ALTHZWvr4vaGO+3ezVqOoXgFIve6Pz4q1wlegn7QplwJGB3n37mOimo435ocOHpbNPmDjRlJm6Okyn8ar5orEzQupVsyabgm0JU5AD/VmmD2EJXHcRt+yPNqYE/aQJKDRpJ2hnH2zHMusJ+hLMZwTWERnVqU0ZUAaUgfvFgIrOm2S+iJs7XqjuhSIScXRsUtDFFRxmZ4TT0c65mxSfrC8hQ+Kso41g3gIjmxxKL273sewFpF9PGS5/tnT6/S1p5zA6U8vXOX1CIqJcwU6fp6U9U8uHdi4iyl/INofNsjPiSQFqlZnSh3bHCOdjRd1AsJ6w6h6TKCRXrBPPV/ZKN/+zmIheztMkKDLZjqAvbfkLuSBm7EAc2BhrVq6vkmhnpYbN6XIduHjo2Yo1kE+unyLUcmDecbidC4gIR5vlm4NTvXRlQBlQBpQBZSDHMqCiM8c+utxz4RSQHacuBlev/3HxApoPGoeGva5FRHPPneqd5CQGGAk9efr7DC+ZdtZnWKlGZUAZyOUM6O3dLgMqOm+XOW13Rxlg1LOyDK3XDQg04vOOdq6dKQPKgDKgDCgDysB9Z0BF5x1+BFyFfoe7TOuOe3USaYb7mNmz/tpK9XtxGYdk6P33n1JueKqrEiW9oYNW3nUG9ATKgDKgDCgDykBmDKjozIyZ27R3bFjrNltm3YwbuxNZe959j3stOr/etAr/zkJ0rh9vewPS3b97PYMyoAwoA8qAMpBtGci2F6aiM4tHczH1Ar7+KgFffBqf5slo5qkjiSB2b40H9+Jk5amjibh8MRXcr5NlgvmEbfFgG5YJvomI+3Fae3RyI3ja+SaivdvjcVnOyTLT08eSwOgmU4+qXiBYR/H5+doYHNl3bZ9Qy75L7D9KO5YzAusOfRZv9uS06vkGIit/RSKG3KvTKnN/zq/Fn6llY0q/b3ZuwckM3jzEeoIr078Vn1P2113SRrCc+PkWsJ7ljPD9wT04Ij7OYpPzPk8f2oNju7bAin7+IOXfz6WAr8G0+vpRbHwNJt9MZNk0VQaUAWVAGVAGlIH7w4CKzhvwTsHJ/Tk3f7ISX2zdjHcb1DLi8eSRJAzq4I9JQ0xTrBgAABAASURBVIPxpdg7NqpthOd3Ymd3h7/azcTs07l05lQjQru9URsUm6wY3rk1hndqje1xMWYz+JFdWqNX49rYK+J0fXQkBr7jY4QnX4M52N8HMbOnIlbAV2ASFJxju7YG30D0yZypmDcymN0aATq+W2twQ/ilk0MxbUB3Y3c8fLEuFgtHB4PCc2Zwd1hvJ5rSs02aW7II1pgpoaa8fVkU5g7qbjaGnzeoB1ZNHWPsPEwIaIYTIjiXfjAImxdE0JQO3Cx+TlAbnD2RhF0rFmLFWFskcktkBL6QMu3TOjY19ekaSuGTcYPwybiBOH0oAQv7tjGr2sUMCs75XZrhaxlu556dS/q1AYfVfxQ/1p2Xc7E8p3VdfLMp1ojQxV2b4eeTSWyuyOsM6P0rA8qAMqAM3DcGVHTegPrNn8Tgpde88d6YCQbMx4vNahK2IBp9Qyfg9aa+2LI6Bq838zNV73TvDb6R6NyZFLNHZ8cBIQgcNR5rl0TC+hM8eRYGTJoFbplEW4uuQeg+cjyGzYkGt0pixJN2bizPfTr72vfqpO0X6bdAIVfUfycAg2ZHgxvH0x6/NBLcp5MYMHMJfj2bbMQl6ywc3Z8AbpnUpJOcb/xMMFpp1WWUUnQOXLgGjToGIXjhavzmMMTdvPcQvBk0BG8PHpdhtJMisEv4YtRrH4i2Y2aAbyniOSg2i5b0wOsBgWgj9j8kOky7hT8k0vq9REb7LN2GBj2HoOvc1VYVzp04gup+AfAZOA6vtgtEYenn3MkjePndQDxcxB3cHP53iXi+JOVGwePMW4mef7meCNPUtD40owwoA8qAMqAMKAP3ngFLdN77M+eAM34tEctVi6PQoPzzBp9InkPokD/cGL6gi22vS+e9N6Vaht6TwEhl80olQYT1647vjl6Ltjnvy1m9rjebGTBvDblzn07HfTbpwH06nynjgf5NayP8vW54prRtL08OtTO62bFGSXTyKoUfjx8xUU+2sdBUxCYjmf28q+DTpVFwL+VpVV2X/nY2xdi4XyczTDuOncGsQf5Ctg3cn6/sZcrOh3KveuPz5VGY2qEpwjs2xb9FDNKHIjTx83iMblwVHGIvWrIszWn4SYTlI0+5p5XzFXJNW9FexO67uF9bzPCvC0Y20xztmcLPexiRybcSzW1TF8kSBWUk1F6tiTKgDCgDyoAyoAzcBwYeuA/n/NunvPrnn0hJOfO34P7Xv7O8jufLeqJ5mwBs+uakwfQVcWlvI8qqcRE3dxQXMbjq4AkQH32230Q7M2v3s0QvrbqfzySnRUAtm2PK4XW+nWjimh3mrUQcXueQOsVnrwkzMX/PCcxLOI4BMxejcu16jk3NsH0/iYIO+SgOBVxcMHtgt3T1LCQft4nj/FLPyKZjNHSHiEirXDITsck+iCntm4IbwzPa2WXqYpoM2D5w/hr0EjCqGWMfdjeVcuDrLmmXbNrff/+UbPJcUPSDiEgfiWL2iN6Ghx3EqXGQw76YhaDIrNtjCDov3gb3ihmLYnHVv8pANmNAL0cZUAaUgdzLwAM58dZ++eVXrPok7m/B78KBLG/9heo18cXWeLOQ6FxKMiaGBONcii36l1ljDod/dzQRJSQSyQVGW9fEmHmgCyaEmrmdmbVb+OFofC+R0B1xMVgfHYVqGbzi0mp7Wvym9u+OyzIM/UxpTxGPrniiqBvKVq2J+I8jQVHKYfQFIwdaTdLSLcuisHZeuLRxMW8NeqyoLaLINwptkzoKzoR1Mcafkc2SlWtgw/xwMwzPofYdyxeadsYhi0N+iQQzSvkviZha8zm5cIhzOnetiJJ+XMybhfKJn2NXlujcHhVh5nLuWBiB38+dcXQBRelOsf9waA9+kKF4Vv5+LhnWwiKWiX2xC5G4eRWzCmVAGVAGlAFlQBm4jww8cB/PfUuntpxfffVlNH/T528jxrWy1WWmacXqXug+cCgWTZ+KD4cEo3nb9nhBbIUkAviciEqrYZFi7iBY9u/eG/PGh5qFRWPmRyNBROvYPt3AIfgmrQPoAs+qNUzqeHjDvz1WzpkKzuVs914InpX+C8qw8rNlrg1/P1HMDURVEaT1/QMQPTEUm0Vkdho2XkSkK5p1DkIZEZ4LRgaL+IxCh+Fhxu54nlZ9bG/64SIiRhxb9gkx1V3HzzSLitaLIH2htrcMu3sYe+ewmRIdTU1bTNQrYrGxu5Wy1ZuCHBjRlCTd37feH4d9G2JBkflcpRp4uUU7IxZbvh9mVq0vHtLDiM7GvQana8fC26Ez8O+fUrBp+gcs/n/2zgM+p7P947+07/tvjegeRltq6zQqSu2kKKGSaiuiYsdIYiZIjJIgtsSImShiJi2hVLRmVdTssIouo0O1L0V1vO//+t3JeTx5PBkIkrh8cp37vq97nHO+5+CX6z7nPni2UUtp62rSex4pjuRpqf6mwaNMPTdla7ljzZgBeFraFnm0ONZKni8Vvdx/lEy3n2UTNSWgBJSAElACSuAWEchzovPBBx9A8eLFrtuO//vebCGv2dADY+PijXmkvSjE5zm7iBhF2h++QERjsblve1BslhKxSBs4KQbhIj7f8A9EobSI3vDZ8WyazvgcZ7/xMegrZkU5KTzb9k0VhWxcu5k3aFY+cFwMOg0dIxFON7qMUXgGx8SD0+zlq1z2m0rZFJRj4EtEfaYtRCsRnA9IhFTcRmR2FYHZReyVjoHwljr6Ge30DYtE4JSFaCPp/WntWwalile2obUITF+m70mZfn9r5DTQarXyQ7OAUBQtUxH8+hDznWTKnS8TMRrK9vb2qLR7dcBotJs4H3XbBaB5yGg8Ij629egRCt8J882LRM828sJLUs++DWU6/U3x3yVivYHk35B8zbcC8NTLXqgnZbZRUwJKQAkogWsloP2UwPURyHOi8/pON3f2dhb5zJ1HqkelBJSAElACSkAJKIFrI6Ci89q45WivobOujHzm6A50sBtOQHegBJSAElACSkAJZE5ARWfmfLRWCSgBJaAElIASyBsE9ChzOQEVndm4QP39fMwb7J99moKF0yZn2mP7R8ng2+tsFNrRJ9M31tkmL1hUzzZ54TBtx8g32Pn5S5tDM0pACSgBJaAElMAtJ6Ci8youwZMVKsL9Ve9Me6xcGIvz586ZNp2Cw8zSSaagm5tGgN9at/8G+03bcW7ekR6bElACSkAJKIFbTEBFp5ML8PGHyegr0c22L9fB2ND++P1c6nI7P544biKe7HLs4H4M6OCDDo3rILxXV/BLRR+uSAD9s8eMMNFOrtH5U9qi70tiotD3DU/0E7M+h8l1OacODcbYPv7o2bQupkueY9M2JyVgRBcfBHnWxYS+/riQdgwz3w7GqK4+GOzjiU/WrMB7M6PY3BjX55wj9aZgt1k5KwrDfT0x8NV6WDIx3NRwPc55I0IQE9INYS3rYYakXEKJlZ9tTsbkHm0wzKseFoSH4GLavllnb5uWxmF8++aYILYiKsJWtXNNIiZ2aI7Rr9dHkp1/fmh3zAzyNV8nYuPZkv8wLhpTOrYwtmdtIt3GuEZnTKcWmNG5BVIS5hnfj0cOYNng7uDXiJYP6W6WX1oVOQDTfeojrmsLfPFBIig2P5oWYfIss+NGKc/xrY+F0ubox+vpUlMCSkAJKAElcNMJ3O47VNHp5A4YFuQPr7btMT1hFR4tXgLHDh0wrRjB/EmEJwsjevnDvYU35q7djCfLV0KE9OGySVxOqVPwYIlwVsKxgwck6nkWFJ8bViZg+OyFeFts9cI4fLkzxdRtSkrEC/U8ELk4CT+fOg4uDs8vEi2fEQX/YWMwOWmT+TrRro3J3C22rko0XyHqLHVln6+KDxbFGj83H0vdg8VKMGsz+rhQfI+xMRj13kYw//3hA0bEbn8/Ec/X8UDo/JVGWO7blCrIZg3ojvpv+CHknZXgkkonjhy0jWdljuxJwQ7p337UdHSLXoCjUqbYPPnVASTHRsNv5HQEzV2BUyIUuVYn+/GTl1Ube5mlk1j+et8O/PbDcXSaPB9NA0KxJnqklE+A4nOvCFC/SfPNkknbl8fh2707RGSew+GPP4RH90Go/VYA1k8dadbu7DBzBVqPn48Pp40EP4HJ5ZKebuQF2rZ3osHIp2/MCngOn4Z1Ywfg56Op15PHoKYElIASUAJKQAncHAIqOh04M8pZs4E7ajX0QGHXImjbPQiFCruma/XjyeNmMXiKTlZwQfhRc+OZdWpfi2it39wbhWQ8WvX6HkZ0svET5SqiXlpdpao18LNERh8S4Ri1apMIw3NIkEjm/l0p+PnUCTY31qh1e/CTlw8WLYGKVd1EiCYY/9ZVCajVzMvkrQ3L/acvBKOgSbOj8IuMY0U0+RWiGk29wLU4y1Zxk7rj+EyinM/WdsezIkbpb9IxUOrTnz/HPrJnB6q/4gWOwXZ+Ij6fkn5fbFkPLgTPtTjpryS+L8XHPncXckXVJl5Sf3n9UO8BkSIci6DU89VRuUlLfL03xXyF6HkRp1yTk1bhJXd8uy+FQ+CR0hXMep1cs7NZyGizRie/SrRVxOWl8+dMG/vN9yJsuW7nbn6ZSCKhRR4prqLTHlCuyeuBKAEloASUQH4noKLT4Qr/fu6sEZT27kJFitgXzacw2c7eyS8O2Zft8+fPnsXDxYrbXA9J/mcRrnQUcr1S0LGuU93K5gtFDxUtDgpTtnVmLzXzxu5NycYsIWrfjpHNAS3qYZtEQR8QkfqY3ZeEGMW0b8v8hXPnYC0AzzKN4pGpvZ2RqKx92RKf9Nm3v+/REhKhTH08oajdvtnO0Sgwf/vhhLQ/B34K06q/V8agn2UKSKa0T2XafW6XFuYzmI8/54a7RNTSn5mVruWOIo+kjwZn1l7rlIASUAJKQAncNgRu8Imq6HQAzAjnto+Sbc9xHj24H9ZzmVbTR4oXB6OXjHjS95MIyDdrPc+sRDOvFJGlKlTEjg3Jpp4bTq2XLF+RWafGyGbFam7m60R1PL0l4nnWmLPGVWRq/juZLl8hEdFaIkAd2+yRafmaEv1sPyRSptLdJZp5wphjO6v8XF13iXauhxUNPSHT5WdECFr1VlpcBOTnm9dbRaybG40lI0OMYD0q0UqrYv+WZPMVIqvsmH5t1/aARERLPu8Gfo3o4NbLY38jbehz7PuZRC6bhUSiYY9Q3PNocTDSyTfX7dvRf5eI0RdlOr6G2HGJfNrXa14JKAEloASUgBK4OQRUdDpwLixT4M+94AZfjzoYFtgV/fx80kUp2fwRmf7uEhxmXiSaGNYfga2aoXPwYFbhmWo1sGj6ZPClIuOQTQOZPv9Jps2HdPIB7WfJc0pdqpz+VJIp829lSn58X390rlfZTK1/e2i/07Z0MtrJ6fMqdT1YTGeVRZSuXxyHqf27YWDLeiggkdXvD2c8FqOUnGof6lUPs0K6IapHG9wvgi7doFLg1DqF6bQAX8QO7I5P1yTi5Q6BqCbT5xwjJtAXS0WEHtu7Ay8XZr61AAAQAElEQVS97ic9nP8sCO2OOUFtMe6N+nhUhKyZZm/cEoxsxvVqi3m925o8v73uOEI5iVquigxB4pDuWNSnrUQwi5kXie4q7IpdEgXdJlPuNUVoHt22Hh+MHYDlfduaIUo8V92kulECV0FAmyoBJaAElMB1ElDR6QRg/4ixmJGwyjzP+e72vRgWFQMul0RzT1syqYVve0xZtgruLV7DnLWb0bCFtxmpufhbdwvCMyJcO4kwLSURzUIiZMcvSUL7/oPRQWyc5OkrKXV+/QabftzU9fQC7SERtXyms4lPe/BFosEzFsI3rd3AmIVseoVReF7hFEf5Km4Y/d5GuLf2w+T1u9Fv2kK82NQbj5WriNd7h0mL1J8a4qOx5BsWiQHzkvBKp0BErtuNzqOn053OKCz7x61Ei8BQNOoQgNBlG8DnONnIP2oBmgeEGgEasvSy31N8rLe3wat34ZWAQeg4eQG8Bow2VZxm95+9Ao17DkKjHoPQddYK89znI2Uq4GUpm0ayqd0uAG0mLMBLIiyDVuxE6/ELzItEfJnorRkrUEZEKZ/h7LhgA556Wdh2H4TXxs+XnvqjBJSAElACSkAJ3GwCd1z3DvPpAI8UL4HSFSqZs2NaWIQjjVFO45QNhSPFJVMp2n6eruYm0dES5g12+7pSIjJLilkNWWdfptikWfWMeBaU/dKs5zr54pBVz5RLJm1dlQCP1hlHE9m/vIhPtmeegpOisUTZinQZ4/OdNFOQDZ/r5BS6ZGGlzDsa64rZjWPV0/dkZTeraNKiZS7vzzjSNvRbgjXNZRJOqdNMQTYUo484jMHp84fTfMzTpKmZbqf4ZJ7G6OZDpZ3vn/VqSkAJKAEloASUwI0loKLzxvK94aM/WKw4AsfG4MGiee/lmE6TNOp4w28Q3cFtQ0BPVAkoASWQ2wmo6MztVyiL4+O0Ot9az6JZrqwu9Xz6SGiuPEg9KCWgBJSAElACSiBHCNwGojNHON3yQbYkJZi1NjM7kAvnUpcmyqzNjao7uifFLBCf2fgD65bLrFrrlIASUAJKQAkogXxMQEVnHrm4/Cwm33rP7HCj+/tnVn1D647u2SGic8cN3YcOrgSUQB4moIeuBJTAbU9ARWcuvgW4Xufa+Fh8ezj9ZxsZ0dy1MRnrFsXaop9cq/PCuXM4tCv1yz0XJOq5Z1MykhfH4XuH/tYpH96dguNfHcD21Yngl4pozH+2OdlqYtKvJIq5Zk4UuGancaRtWN68NA789GWay5Yw8rl1WRx+dbLGp62RZpSAElACSkAJKIHbhoCKzlt/qZ0ewTvjwhEzNBjnfz+HmGHBoKhkQ4rJwW08cTBNXA728TR13x/ejwu/n8VBEZJs87Zvc+zZtB4XRXyO7dbGqfCc2MMX74wIFsF5HJO6tzF25ofjeH92FCzhmTgpHDTIn4XhIdgkIlOyJp0zsDvOiKhcERUBik/6afMGdcfWZfNwUY59ZqAvvtxyeaF31qspASWgBJSAElACtx8BFZ258JpTNO6USCbX6vTuEgiu08mljniojHr69AlDm75heLl1e3AJJbbn14geLFocLToH4vSpE2guaYchkSatXNfDqejkeG8NHoOmnQLB5ZJqNPXCKx0DUf+N9iYCyvqNS+chcOpCNBF/m7BIrJkbTTd2vJ+IntEL8GpgKLpJyqWTWMGo5xkRru1GToNH+wC0GjgaH0vEk3VqSkAJKIHcS0CPTAkogRtNQEXnjSZ8DeN/I9PhDxUrbutJwUlBSQfX62TUc7BEOGkUod9JlJN1lvFtdkY93/b1REiLembK/fSp41Z1utR+rc5yaWt5co1ONvpKoqbFy1QA1/RkmcLyD4leMn9GIpxWO5ZLp63JeVGirb+K6I2RCOcMsfWx0WZhd7ZRUwJKQAkoASWgBG5fAio6c+G1f0gilhfOnUt3ZBfSxN6WVQkynb4fQeOnY0R8EihCHyyWfo3O5EWxRmj2GBuDyBUb8Xxd93RjZbfwQNESOHHkIKz2Z0RMWnkKUQpMq3xGoptWvoBrEfCrRF2jFqCtRDyrNvGyqjRVAkpACSgBJaAEblMCKjpz4YXnV4kKurqCz3Ue2JWChJlRIjQPpDvS0ydPgF8j2r1pva3uO4mQ8kWigiL6KAh/kejmyllR+HDJPFw4d/XLKTGSWaZydSRODjcvEfFloupNWprjoD8+YgD4wtCWpXHYueZd4+eXiJjZIlPqnGpfFRWBU0fSHzvr1ZSAElACSuCqCGhjJZDnCajozKWXsO/4GHNka+JjUaiwK9r0CQWn3Gs380aFqm54d+ZkUz8gZiGsqXc+45m8OBaV63pIdNMDFJxsNGT+SjxerhKz6axpxwBbuUZTb9wvkU06GOEsmzZd3jlyOl1IEOHJ6fWWQaGm7BMaCQrPD+ZGmxeG/CSiWVoEKiOgjHJyij0pOgJFy1aEe/vU/YzadNj01Y0SUAJKQAkoASVw+xFQ0ZlLrzmjlW/1C0MfEZ+NfdqD9qCIQvobtW6PgTPi8WqXQCNA+VUingZfIuopU+ps4/GmH/pPX2heJOK31ms2u3KKu1mnQHYzVqOpl3mZiAVGOMumPd9JEekVFIbAKQtR7w0/2/OdbFf3dT90j16AlzsE4Ona7iidJlT5HfXmgaHg9PpLrfzY9Maajq4ElIASUAJKQAnkegIqOnP9JdIDVAJKQAkoASWQ+wnoESqBrAio6MyKkNYrASWgBJSAElACSkAJXDcBFZ3XjVAHUAJZEdB6JaAElIASUAJKQEWn3gNKQAkoASWgBJRA/iegZ3jLCajovOWXQA9ACSgBJaAElIASUAL5n4CKzvx/jfUMlUBWBLReCSgBJaAElMANJ3Bbi84vz/0X28/8fYWl/Po3MrIdUudon4rPqf32N3b+9o9T2yV+Z7Zb/OnsP/9gt9ieTGyv1GVm+6Te2Nl/sC/NPpM0I/tc6jK0c//gc7EvnNiX4svI9kvdFfb7P9hvZwck72gHxWfZIck7s8PiP3z+Hzizr8TvaEfEd+T8f2FvR6X861//u+F/4XQHSkAJKAEloAScE8j/3ttWdNa4/06s++kvTDx6ydgkSWmTJXW0KPHRoo9dgmVTvr4E2lRJHW2a+GjTJbUs5ptLoM2Q1GbfXsIMsZlpNktSR5stPtocSed8dwm0uZLSYiU19v0lxKZZnKS0ed//iYxsvtTNP/4n7G2BlGkLT/yJjCz+xF9Y5GCLT/6FJY52SnxiS8WWZWDLxW9ZguRpiZIa++EvvJtm7/34F2grJLVspeTtLUnKqxxstZSNyTV+P83WSGrs57+wNs0+kNSyM3/+DyUL3pn//9brGSoBJaAElIASuAUEblvR+Um9IqBtr18EGVmK1DnaDvFdYQ2KYIfYp5nYTqlztF3iS2cNi2BXmu2W1NH2iC8j2yt16cy9CPY62D4pO9pn4svIPpc6Yx5F8HkG9oX4He1L8V1hLxfBlw62X8qpdg/2v3zZDkje0Q6Kz2aN7sFBsUNO7LD4HO0r8WVkR6TOWON7cETM74n/uwV/DXWXWRHQeiWgBJSAEsj7BG5b0Zn3L52egRJQAkpACSgBJaAEbhqB696Ris7rRqgDKAEloASUgBJQAkpACWRFQEVnVoS0XgkoASWQFQGtVwJKQAkogSwJqOjMEpE2UAJKQAkoASWgBJSAErheAjdadF7v8Wl/JaAElIASUAJKQAkogXxAQEVnPriIegpKQAkogcwJaK0SUAJK4NYTyJWic8eOnVBTBrnxHrj1f2X1CJSAElACSkAJ5E0CuVN0froLO26S6X6U9dXcA3nzr7ketRJQAkpACSiBW08gV4nO6tWroWePrmrCoPoLVc3doTxy3/3A+9RcHN0oASWQUwR0HCWgBG4DAnfcBueop6gEchWB3vsuwCXxV7UcZPDstv9iTeGnbDbp79LKNwf5Ot6vG3/+O1f9ndKDUQJKIG8QUNGZ26+THl++JNCr9F34tlERfPPyZfta8rRjktKOehSBZUckT/tKUtph9yKgHZTUsgMNi4C2X1Lalw2KwLIvJE/7XFLaZ/WLgLavviss21PPFbTdktJ2SWrZzrquoH0qKW1HHVfQUiS1bLvkaZ/UdgXtY0kt2/qSK2hbJKVtlpS2qZYrLNsoedoGSWkf1SwMR/tQfLT1LxYGbZ2ktMUvPYIgDzdjgZK+Xf9prKlR2Nj7boVh2WrJ01ZJaqx6YaxKs6TqhUBb+UIh0FZISnu3WiFYlih5WoKktOVVC8GyZZKnLZWUtqRKITjaYvHRFlUuBFp85YKwbIHkafOfLwjaO5LS4p4rCMvmSp42R1La7GcLwrJZkqfNkJQW80xB0KZLatk0ydOmPl0QtGhJLYuSPG3yUwVBm/RUAdAmSGrZ+EoFULqg/rcB/aMElMA1EdB/Pa4Jm3ZSAkpACSiB24mAnqsSUALXT0BF5/Uz1BGUgBJQAkpACSgBJaAEsiCgojMLQFqdFQGtVwJKQAkoASWgBJRA1gRUdGbNSFsoASWgBJSAEsjdBPTolEAeIKCiMw9cJD1EJaAElIASUAJKQAnkdQIqOvP6FdTjz4qA1isBJaAElIASUAK5gICKzlxwEfQQlIASUAJKQAnkbwJ6dkoAUNGpd4ESyCUEPngvAT+cOJ7uaPZ9mgJaOmceK7StVsYc8elTx7FlVYLJX+3mwrmzpssvp05g26pEk8/Nm11rEkG72mP84/fU82S/3344wURNCSgBJZBvCKjozDeXUk8krxKwjpui88eT6YXGvk+3i+jcbjXJ0+mFc+fw3aED13QOc4eHmH4XRHx+d3i/yefmDQXnrrVXJ44TRw/AJ8vnmdPaI30ntW5g8rpRAkpACeQXAio688uV1PPI9wR+F8G17cNk0Ji3Tvi8+D/5KBk0y2efsv7Yof2gbZd2P51MH039YmcKPlqZAHv/l+L7Wdrt2JBshmKZ43wqZfpNfmMy9u9KMfXW5lsRlTvFf8DBz/oHixZHbU9vUDgelHp7++5wqhhl3SGp27MpGaclqsl+h3an4BeJkn4vbR6QMWo186bbGH2frE4EU+OQzfGvDuCiRAz3bU7GV9JXXE5/zsj4n7HNnhTT3mp0QvrveD8RTC2fY3pS2uyUaOZR6etYZ18+deQA9m9ZD/sIJuu/3puC/VvX49e0aCbTH2RMpj8eO4Rv9u5gM1vKAn37RIzaR0C/3bcD/5ExDn+8HjS2+0n2+ZWU6WfZ0b6XPmd/TP3l5pJwOi5lpvQxz3T/ukT8fDT1mjj217ISyKcE9LRuAgEVnTcBsu5CCeQEgX5+PvhMIp/bPlqH4PY+ZkiKvx6vNRPBuc5Y+8Z1QJ+pTNscEyE4qIMPRgb5I2XDOgS1aoavRYSyOqyjD5IWxIrgPIEhndqA4pL+oZ3bYKiUN65MAEXm213aIPhNT3wjwo/pcCnvF2H6zrhwbEpKnTJPmBGFmGHB+FbarImPxYLx4RzKZvQvHD8CuGd4RQAAEABJREFUF0To2ASniMKo/v7YKtPuFJxDfT1NniJ0rH8bIzwpQi8wSirjfi/CbPHE1HHXL47DvBHBRpAy/WhJHPhnmdSHtayHzzatx+rZUZgZ0o3udEYxGtWjDY6IaPxchCfzbJAiYjM+IgRnRMjNGdgdn4tghMOfxSNDsESMojU5NhpblqXu16EZvhbhODPQF/PDuiPy9fpGYFJ8jpH87F5tsVD8Uzu2wAERn4xs/nD0IPaufRfblsZi7wfvmuHierc1gnVG5xZ4p09bJI0ZiCk+DfCZiE82WCi+2V1aIClyABKG9MCE5tUQ2/VVJEo+rmsLNrnClvRtiy8+SI3C/iz7XNavrQjMg9gvvuWSj23bAMnjBmJRt5Y4um39Ff3VoQSUgBK4VgIqOq+VnPZTAjeZAMVjy7bt0S9iLJj+KJHI9+bH4sUGHugTPtbYi/U9sH5Fqgi0P7wLv5/D5GWrEDRiLBq28BbxmQxGOH+S6fyBk2Lwpn8gmrXxw6qFsbZuwRNjQHuoWAnj8+sXhlZdA/GC7KNSVTe0k/JbYoxsmgayGTxzIby7BMK7axC+TRO24k7382DREnhV2tAuSJT28XIV4dMnDN+JqHy1cyA6Dh2DFpI+Jn5GOJtL/sFixVGrmVe6cZJEULYbPAbNOgWi25gYLJsUYauv0dQLbQdHote0hfjMiXBkJLRNWCS8gsKMUWSy8xERwcXLVkTjDgHoOGoaXU6td+xKvCxtPNoH4Esn47PT3YVcEbJ0AwLnrMAf58+ZZzw/XjYPv0mUsU34NAxetRP3PlocCaMGoIFfAEo+Vx31/Xqi5YDRqNeuJ4fAsA2HsE8E6I8iDlsEj0K/lZ/ikdIVsG7qSFPPzSNlKqLvyp14WPyXZD/tZ7wHr+FTwfx3EsVkm6sxj36j4J/4KVwfKYaUd6ZcTVdtqwSUgBLIlICKzkzxaKUSyD0E/EPC0E8inN28m+H3s2fxiIjBowf3Y8WCOLzyTGk0fbY0ViyMw3kRco5H/XQ1NxRyLWLcVspoJ/3GKZtS5SuZiKdkzU/J8hVNam0qVXMz2Ydkvw+JCDQF2Vj7q1bPA4x8BnnWxfxxI6Qm8x9GNxnxDBwbYxpWECFLETrG3wfBLeqmmzI3Dew2bHdRhDSFKd2cdr9fBByn1lkuVyX1WJl3ZmWlnhHOyHaeoFltmnQMBCOYAxpXxaalceCYVp2VvtDEy0Q6R7aqj5XREZb7irSoiNe7CxdBURGFFKCcaj8m0+r3PlIclV5yB+sq1XY3gvSKznaOb6TPXYVc8VxjL7BPeelLQWk1eULEKvNM7xGh+LDs7y7ZL320se7lYRnLWVnpmu5gf6anjx3MqrnWKwElcJMI5Ifd3JEfTkLPQQnkBwKlK1TE3h3pXxqiqOS5/S5C8rkX3DB/3Wa07R6EZIlmvitRzkeKl0ALXz+8//lRrP7sKKKXJplIJvtkZQ+LePxapt6tdudlH4VcXa3iFaklVllRUgQqU3sb0cUH1SQKOjlpE9r2GyzT6Ofsq9PlKTYXyvR7J4lqFkwTw8mLYnFQIo0dxDdmxSZQUFJcpuuYVrD6WPVMGa2k+GSTAnaii2VHWzAiBAVkv4FTFyJkXpKpvijT/rSOo6chWCKZHINT7KYybcP6WJl2f6q2BwYt24DmAaFpNVcmnEqnl89pMtJJ8XmfCGP6aazjeEwts/xWmSmjoRSZVp2Vss7eKBTveTQ1Km3vd8xTwPK5Tvp/cvLcJp/pZB1TRjuZV1MCSkAJ5AQBFZ05QVHHUAI5QOClhi8jQYTkxx8mg2Jz3XsJ2PbRejRq4Y3zEtkcFuiPzz5NAcUpBWDpCpVkav1l8AWiYxLx5HT7iF7++OlE6ksiWR0So5w/yRQ9p9kpODm1/lS1Gll1y7SeYvDArhQT6eR0ubPG9E/u54+WMsVOsUgBSp/V9sK5c1gxKwp7N6+3RTtPnzxhnu+02jAtV7k6VskU+4VzZ8HnOctKmUKRddk1RjUXhIfgokRN+eLQxiVxeHdyavSSotRZpJNj0/+FTKsz0smXiuhztFNHDmJmkC+WjQoxVU/K8VVp4mUim7PFnzA6BJ8sfwcvvvaWqedmz5p3wec7mactDuuO8rU8mMW83m2xMnIAdiS8g2cbtTS+7Gz6rz8Ey9j+4dIVwZeEtr0Tje1i9Nlb0rDuWDd2AI5t+xCVXk7/SIN9O80rASWgBK6WgIrOqyWm7ZXADSLASGZIxFh88N5yTB0dbpZKilmeBEYzaXyWc53UTY8cgZdf9cazL7gZ6xoyGDMiwzExLBhtugXhGfHbH2IhV1eUspsqZ4STRuEaPifevEg0SsQqBecb/oGma6Wq1U1qbezLDxUtjoJpkcRCkpYsV8k08397DPgCEV8sauzTHrWbeZmXiubvPGLqub/Hpe23h/fjiXIVsXtjMt6bNdkYp9prNfMGn/dcPCF1ar7HmMvPVFau647Y4cFmv4/JtDUH7D5muhGLMcHd8MupE+gmZfpLyNgFJYrJPI1ilKm9vdIp0PR5f04USsh4XoGhpuzVKxT3Fy0Bvkx0USK/PqGR9t1AUfum+NbNjcaXW5LxcvtAFJP+6RpJgVHNZj0HmfZSRNvwaXjyeTdjnSbPN9Pkv8oxN/DriaY9U6OlL7Zqh0dlapxvp1eWqfQKtRqyK0o+Xx1vTZgPRjz5Rnqddj3hGTLa1D0uU+v3SPSUBaZ83pN5Tuc/9mx12Y8ri+msfo9BeEz6MdpZ2asdSki7uwpfbkehySinW9ueoKXrrAUloASUQEYEsuFX0ZkNSNpECdwsArUaemB49AxMiItHfxGgjGZa+6YopfAcFjUDHhL9tPx8kSgyNh6j58bD3c5v1T8pU+GdgwdbRTP93qC5tylTjPJFIopPS3CyYvjseCY2Gzbrcrme9C2ZJmKfkJQvE7Ehn+nsOz4G/sPGgPkuklJcso7GF4ba9A0TMeqNATPiUy1GUjG+SESh2LpPGIKlzBeJKtf1QPPOqSL4TfH3n77QTLkzz/HYvt3gSPQRP1MKQvpb9QozQpJ5WpBMoTO1N74s5BsWic6jp6PeG37G3F7xMiKRLxH1nLIALYNCRYAWt+9m8k/XdoffqGl4Y1AknpK8f9QC47ffeIqIrdXKD20jpqHL5AXgs5tWPcVnJ/HRGvgFWG5UfMkdHUSQ1hcfBeabIlRpbEDh+caIaWg7cT7qtLvcx1fE6LONUqORTN17pApYPtfZWuoY1WR/e6Ovxdty/OPn48W3AtBK0ock+mm1qdE2AK+Nm6+C0wKiqRJQAjlGQEVnjqHUgZSAElACTgnkCWcRiZgy6pknDlYPUgkogTxJQEVnnrxsetBKQAkogZwlwGn11yTqmbOj6mhKQAkogcsEbq3ovHwcmlMCSkAJKAEloASUgBLIxwRUdObji6undnsTOH/uLOKnTzafv7xaEvwyUavKZWxfKMpOf36RyKdqmew0veY2/NwlP5F5zQPkUMeLv58F317PoeGuGOaHIwewd23qV4OuqMzAMadLC9D4GcwMmmTo1goloASUwM0goKLzZlDWfSiBW0CAXzBaFBOF8+fO3ZS9V6zmBn6N6EbujIKTwvNG7iM7Y3OZJFp22l5LmwNb14NvsWe377f7doALx3ecuQJ8iSi7/bSdElACSuBmElDRmSltrVQCeZfArDGpSw8xPXZoP7Z/lIzQjj7o3LgORvXqKmL0rDk5LhAfJn7/V+oisrc/fjp53Pi52bgyAd3F3/9NT3yTtpD8vHHhoA3v4oOAZnXBrxCx7Wnpt3/XdmZxQaKsE/v6o7dnXcwcFoyRXX2wZVWC+dTlKMlb63JuFV/8hHDT5/Sp44ju72++RsSvEjmKS5a3rUqEsdWJZh/zRoRg0Kv1MKFbG+zbnGzGcdwsnxSOUW95GuMSSaznmpyJ4h/mXQ+p63SexcLwELztXR9TevriyJ4UNsNFiWguHhmC8Fb1Mb59c2xZGmf8K6MisHNNIpjSwXT06/UxqUNzOPssJhd0nx/aHWOkzawgX3DBePZjulD8496oj3hJGeGkMcppGdtZxnG4VueU1vUxv3dbUGz+KFHR5KkRYLpeUqutpkpACSiB3EZARWduuyJ6PEoghwg8Wb6iGYlpYdciGCmCspCrK97sFoTPd6ZgjojS8yIOKTjPSzS0fnNvfCH+KUOCTT9uKDRf9w80Ai9uXKqI/UYE7JpFcahUtQZKyj6Y/1kE588nT+DArh3shnfGh2P3pvWo7eltxO3B3TtwWuopRplnyoanT50QIbqfWSyaEG7acLmkC3I8U/p3M35rwy8U1WzmBWNNvcBvr1+Q4x/53ka06h0GClCu12m1Z0ohSoHZJTIGtBQRqzT2S3k/0SyZVP8NPySkfbd9aMIGNO4YgPiIAeyOtXOiTQSxb+wKdI9egBXRI42/eWAoqjXxAlOKT4rHoLkr0G7kdKyKjoBjFHSXCFR+jSh46QbwE5gfxUWZcRJHDUCpym7ot2QDKtZ2N8KTa3U+39gLlpmGaZt1U0eCwrPnog14uccgLB/cHVyf06NHKPgNdmvJpLTm+SfRM1ECSiBfEFDRmS8uo56EEriSQMMWrxkn02MHD5h8IRGfjGRycfiPkhLxtUQvL/x+ToRoILhO54CJMWjWpr1py03TNn7gupwv1PfAN9KWPhoXi3+tayCa+KS2/VnEI/2W7dqYDC4O79UlEG37hlnuDFOKwD0iUguKKKYQfbBYcfzywwkc2p0acXTWkZHPhm/6mSoKUi7y/otES40jbfOZjElR+UDR4qBxzU43Eays5lqdllmRzTUiMo/sSRXO9LUMCkWjDgE4Kr7NS+eBi66zr71RdLK8ddk8E/2kuDy2N/1xFy1bERSeFKRPVnaD94BIdsHXMi1OEflRXLSZTv/tx5NGVJpKJxtGM928U8+ZIpOC88ejB520VJcSUAJKIPcRUNGZ+67J1RyRtlUC2SJAocmGFJmMZhYS8flUVTe6jLHMzEMi9h4uVoJZYw+l5VlPcWqcV7kpKPvKqMtBazpeprHZhoLzkPgoQstXqW6+QES/M/tFhK61IDzruR/6mLfsFxGhFyRqapXvF/Fp5e3Ti7L/MlXcUFb2WaZydfiEjgYF6aalcTKt3sJMt7NcIINz4VeJSj9fHTT39gF4qraH/fDmS0SBc1ca3/xB3cHPYJqCbEo97wZaSUnbT5ovnox/+JwnhabVgs9xXpJjt8qaKgEloARyMwEVnbn56uixKYEcIHDs4H48W/1FM5KbRCwHTYox+cKurni6WqrwTFoQa6bBY8eGm+c6TYPr2FQUQXtgV4pMt6dgrUzFW0MVTBNt3x3ej9MiCE+LcGQdP3/JSOSDIgp7jo3BY+Uq4bRMx2ck8tiH0c3DdpFQ5uljnWVlRUh+lfZ8Jn18fnPDkjhm01kZiT7SwZTG6fWLIlY/37werQeNxqsync4IJqfRralzRijZh/6LMhhO1J8AABAASURBVM3PCCaNEc9f5dxYZ9n62Gic+uoAmgWEonPUApw6csBUWZHTUiJYi5apgDUyNU8haSqdbJ6Qdoc/Xm+rYeTznkeK28qauVUEdL9KQAlkh4CKzuxQ0jZKIA8SKOTqao56tgjJc2f/gwbNvbA4Jgo+L1XG14f2w9O3g6nv0D8UOzaux1t1qpi0ff+sp8NNx0w23l2DzHOgI7u2wQfxsbaW/BTm4zLVHD8hAv2a10sXyXy1c6BMp+9AQMMqWL84DrWaeYEi1NZZMhSVfJGIz3N6dgrEqtlR5llOvkz0XB0PcIpdmtl+Grzph+MicGeGdMPkHm1Mvkba9LqtkWRe6RiIdydHmJeJxvo1RxmJdjIq+kwddywaOQCxA7tjWoAviokwPCGCkRHWT99PRLKIyZc7BOLLresxTyKYMwL5ktBxUHzKsLafJ2W8JBGUy0eFYEFoN9RslTpF7j1wNBaGdkfC6AGY1rEFKjdJ/aQlhefetYnYvnyebQxm6rYLwCaZik+KHIApreujXC138ywn69SUgBJQArmdwB25/QD1+PI2AT36W0fgyfKVMGfNJoycE49nJKLZa8RYzJJyhJTjt+61RTk927THgi27MXzWQryzeTeqSzT0KWm/bM8RMOUZtOoaiKW7jzCLobPiMWRmvMlXkojmol1HwNRb2sRLnhVPlKuIiUmbMGjGQpPSZ9mI+CQMiFmIcSs3YvhC5lPHqtXMG3N3HEHw9IWI/nA3mncOtLrY0sp1PdBj7HQ8LwKTAnTi+t14UURkX+nTbnDqc5K2xpKhOBz4ThJeEYHq3SsMAyRPX1mJgAZOXSgtUn84dT76g11wk7E6jpou0+upY9V93c+8QPRyhwBErN2FPrEr8YIIQ06n94lbiadecgcjnQOXbkDtVu3gKZHMoLRp9NSRU7dPytR5iLSp1coPnScvQEO/AFNRUfr3W/IRqjT2Qgfxv/haO+Nn+mb4NFSQeuNI2/A5zv5JO/FsIy+0nbgAniGjTc0Tz1VHmwmZT82bhrpRAkpACdxCAio6byF83bUSuNEE+HwmBae1H5atKXXLx5TPbFJgMmU5J6ygaxFwmp2p43gVRKxySt3Rz3J5qXPWh3U0ik0a87RyIiA5Nc98RsYIKC2jestfRqbZGeG0ykzvf7S4eb6TeXuj2KT4tHxPSl/7suW3T4uWqWjehrf3MarJ6fV7ZT/2/kelraPPqn9Cptntn+20/JoqgQwIqFsJ5AoCKjpzxWXQg1AC+ZvAQIls1vb0yt8nqWenBJSAElACmRJQ0ZkpHq3M9wRy+ARPn/4lh0fMH8Mx4plRZDN/nKGehRJQAkpACWRFQEVnVoS0XglcBYHFS5Zj3jvx2Lfvc1y69OdV9Lx5TVs8VzpbOzt/7qxpx68S/Xzy8leKjPMGbS7IPvmpSw7/8apErJwVdYX9cuoEDtm9tc62NPo/WZ3IbL4xvkyU1cl89kEi/vPDiayaab0SyNUE9OBuDwIqOm+P66xneRMJnDt3Dlu2bsOs2bFY/+EGnDhx8ibuPWd2tTQmCtZi8F8fOoDzck45M3Lmo/CrRBSe9q0oMGmW7/Sp4+DySFbZSrnW5vGv9lvFfJHuXftulufBZZOs5ZuybKwNlIASUAK3kICKzlsIPzu7pmBRO2mEW17g4HhNDx48jHffS7qO6KfjiJmXP/80BbT1KxJEKJ419qHkaecliuisN0Vl0sJY7NiQbKrZjovJf3NoPxjhrN/cGw8VK26rY+RzU1KCqTNO2XwrwpSWMCMK3x4+IJ7Un9MSIV0bH4tdG5PNEkqpXudbismDEsHkW+xsUauZl3mDvXwVN9Cadw40ZdbR9m5KxoeL48AIJ8t8mejFpt7MggJ0u0Q9aVa9qbDbnJGI6Webk5HyfiKYZxX7nfjqgClzYfjPt1xeE/OMRBNpXKdzy9I4MGUfGvNcw5NfJ+IYtP3S9+NlcaCfbSw7tjcFH8ZF42tJLR/Tr/fuwAbxfyMpy5ZxQfh9axNxcOvlY7HqmPJNduulIgrQrfOi8d2+HaxSUwJKQAnkKgIqOnPV5bjyYN4VwaKWZIRbXuBw5RVM9VjRT06/p3puzHZARx/MHDMC2z9ah/O/n0Ngq2Y4JuKRFiR5ikn7PXPdzjnSnr4NKxMQPSQYl0XnAfx08gRix44wUU/6ezata0TlNyIy3+7SBhSl7Du8iw9ihqX2DZf8gV0pRmSG+njighzHLhGIM98OZtMMjdPpLzVLFY0ZNkqr4Dqe20RUHheBGN5W9iGCmp/FXDox3LSIaNscxyXqSeP6nMZpt6HIjOrRxnxp6KL0jfTzNEKVgjM6wBdTxC7KcW9aEmfW6GRXrss5wa85VkRFGCEZN6i7+ewl61ZGR4BrdB7bk2IWgZ8Z6ItdIhQ5RlSH5jiWJjBnBfli95pEFCjsitXSZ1vaOpyrp0RgQ2w0h8IaydNMQTbzevvitx9P4IOpEdgsglJc6X6Sp40EP4XJReNXjRlg6ig8dybMM3ndKAElkAMEdIgcIaCiM0cw5vwgFSqWR8tXPdXyGIOM7oRSpUrilSaN0O4tn4ya5Ji/94gxCJs8A598uA41Gnigc/BgYw1beIMRT8cdDZwUA67V+bp/kBGRDxcrgaer1UA9iXA+Vc3N1nxjUgIqSbldvzDQnqrqhk1Jqc9QXhCBNnjmQrwldY192mO/iM6fJZLIpY/qSMSyy9AxqJ2FoORXiuyXQrLt2EmGUc3uY6aDa3M+VraiCMwD6Vpd/P0snqvjgdd6hYmFGkEJuz+/yBS9V69QeAWFod4bfuCySBScbPKHnEv/uBVo3CEAPacsABeDZ4STdVzPs1v0AjQPDAXTLRLJpJ/Gz1++PiiSWWNtI6aBPtrHy+YZoVrpJXe8NjASNV/zQ5UmXvhDjpOND0hU1CdiKur7BYCfwvxDjoF+WqMeoeCi8C1CIvGtQxSU9ZbxuU5GPF/wbgfv4VPxcJmKVpWmSkAJKIFcQUBFZ664DFceRBFXVxQvXkwtjzGA3R9XuYbVX6iKt0RoNn2lEZ58sqRd7Y3LPlmhkhmckcntHyVjoEQ/B4l9vjPF+O03pcpXxJwx4ejSpK6JaJ7P5NnNC1JXsnzq2ByjWn0PEZfbmQUXgy/oWsTkrQ19tT29EdG1DcIk4snpc6vOWXrh3Nl0Xyhy1sbycbrdyjtL3xociXdGhGBwy3pGkHJBePt2JcpVBEVmZDtP0OzryjxfXSKRl8+luIi3X0Wksk3pypdFONfpPHXkIN3GKFyZOSbCkIvBM08rKqKYIpjtWV4Q2h1j36hvIp6nJFL7tbS/79EStvU77y5cBC0HjGZTY1yv02Sy2DzTqCXuLlQE030aYLVEPC+lCdosumm1ElACSuCmEVDRedNQ645uFwL2Uc3q1auBv0DcqnN/5gU3jJoTb75K1Ck4zEQ+7Y8lanAw3CQaOnPNJrTvP9i+ymnemk5nJZ/hLFkuVYQWdHWlK52dPnkcjHLyy0QtuwTi3ZlROCgR0HSNrrFQ0EHg2g9DgfdA0RIY8e5GdJVo6D6Z2t+wJM6+CdbMjjLPgvKrRCHzklDAbjwrqml1OPPDcZsg5NiWn3lLSFo+plwA/ljadDrLv0rEl+mpIwfAiGfD9gHov2SDiXTeLfvlAvBfOzyDuSEudaqd/VjPNCtjpNO9xyB0i/8Ijz/nhneH9siqi9YrASWQbwjkjRNR0Zk3rpMeZR4hcLOjmplh4dQ6I500PtM5WQRmRpHMlA3JmDIkGN/YvQTEF4vsRWY9Ty98Ku1onD7fKNPtjHZmdAycXmeUky8WWSLxcYkwtnuhjNMuFarWwPeH9zutu1pnTHA37NucbOvm+DUiikw+y3lcIo2Jk8NxZM8OfLU79eWbMz+cQHxEiPhSsHZuqvjjtDoH2yLT5HyJ6OieFCyJGGA+g0m/vT1ZuTooNHetSYQRmsvj0rWjWN29NhEfxkbjNxGkFK6lnqsOPsf5gwhTpo4vE9mPn1HeeqaT4vOuwq54uHSFjJqqXwkoASVwSwio6Lwl2HWn+ZXArYxqkqlPt0Amxvjt9dDJM7B9wzosmj4Zrf2DwE9grth31NRzw+c5U2QK/guZeu/QPwzt+4XiJ4lQ8vvrFJx8s71+c288XKw4HipWAv0nxODTjcl4Pz4WfK6T31znOHVlGp0pjT4aF4T37RuGD6TtllUJCBoXA0t8sp2jccr8OzvRa9Xzs5g0q8xF5vnpS6v8YjNvMLJJ49vrnErn9PpXu1OwYXEc6r/RHmWruFnNTcrnOOnbKBHQ+2Vqu9OoabCEKafXKTI3LZ0HCtM37Z7TrN2qHShK14kYLS3isnlgqBmvWhMv3CfRVRa4/y5RC8Bo53oRlrVe80OtVn5gBJTPd24T4Uox6hsxDaVkDPZpEzGVCd6PHmmiqq3DU8vPN25p/Nww4vmsTKEzb2/03ftIcfBZznK13LH1nWj8JOK15dvT7JtpXgkoASVwywmo6Lzll0APQAnkHIE23YLSDfZMNTf0GjEWoZNmXDG1zoYUoYEjxqCjCM6npG2zNu1FYJZAyfIVETwxBhSf9UR0UnCyPV8k6v72GPQbH4MX6nnQZcxedFJs0lhRVdp0GTYGfJHI8s379AirrrAKVd1A0en47CfFKM3qwJeI7MsvNvUS0VncGPNsR1H6Wq8wtB0ciRpST5+9URhSeHYePd28SPRsHQ88U8fd1qTu637oKEK0ZVAoKECtCvZrIUKTLxHVljaW34jOR1OXlaKvWNmKaDUwEnyZqKoIUvpofHmIYrNpz1CUet4NDfwC6DZCs4n4Okyeb14m4nOdrHi+sRcTYxSdz9mVjVM21pJJ7MO81/BpaNgjFHypSKr1RwkoASWQGwiYY1DRaTDoRgkogdxAoHWfMCyeEH7LDoWi0l5k2h/I/UWLSzTzsrC0r9O8ElACSkAJZE1ARWfWjLSFElACN4kAo509x8bcpL1duRsKTkY3r6wBXpCIJc1Z3XX5tLMSUAJK4DYhoKLzNrnQeppKQAkoASWgBJSAEriVBHKz6LyVXHTfSiDfEuBLRYtjJt+w80uYGYUDu1KMRXTxue79jO3W5ooxkmZH4dDuK9cdvaJhmsN+yaSAmmXTvOmT6J6+5o319N6rK80I9L26Dpm03rs2EXybPZMmWqUElIASyFMEVHTmqculB6sEcj8Brs3JheFv5JHWbOoNfokou/vgN9azauvl8NJQVu1vdP3ete/C/stEN3p/GY+vNUpACSiBnCGgojNnOOooSiDXEjh/7iwienVF8+dKI7SjD7g8knWwzPd+3dN8kSiytz/YlnVLY6LQrnZldH+lLpinjzZvXDh6Nq2Lns3qgnn6uEj8O+IPFN8IiWwyysk1OlnHz2POHBYM//qVzVeJuHQS/bT48eHo16KusXWLYukytmhCOILFH9KiHlbOijI+xw2jnL+cOmHc80aEYHpwN3R7sSxiQro+XBZaAAAQAElEQVRd8cnL7asTzVeJJvdoY1J2SpwUjpCXq5ivEfHLRPSlvJ+IMzImbaxfc/R+qRymSPSTSySx3t5OfnUA0wN8EVynHGIkusl1O636pKgIDGtSFVEdm5tlk+jnEkkzg3wRLb4xr9cH1+mkn+lHcdGY0rEFRjathvjQ7iI0z2JPWpRz7ZQIE+1kxHPJ4O4Ib1Ae83u3xY9HUj/7mTw1AsuHdMf45tVw+OP1HFJNCSgBJZBrCajovI5Lo12VQF4gMGvMCDxcrAQWbd0DfpXo2MHUBdgpMEf18geXTOIXiUqWr2QWiOc6nUtnRGHa+5swdkkSvty53YhRLgr/zaH9iFychMhFSeAC8ZuSEnD+97Ng2nd8DPyHjQEFJz9pSTZcAokLwsds2IM2fcPwnky900+RyaWRxq3YhAExC7FucZxZLmn3pmQckqn5YPENXbASp0UEsr2j/XLqOC7Ifun/RETl83U9MCF5F4tg2WTSNlwyiWtwBk1daFuL88Lv5xC5bje4VNL7c6JMS4rPizLmpqVxKFPZDRO3HjbLKH1ht8i8aSibFSIsn67tjjGbD6N2Kz/MG9RdvKk/f8gYw9bsAtfn5Dqd9CZFR+Cl1/wQMGcl2o6cZj6BSf9vP5ww+TYR09BnyUfgF4r4NaLKjb3waJmKaNwz1KQUnBVquSPso0Oo7t0Oy0SAsv+PRw8yQQ/zFaLqJq8bJaAElEBuJXBHbj0wPS4loARyhsDnn6agc/BgFHItglIiLJv7tjcDc+F3+vg1osUS2aSTPgrUSlWrY4xEPik0uV4n230pYvAVn/ZmHJYpPK31OZ8oXxE0az1PjkUrWNgVjaUP81ynkwJ018Zk7Baj7z2JZG5dlYgHixYXsbldLAUerf2kXMIsJO/xph+bZWlcn5PLHVFcckH3rDrUfyN13DJV3K6IjHK9zpQ1iXh3coQRn3VeT21rjUlhykhn7TT/UyI+h4vItOqtdTnpt3xdJi9A0bIV8fGyOGOMfFp1XLvzvkeLg+tsvtJzEA5uTR+xpIj9z48n8duPJ7B5XjR+PHoA/5Gy1f8Fbz/Tl/0t322W6ukqASWQRwio6MwjF0oPUwlcKwFGNDPrywXiLQsYPsY0HT47HvWbe4OfwvSrU0WinSlglDOrsUxnu82DEmG1KxohaZUfL1cJFUT00V7tHITK9TzACKn9V4sKiFC22meUlkv7qk9G9c78XBrJmZ8+RjmDY1eC+54zsDumyTQ6/ZZdlCiplXeW3pf2ZSJ7EThfps2XjQoxzfl1oj/OnzN5brjoO1OafR+WaX+k7e+J59xgme+E+WYanvVqSkAJKIG8QkBFZ165UtdynNpHCQiBp19ww4crEiSX+sPnOJl7uFhxMxVeSqKUFJ30zR0bDk6vTxkSDH6JiFHOF+q545vD+/FCfQ8zjc52tHF9/bEmPpbZDI3T698ePmDqKSgZ5UyNeFaSqfPj4LqctPdmTTZRTgrPj1ddPtY9Mt1uOufA5pcMpuodh147NxpnfjiOxh0CzFeJOO1u3+Z+iUqybD3H+atMkY96vb4tYsqoJevtbb9EL9+SKXQKzmN70r91v2fNu7amnyyfZ6bTbQ7JUJTeVchVcsATz1c3XxpKigwx0U3j1I0SUAJKII8QUNGZRy6UHqYSuFYCPt2CwOc6g15vhta1nsdPJ46boTiN3qF/KPgiUVhHH0SL0HzDPxD0s0H/NzwxtJMPfj55AvU8vY2dP3cOwW96IqS1p/Fb0+ts78w4bT6yiw9GdvVBn+Z10ah1exPtfLVLIPgC0mh/Hwxp42m61mrmDUY9T8v+glvUxdu+ntibQ6KTU+8zQ/xtLxKZHWawKSORU06tM8oZHxGCRiI+HZu2CArFkpEDzEtEE9s3h0f7AHAfju2scpXGLcEXifgSEQUov5VuTbFf/P0swptWw7SOLbAhNtp8BpP9SorA5ItE+9YmokXIaKwQoTm/d1vM7+2LOu0C2EQtjxDQw1QCSiCVgIrOVA66VQL5lsCT5Sth8cd7ETRiDBZJOmvtZrzpH2TO17NNe0xcmoQ3uwUh5v1NqC7RTFb0lGn2YbMXgilfJirkWsQ8yzlmcRL6T5iOfuOnm5eJOBVeqaobhsyMZzdj3iIoGc2kTUzahBkb98C372DwZaKWUsdG7DciPgmdho5B4LjpGBCT2p/+YQuTwBeJ+k9fCMvYx948OwWivEzN09dH2jGlNRN/UzHm7a1L5HS0HTwGfOYzettXtqqyld0QOGUh+CdgygLzDGcZ8fWPW2kinUwdn+lk22pNvDBo2QYjNvk8J8v0d41awMRmfJaThVYDI9E2YjoC565A58kL0H/JBhQtU5FVaBoQin5LPoLXwNEYtHqnLdJZzy8Arw4Yjecae6HCS+4IWrTBiM0ASZ8VHzv7yjT7E89VZ1ZNCSgBJZDrCajozPWXKD8foJ7bzSRA8elsfxSU1vS6fT39Dzk8k8l6+mjMZ9f4ApGztg8WLWFeGnKso58C1NF/PWUKzqvpn9lzn9Y4pUWgWvmsUk67O3tmk/3ofzRNhLJsmaOP0+tWnaZKQAkogbxGQEVnXrtierxKQAnkGwJcGqlomQr55nz0RPIoAT1sJXCTCKjovEmgdTdKQAkoAUcCmUU/HdtqWQkoASWQ1wmo6MzrV1CP/0YS0LFvEYHTp47j41WJTvfOt+BZsW11IrL7Rjrb3yjji0DW2Fy/c+uyOKuoqRJQAkpACdgRUNFpB0OzSkAJ5A4Cv5w8gW2rE644GH4W8/uvUpdg2rYqQURn6pv4VzS8SY7k2GhQaFq7K1a2InatSQSXUbJ8mioBJXC9BLR/fiGgojO/XEk9DyWQywgc2JWCxJlR2JKUYBZ95+ExgknbKoKRn8K0opas45qeyYtiwbU5L/x+lq50xraMbH5/+ICIzROmjuUPF8eZT1/aRxyPizBdPTsK+zYn29bPNB3SNmdOnQDX3/xM6jcuiQPLaVUmz09h7ng/0eTpZ9szP6Tuk2UKzVNHD0n9cZw8ciCdyHyplR/Wz039tCbbqikBJaAElEAqARWdqRx0qwTyJIHcetDzx4cjccZkPFS0OA6I+Jz5drA51C1JiQjz8cR3hw6AIjOqv7/xH5Q2kf4+uPD7OezemIw5ae1NZdqGdRSsFJ1M6V46MdyIyk9ExE4P7kaXEZoTu7cx+c82rcektLxxpG1S3k9AZLvmOLInxazdGennacah+BzTvrmIyRNGlE4J8AXFJiOX/DIRhe2nEslcMpJfF/qfEZsUoGdOXY64Vm3ihWN7d6TtSRMloASUgBKwCKjotEhoqgSUQI4R4HJHvcfHoLantzEu+G4NXruZN3z6hoFrdB7anSrOGPn06ROGFp0D0XHoGHi0bm81t6VcaL58FTfUbOZlW6OT63LS/MdMx1d7Usf6aHEc3hocCa7X2VZSDsDIJ1N7K16mAryCwuAbFgkuj8RoZopEN91ENLYMCgXtmdru+FR8T0tKixvYHevmRuONQZEoWroCuGQS1+hkaj828384idbSr6YElEC+I6AnlE0CKjqzCUqbKQElkH0CT5SriBnDgtHbsy7WxsdKBPPydPnj5VMXRbcfjZHLx8pVsrn4ZSJbIZPMY7IfVlPkMqVRYHJqnRFOGusunru8f7ahPVvXg0k6Y8Ty8y3rMaWnrzEKUavBq4GhOCoRTIpPPrtp+Z2lfCud0+7O6tSnBJSAErhdCajovF2vvJ63EriBBCb264bGPu0xMWkTvLoGpdvTQ0VLpCuz8KD4KDyZp313eD+TazIuAs8oZ69pC0Fze8Ub98v42RmM7Rjd7DllAWiNOwagTOXqputimVKv1qSliXxySt04M9hwOv6+R688zwyaq1sJKAElcFsQUNF5W1xmPUklcHMJcCr820P7zUtEMyXiefrUCdvLRM6OpEo9DyyaEI6PVyUYWzErylkz49uzMdn2IpFxOGzKyRQ8I51f7U7B9tWJSJgcjoKurg6tnBfdXvFCyppEMNpJi48YYBp+Kj5GPVtItPPN0EjEDepungFl5U6po8gMqVOORWMsM9ppCrpRAkpACdxiArll9yo6c8uV0ONQAvmIQJ/xMeZFoW8PH4Bv3zB0HhppptgrVnXDg8WK286Uz3CyUKWuB1r3CQNfKDotAjVgbAxqNvVmVTqrLO0u/n4Op08dR81m3njALoLZVKKSbMwoZ4M32hvBefyr/QiauhAFChdhlc3KVHaTCKabrezGaKhEJu8vWhydRk3DERGsn29ONs918nlNTs+/OSjSjMPp9Zc7BJilkp56yd34zsjxWINxyaSqjVtaRU2VgBJQAkogjYCKzjQQmigBJZBzBPhMZ5dhY4zgpNDky0OcQq9A0WknFF/tHGjbKYUnXyKiEC0v7Wo187LVWRk+w9l+SKR5kahmUy8RnZcFLF8ostrVkDq+RPRarzBwut3yW2lZiYbSgFSPm0Q4KThZoiDlS0Q+EtHkVDt9dV73My8bMU+r1sTLvETEZzubS/STwjRy82FWmXU63TtcPi/j1I0SUAJKQAlARafeBEpACSiBHCLAafUnJYqqU+s5BFSHUQJKIF8RyFB05quz1JNRAkpACdwEAhSb7u0DbsKedBdKQAkogbxHQEVn3rtmesRKQAncPgT0TJWAElAC+YaAis58cyn1RJSAElACSkAJKAElkHsJ5F3RmXuZ6pEpASWgBJSAElACSkAJOBBQ0ekARItKQAkoASWQfQLaUgkoASWQXQIqOrNLStspgRwksP3XvzHxyCVMOnqlTRafo0WJz96ij10CbYqkjjZVfMa+voSpaTZNUnubLmVHi/nmEmgzJHW0meKzt1nfXoKjzRafvc2RsmVzv7sEe4uVsqPFic/e5n3/JzKyd6SONl9Smx3/E/PFFjjYQik7Wrz4jJ34E/EOtkjK9rb45J+wbInk7W2plB1tmfiMnfoTyxxsuZTtLeHUX7AsUfLGfvgLiWLvptl7klq2QvL2tvLHv+BoSeKjrZLU0VaLz9hPf2G12Pt2tkby9rZWyrQPJLXZz3/hzF//y8G/CTqUElACtxMBFZ037GrrwErAOYEWxf4PjR75N+75P5d0dq+U7e2+u1zgaPeLz94ekLJlD97tAnt7SMqO9rD4jBVwwcNijxS4A5Y9Knl7KyplmxW8A0XFijlYcSk7WolCd4D2mKSO9rj47O2JwnfA0UqKLyMrJXXGXO9AKbEn7ay05O2tjJSNFbkDZdKsrKQZWbkid8LYPZKKlU+zCpI6WkXxGbv3TlRMs0qS2ttTUs7Inr7vTjjaM+KjPSupvT13/52w7HnJ0ypL6mhVxEerKqmxB+5EVbFqTuwF8dGqS+pobg/eiVT7l6T/Qo0HL9uLkg8scxdKynV0fnerVwkoASWQMYE7Mq7SGiWgBG4EgXoP/QvDKhZQUwZ59h4oKb9s3Ii/GzdkTB1UCSiBXENARWeuuRR6IEpAlVMVTgAAEABJREFUCSgBJaAElIASyL8EVHTm32ub1ZlpvRJQAkpACSgBJaAEbhoBFZ03DbXuSAkoASWgBJSAIwEtK4Hbh4CKztvnWuuZKgEloASUgBJQAkrglhFQ0XnL0OuOsyKg9UpACSgBJaAElED+IaCiM/9cSz0TJaAElIASUAI5TUDHUwI5RkBFZ46h1IGUgBJQAkpACSgBJaAEMiKgojMjMupXAlkR0HoloASUgBJQAkog2wRUdGYblTZUAkpACSgBJaAEchsBPZ68Q0BFZ965VnqkSkAJKAEloASUgBLIswRUdObZS6cHrgSyIqD1SkAJKAEloARyDwEVnbnnWuiRKAEloASUgBJQAvmNgJ6PjYCKThsKzSgBJaAElIASUAJKQAncKAIqOm8UWR1XCSiBrAhovRJQAkpACdxGBFR03kYXW09VCSgBJaAElIASUALpCdy8Up4UnX/++efNI5RDe+Ix//jDD/jf//6XQyPqMEpACSgBJaAElIASyDsEcp3ojJo0CaWfKHmFde7Q0VAdGR6Oqs89j2++/tqUc8Omb6/e5nhXvPee08Oh0Azo0QM13Wrg4sWLTtvQmdU4bGNvX3z+OaZGT7F32fITxo3HgQMHbOX8mCEvntfbQ4bi3LlzzF6z/fbrrwgfPvya+9+Mjryes2fNuhm7uup9WNfiqjvm8g7Xc3g5weRWX/NrOYe1a9Zg/brk60GnfZWAEsinBHKd6LQ4P/DAA2jW3NNmL1R/wVTRf9999+Huu+825bywmTE9Rv8RvoEXql9IMAoXLnzVe5gza7atzz333oveffvayprJGQL/+c9/sHzpspwZ7BaPktPnktPj3WI8tt03aNgQderVtZU1owSUgBKwCFyj6LS637i0TNmymBwdbbMu/v5mZ75vvYWVq1fhoYceMmVrc/bsWTBaZRn99nmWGQ2j77///S8uXbpk2v/xxx+swokTJ9JNfTMieezYMfz111+m/lo3n2zbhgnjx8PFxeVah8ixfjzvHBtMBspsvMzqGPmV7rYfx3JGfTPyFypUKEu+zvru//JL2zG4uLiA49gcaRln/VjleMz0ZWSOYziW7ftlVpeddjwumn3bq8k72z/Hozkb559//nHmtvl++eUX/Pjjj7ayfcbZvuzrmc9OG7azLLPjyawus/1Y557ZuVj7Z5rRfhz3kdF4ju04Ju1q/dZxs69lGY1h1VtpRufAMWlWOyu1H/f//u//QLPqMkvt+2XWTuuUgBLIHwRyrejkP8irk1bBsk937DDEQ/r1R9XnK2Pnzl2mzGhVtcpVUPmZZ42fddWrpUZFa9d6CTTTUDbt275l2hz//nskLk8weUYhe3brjjo1a8n06ghpBYwZHYnnnnoajRq6o8qzz2HxokXGf7UbPsMZ2LMnOnTogAIFC15t9xxr/9NPP6G/RPEGhQxAn6BemDZlqhHYfJTh1zNnbPtZsngxdqSkcqZzz+7deDcxkdl0FjpgoGE0MCQEXTt3xqGDB231jGrxnLmvoIAAHD161NQxnRcbi3fmzUNI//7CejgGh4ZibGQkwgYOQq/AQJw/fx6jI0aC4/p36WKbMk9YthyRo0aDj1bw2pgB7Tb0/f7773jv3XfBqXYa9/9aSy/wP8+J4ydgwrhxoI9tjh8/LuXx2L9/v0nXvP8+fvvtN8mPM6PyF43RI0ehX5++5ljCBg2yHQuPednSpQju1w/du/pj1cok08fZJnbOXJDBsCFDbI9BOB4L+y1aGI+F8xeAU5nBcn9z3/Q7s2NHjmL4sLfNsbL93j17TTMKAZ5j106d0aVjJ0yeOMn4HTfcF6dsLf/uXbvMOfCXNnIbPnSYuVf4S1dmY+789FMEdO8B3gu8p+zvAWtscoqdMwcfb90ixzveMM6MrdXPSnl/hg8fYVh/+cUXOHzoEBa8M9+qNimPmRleW14n3kvt27UDz5N+2putXjf32oDgYLCOx04/Lbv3K/99cTwX9rc3juuMya6dOzEqPAJj5B7u17sPLsh97oxNRvd5RtfcjOswLo+H9/iIt4eba8M8fZzybufbFkE9A8x9xr9r9DtaRueQ0b3g7L75cP16bNq40Qy9dcsW8LqQu88bb4LnzWuT3fvdDKIbJaAE8g2BXCs6j3z1FSheLJsZM+MK6PzPk0KkTJky+GB9MjwavWzajIgIN2l2NquTkvD5Z5+harVqeOqpp8B/+GdMn44WLV/Fvi+/QIdOnTB4UCjso2LZGffvv/9GDxGzpUuXQX+Z/s1On2tp89GH621Ci/8BW7Z50ybbcEPCwtCnbz+MHjsGEyZPwj333IPly5ahqaen+U/Aarjt44+xetVlEbV82XI0atTIqralO+U/0bYScY4cOxa08WNTxRr7MzocNWWK2Vf4yJEYOSIcfInqvxIR+2DtWtSvXx9jRAAG9e6NnZ/uRPuOHRExehR827aFb2sfKXcwY7b08gJFMHfapOkrCBk4AGEi3k6dPAkrOs062sULF4yIfrVlSwwd/raxuwsUwHC5D+6880507eaPfiI4uJ91az9AiRIl0KdfX1SqVMmkTV55BTIALsg4HG9KVDRqvFgD4yaMN8fi4+trzoN1Z345g6JFi2KsRK+nzYjBwgXzjbBlnb1t3rjJjMdo/fDwcPQI6GmqHY+FzkuX/gB/MRg/aaLZJ4UZ70nWORqnZEMHh5nziRw3FlGTJuEfudeSVq5EgQIFMXPObMyaO8cwcvZcHffF9ta4f/31t7k+WzZthpuc87ARw80533XXXchoTP5C+E7cPEyMmmyuM++pJ0uXtoa0pa1ef12uZ0fUeqm24XzvvfciM7a2jpI5ffo0fj3zK4YMG2rulwoVKuAfmaH4Q1hJte3n/IXzJs97gvfbqDGRmCO/3OzbuxfbP/nE1BUrVgwjIiLMNYueOjVVAP/6K67mft287eMrzsUMnrbJjElFuc8GhoViQOgg8+/MTvmF2RmbjO7zjK65s3F5OLzug4cOwcjI0fCUv+Pfyy/Z7yYkYp7cq9HTpqL5qy0wUe5ftrW3zM4ho3vB2X3D+/evP/8ys0kL5s8Hr0us/LLJvzeNGjcWf/bvd/vj07wSUAJ5n0CuFZ3lypfHjFmzbNY97T9te+ScKme5tIhOTseXTvuPr0CBAnRnyxjhWrPuAyxNWA6v17zB39LZ8cCX++HfuQs+lt/UOQW0Wf5Tpj+7tnTxEjBSSNHTRwTWJZnOZ9+lEk1kmlPWoKG7EVmW2LLSOnVTn6ni1GaxYsVRtFhR2y59fNuAooi8vj72NXh+FPDPPPss/v77HyOW2M+1cGEUlKlrW8e0zNNPP20bj0KCAoVVjEp38e/KrDFXV1fUrFULX6ZNY9d48UU89vjjtrpnnn0GDz74oClXrlwZPJ5HHn3UlNmWx8ZCQYkS/3DqFN5fvRrff/ddlo88MLpTrnw5UFSyfwERoPwlhlGWixcv0JWpsW09EcdWI45DccOoKZ8lfql2basKZPazRJJtjrTMBx98gLf82qWVLicZHYvHyx62RjVr1bRFiG3OtEzlqlXAe4rFf/3rX3j6mafxrTDh9fz11zNGUE0YN16u4Xl8/U32X7arW78eKEySP1hnHlW44447zD3ibExGryhcuH8eB+3f//43kywtM7b2nXlf8JeVd+LizMt3d8q52tc75l1cLj++wmPv3rMHPliz1jRzcblcx2d/X/Vqie3bt5tZlKu5X81gGWwyY8L7lxFB/huya+dO/Jn2b4HjUGzn7D7P6JqzvbNxq9dwA6PlnGkhN4prTnfzvqDxGCjqHfef2TlkdH85u2+scSk+7R+DeviRR2DtN7v3uzWWpkpACeQPArlWdPJlIXf5j9gyihJH5G41ash/7H4SnVyGhvXqI2badLxQvTrcPS7/B86ozv/Slin6W6JtjmN4t2qVTlhZ/6FTWPh374Y+/fthfvxCNG7S2LFrpuXCroXBY770xx848f1x/E+iNOzw66+/MTHRpYuZvMluGuXAhkLpX/+6M91ILi4usJjUb9gAGz76SARHAhgpbPJKEzAiySmwN1q3Ttcvo0KBggVMVeq+/mXy1ubf//4XGPVg2RKnzDsa/3O8487LtyPFgcWMb+ivW7cONWvWxHMiTh372pcpajhF+GbasfOY+ss0OaM9ns2b46GHH7Zv7jTv4nJZpFgN7hARZjGzfEx5nIzAMW9vvO7WvWT5s3sshQu74r///Nfqlml67tzv5llUsgseMACM4NLeHjECnbt0uaKvi4uL+cXCsaKw/IIxNWY6fvvPb2YKlvUZjcmoNeuvxVxcss+WkWn+QskpYQooF7iYqG529st7zdn1Yl+rjtfDXjizLrv3K9vaW2ZMNm7YIBHeKDxZ+knbbAyc/MnufW5d84zGfatdO7R643WMk5kItvnXnf/Cmz6tbfdGn379MCkq6oojyOwcMroXnN031sCsu++++zBr5kzwlwf+EvHkk09a1ba08FXc77ZOmlECSiBPErj8v3wePHwKgVKlSoJp6zY+YMRy8bKlYASAp1O8eHGZyrmEJYsWYf4774BLDNFvbwUK3G1fRBOZyqWDv/X/W6I3jHJxmu8zmYKnP7vWvEULLH/vXZvdLdE29u0qU70Uwh71G6CeTDveaOFZTKYWGTFkRJf7p61etUrE+QvMoqG7O9a8vwacwmN0qaZEJhnVOHHiOEo9Wcq0ye6GYn+hTKdZ7fmfzNYtWyUa+Izluqb06JEj4H+k9953nwimvzIcg9PjjOQMCguzteGzhuUrVkD9Bg1k+rmATQCzwT///QeMxjBvb7xv+Kyj5fteIon8j9tRoFj1ztIXRSCvXLEiXVVmx5KuYTYLJ0+exHfffotHJILUoGFDzIuNS9eT9ekcUmCkmZEvyZofawqaBZ4fp33Ly1T2wQMHkdGYNV96yTwTzfuY/WgZCTwXEYoX7aLLV8u2luyLf2f4TGKJx0rA/nhTJFrJfTszRrVfbtzoiioKzQ+T16OG/MJ6tfer47nYD54Zk5XvrcDA0FDzWAf3b/VzHC879zmvqXXNMxqX43PWYOTo0UhasRL8O81nVzmjwTraiRMnmKSzzM4ho3uBAzjeN/RZ9kJ1NxS4uwAYIOCUv+V3lvIe4i+MzurUpwSUQP4gkKdFJy8Bp4M5dT1p/AQEBQSah+cZFWEdnwMsLBGc0IGDsGnDRpSvUJ7uTO2Vpk3NdDWfseMLCHwxafrUqShZsmSm/a6q0sUFjLZwyssxGnZV42SzcdiQweBzqXy5gC/xfLZ3H7gKALtz/6VKlYK7e2p0mAL+sccfAzmw/mrMXSLT7M+XgiIk0hbYsyd6BgagQJrgvpqx7NtSKPHZxSlRUaCAprB0JhaHDh5sppXHjo60PedaUs7t4P4D5uUpjvHdd9+aX0A4vofHyxg2ZCiGDR7Cos2C+vRGwvIE8L55W+q5v4Fhobb67GT4qMaxo0fNSxvhw4ebl6CMmGpPd3gAAAlWSURBVMvgWLIzJu/lPbt2mxeJ+HJGxPAR4HOr7Nu4SROcP/87Anv0NPviNTguEXbW2VvdevVw+PAh85IUX0T666/UDy3wF41giYDxGelTp06idJnSyGjMR0Tkvunjg84dO5l9kd8R+cXAfj9W/omST+Cbr78B770tm7cgu2z5shePjy/gLIpfZAQwz5+PXXDNXr7AtP/L/dZu8Nfff4E+vnDG+45tKbbYgGKfzzXzJbXu/v7gL6j33X8/rvZ+dTwXjm1ZZkwaergjXK7V9KnTsFUYLJNfjPlineN4zu5z/juR0TXPaNyBwSGyv+Hmvn6lWVMULVYUTZs1A7nx+pIr/z20jt1KMzuHjO4FZ/eNNR7TgwcP4P/u+j/8+ONP+NXupUXWORpFMV8Ic/RrWQkogfxDINeJzsBevXD0228Qv2SxU8pTpk8z9W413MBnpMbIb/OcxuYLP3yhiG+aDw5NjXTVb9AAu/btxd4vPsfs2LlYvXat6fv4E0+Y/3i4n0DZn+OOGFXbsXsXdu7ZbV4mWrV2DZ597jnHZrYyXwDhWC1efdXmc8x8vv9Ls29GYSn01iSvw4Ytm0HhabXNzjhWW6ZPP/OM7QUVlu2NU6wVK1Y0ridKlgRfIOglYipi1ChQQPEYTKVsOnftggbuDSWX+tNdxKL9M42p3stbHuflEsyLHla5c9eumDBpkojNQMTItJrFrWy5cujarZvVzKRjxo0zqbWxL/P4+CIE63r37WNe6OoREGCuY9jgMDAKbR0Hn2Pl86N8uSdOIq0sW0bebNe23VvgtZ4fHw++BMVxm3o2wyARk2FDh4BRVL6oRD/7RIwaaV5i4UtgfGHmgQceYBU4lsmkbTgmo3dpRVvi4uIiY4chctxYs99BEn3lObG/47H4degAXkurM+9tilarbKWPPfYYOAXeL7i/eamKeft981gmTp4EXj9On1Z3q251taU8BtbxF5GxE8abF5K4rzr16oKRMY7BFz/Il51YdjZmnbp1MHdeHLp1744hbw8zy5ixvaPxlxDee4G9glC7Tm0zC5ERW/u+fNlr3MQJ6NazB/hCFwUZ63kPTY6OMvts37GD7d7797/+jXC5Zp26dDZTx2TK9jSK/aHDhoHLrvE5cUah6addzf3qeC7sb28ZMaHg433UWf6e8ZEB8mck0nE8Z/c5p6N5nZ1d84zG5ctUAUFBhkdDmcngMVJgz4mLNdeLXPlcN/2OltE5sJ2ze8HZfUOByv3xxaQ777gTnLY/c+YXTImeAq7owGvj7H6/8847se6jD7mrm2m6LyWgBG4igVwnOq/m3Ldt3WqmR+vL1KL3a97gb/X8h9x+DE79UJDY+7KbZzSEEZPstr+advwHlsd2NX2uty05ONsnhS+PxxqfL8u4uLhYxatOeQ34hvxVd8ykA6+Di4uLEel8/jOTpk6reO6soKBkahnX5nTGhPWMMjl7kYp12TWOXaRIkXTNMzqWdI0yKfAceI2cNSGbe++911lVOh/b8DrZO3ms5GzvYz6zMfl3xHEc9rE3FxcXs2KCvS87bF1cXMDjtO/HPK8J+zNvby4uLuAvB86Oh+dw/wP32ze35dk+u/eri8uV52IbKC3jjAmvF/m6uLiki/y7uKQfj/xdXK68zzO65hmNy/Nxcbny7zCPzcXlSn/aodsStiMXmyMtQ46O14TnxeNOa2JLVq1MndpnVPzVli0xKHQQuOyVrYFmlIASuO0I3JGXz7hrN394tmiO2LlzzYtEwX37oU7duiYKAv1zfQS0txJQAkrgOgi8IlP6fJaej1+EDx+OQQMHwq9D++sYUbsqASWQ1wnkadHJ38Y5VcVp8MPHjuLzA/vBKSROzeX1C6PHrwSUQPYJ8DGGjFpnVpdRH/VfPwEul8RHKbj2a+jgwWb9Vz7qcP0j314j6NkqgfxEIE+LTvsL4WwqyL5e80pACeRfApzizejsMqvLqI/6c5aAi4tLzg6ooykBJZAnCeQb0Zkn6etBXwcB7aoElIASUAJKQAnkJQIqOvPS1dJjVQJKQAkoASWQmwjosSiBqyCgovMqYGlTJaAElIASUAJKQAkogWsjoKLz2rhpLyWQFQGtVwJKQAkoASWgBOwIqOi0g6FZJaAElIASUAJKID8R0HPJTQRUdOamq6HHogSUgBJQAkpACSiBfEpARWc+vbB6WkogKwJarwSUgBJQAkrgZhJQ0Xkzaeu+lIASUAJKQAkoASVwmcBtlVPReVtdbj1ZJaAElIASUAJKQAncGgIqOm8Nd92rElACWRHQeiWgBJSAEshXBFR05qvLqSejBJSAElACSkAJKIGcI5CTI6nozEmaOpYSUAJKQAkoASWgBJSAUwIqOp1iUacSUAJKICsCWq8ElIASUAJXQ0BF59XQ0rZKQAkoASWgBJSAElAC10TghojOazoS7aQElIASUAJKQAkoASWQbwmo6My3l1ZPTAkogducgJ6+ElACSiBXEVDRmasuhx6MElACSkAJKAEloATyJ4HbU3Tmz2upZ6UElIASUAJKQAkogVxLQEVnrr00emBKQAkogfxNQM9OCSiB24uAis7b63rr2SoBJaAElIASUAJK4JYQUNF5S7BntVOtVwJKQAkoASWgBJRA/iKgojN/XU89GyWgBJSAEsgpAjqOElACOUpARWeO4tTBlIASUAJKQAkoASWgBJwRUNHpjIr6siKg9UpACSgBJaAElIASuCoCKjqvCpc2VgJKQAkoASWQWwjocSiBvEVARWfeul56tEpACSgBJaAElIASyJMEVHTmycumB50VAa1XAkpACSgBJaAEchcBFZ2563ro0SgBJaAElIASyC8E9DyUQDoCKjrT4dCCElACSkAJKAEloASUwI0goKLzRlDVMZVAVgS0XgkoASWgBJTAbUZARedtdsH1dJWAElACSkAJKIFUArq9uQRUdN5c3ro3JaAElIASUAJKQAnclgRUdN6Wl11PWglkRUDrlYASUAJKQAnkLAEVnTnLU0dTAkpACSgBJaAElEDOEMhno6jozGcXVE9HCSgBJaAElIASUAK5kYCKztx4VfSYlIASyIqA1isBJaAElEAeI6CiM49dMD1cJaAElIASUAJKQAnkDgJXdxQqOq+Ol7ZWAkpACSgBJaAElIASuAYCKjqvAZp2UQJKQAlkRUDrlYASUAJKID2B/wcAAP//QO+1oQAAAAZJREFUAwCiLDB2BnfnngAAAABJRU5ErkJggg==" id="123" name="Google Shape;123;p5"/>
          <p:cNvSpPr/>
          <p:nvPr/>
        </p:nvSpPr>
        <p:spPr>
          <a:xfrm>
            <a:off x="307975" y="236538"/>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24" name="Google Shape;124;p5"/>
          <p:cNvPicPr preferRelativeResize="0"/>
          <p:nvPr/>
        </p:nvPicPr>
        <p:blipFill rotWithShape="1">
          <a:blip r:embed="rId3">
            <a:alphaModFix/>
          </a:blip>
          <a:srcRect b="0" l="0" r="0" t="0"/>
          <a:stretch/>
        </p:blipFill>
        <p:spPr>
          <a:xfrm>
            <a:off x="838199" y="446088"/>
            <a:ext cx="7503495" cy="5268912"/>
          </a:xfrm>
          <a:prstGeom prst="rect">
            <a:avLst/>
          </a:prstGeom>
          <a:noFill/>
          <a:ln>
            <a:noFill/>
          </a:ln>
        </p:spPr>
      </p:pic>
    </p:spTree>
  </p:cSld>
  <p:clrMapOvr>
    <a:masterClrMapping/>
  </p:clrMapOvr>
  <mc:AlternateContent>
    <mc:Choice Requires="p14">
      <p:transition spd="slow" p14:dur="1500">
        <p14:doors dir="vert"/>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solidFill>
                  <a:srgbClr val="000000"/>
                </a:solidFill>
              </a:rPr>
              <a:t>EM-501 Organizational Systems </a:t>
            </a:r>
            <a:endParaRPr>
              <a:solidFill>
                <a:srgbClr val="000000"/>
              </a:solidFill>
            </a:endParaRPr>
          </a:p>
        </p:txBody>
      </p:sp>
      <p:sp>
        <p:nvSpPr>
          <p:cNvPr id="130" name="Google Shape;130;p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pic>
        <p:nvPicPr>
          <p:cNvPr id="131" name="Google Shape;131;p6"/>
          <p:cNvPicPr preferRelativeResize="0"/>
          <p:nvPr>
            <p:ph idx="1" type="body"/>
          </p:nvPr>
        </p:nvPicPr>
        <p:blipFill rotWithShape="1">
          <a:blip r:embed="rId3">
            <a:alphaModFix/>
          </a:blip>
          <a:srcRect b="0" l="0" r="0" t="0"/>
          <a:stretch/>
        </p:blipFill>
        <p:spPr>
          <a:xfrm>
            <a:off x="838200" y="304800"/>
            <a:ext cx="7539258" cy="5486400"/>
          </a:xfrm>
          <a:prstGeom prst="rect">
            <a:avLst/>
          </a:prstGeom>
          <a:noFill/>
          <a:ln>
            <a:noFill/>
          </a:ln>
        </p:spPr>
      </p:pic>
    </p:spTree>
  </p:cSld>
  <p:clrMapOvr>
    <a:masterClrMapping/>
  </p:clrMapOvr>
  <mc:AlternateContent>
    <mc:Choice Requires="p14">
      <p:transition spd="slow" p14:dur="1500">
        <p14:doors dir="vert"/>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7"/>
          <p:cNvPicPr preferRelativeResize="0"/>
          <p:nvPr>
            <p:ph idx="1" type="body"/>
          </p:nvPr>
        </p:nvPicPr>
        <p:blipFill rotWithShape="1">
          <a:blip r:embed="rId3">
            <a:alphaModFix/>
          </a:blip>
          <a:srcRect b="0" l="0" r="0" t="0"/>
          <a:stretch/>
        </p:blipFill>
        <p:spPr>
          <a:xfrm>
            <a:off x="381001" y="1143000"/>
            <a:ext cx="8610599" cy="3352800"/>
          </a:xfrm>
          <a:prstGeom prst="rect">
            <a:avLst/>
          </a:prstGeom>
          <a:noFill/>
          <a:ln>
            <a:noFill/>
          </a:ln>
        </p:spPr>
      </p:pic>
      <p:sp>
        <p:nvSpPr>
          <p:cNvPr id="137" name="Google Shape;137;p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txBox="1"/>
          <p:nvPr>
            <p:ph type="title"/>
          </p:nvPr>
        </p:nvSpPr>
        <p:spPr>
          <a:xfrm>
            <a:off x="628650" y="838200"/>
            <a:ext cx="78867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Insertion Anomalies</a:t>
            </a:r>
            <a:br>
              <a:rPr b="0" lang="en-US"/>
            </a:br>
            <a:br>
              <a:rPr lang="en-US"/>
            </a:br>
            <a:endParaRPr/>
          </a:p>
        </p:txBody>
      </p:sp>
      <p:sp>
        <p:nvSpPr>
          <p:cNvPr id="143" name="Google Shape;143;p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When adding a new staff member, </a:t>
            </a:r>
            <a:r>
              <a:rPr b="1" lang="en-US"/>
              <a:t>branch details must also be entered</a:t>
            </a:r>
            <a:r>
              <a:rPr lang="en-US"/>
              <a:t>, which can cause </a:t>
            </a:r>
            <a:r>
              <a:rPr b="1" lang="en-US"/>
              <a:t>data inconsistency</a:t>
            </a:r>
            <a:r>
              <a:rPr lang="en-US"/>
              <a:t> if entered incorrectly.</a:t>
            </a:r>
            <a:endParaRPr b="0"/>
          </a:p>
          <a:p>
            <a:pPr indent="-171450" lvl="0" marL="171450" rtl="0" algn="l">
              <a:lnSpc>
                <a:spcPct val="90000"/>
              </a:lnSpc>
              <a:spcBef>
                <a:spcPts val="750"/>
              </a:spcBef>
              <a:spcAft>
                <a:spcPts val="0"/>
              </a:spcAft>
              <a:buClr>
                <a:schemeClr val="dk1"/>
              </a:buClr>
              <a:buSzPts val="2100"/>
              <a:buChar char="•"/>
            </a:pPr>
            <a:r>
              <a:rPr lang="en-US"/>
              <a:t>In a well-designed structure (separate Staff and Branch tables), only </a:t>
            </a:r>
            <a:r>
              <a:rPr b="1" lang="en-US"/>
              <a:t>branchNo is added</a:t>
            </a:r>
            <a:r>
              <a:rPr lang="en-US"/>
              <a:t>, avoiding duplication.</a:t>
            </a:r>
            <a:endParaRPr b="0"/>
          </a:p>
          <a:p>
            <a:pPr indent="-171450" lvl="0" marL="171450" rtl="0" algn="l">
              <a:lnSpc>
                <a:spcPct val="90000"/>
              </a:lnSpc>
              <a:spcBef>
                <a:spcPts val="750"/>
              </a:spcBef>
              <a:spcAft>
                <a:spcPts val="0"/>
              </a:spcAft>
              <a:buClr>
                <a:schemeClr val="dk1"/>
              </a:buClr>
              <a:buSzPts val="2100"/>
              <a:buChar char="•"/>
            </a:pPr>
            <a:r>
              <a:rPr lang="en-US"/>
              <a:t>When adding a </a:t>
            </a:r>
            <a:r>
              <a:rPr b="1" lang="en-US"/>
              <a:t>new branch with no staff</a:t>
            </a:r>
            <a:r>
              <a:rPr lang="en-US"/>
              <a:t>, we must insert </a:t>
            </a:r>
            <a:r>
              <a:rPr b="1" lang="en-US"/>
              <a:t>null values for staff attributes</a:t>
            </a:r>
            <a:r>
              <a:rPr lang="en-US"/>
              <a:t>.</a:t>
            </a:r>
            <a:endParaRPr b="0"/>
          </a:p>
          <a:p>
            <a:pPr indent="-171450" lvl="0" marL="171450" rtl="0" algn="l">
              <a:lnSpc>
                <a:spcPct val="90000"/>
              </a:lnSpc>
              <a:spcBef>
                <a:spcPts val="750"/>
              </a:spcBef>
              <a:spcAft>
                <a:spcPts val="0"/>
              </a:spcAft>
              <a:buClr>
                <a:schemeClr val="dk1"/>
              </a:buClr>
              <a:buSzPts val="2100"/>
              <a:buChar char="•"/>
            </a:pPr>
            <a:r>
              <a:rPr lang="en-US"/>
              <a:t>This is not allowed because </a:t>
            </a:r>
            <a:r>
              <a:rPr b="1" lang="en-US"/>
              <a:t>staffNo is a primary key</a:t>
            </a:r>
            <a:r>
              <a:rPr lang="en-US"/>
              <a:t> (cannot be null).</a:t>
            </a:r>
            <a:endParaRPr b="0"/>
          </a:p>
          <a:p>
            <a:pPr indent="-171450" lvl="0" marL="171450" rtl="0" algn="l">
              <a:lnSpc>
                <a:spcPct val="90000"/>
              </a:lnSpc>
              <a:spcBef>
                <a:spcPts val="750"/>
              </a:spcBef>
              <a:spcAft>
                <a:spcPts val="0"/>
              </a:spcAft>
              <a:buClr>
                <a:schemeClr val="dk1"/>
              </a:buClr>
              <a:buSzPts val="2100"/>
              <a:buChar char="•"/>
            </a:pPr>
            <a:r>
              <a:rPr lang="en-US"/>
              <a:t>Proper design (separate relations) avoids this issue by:</a:t>
            </a:r>
            <a:endParaRPr b="0"/>
          </a:p>
          <a:p>
            <a:pPr indent="-171450" lvl="0" marL="171450" rtl="0" algn="l">
              <a:lnSpc>
                <a:spcPct val="90000"/>
              </a:lnSpc>
              <a:spcBef>
                <a:spcPts val="750"/>
              </a:spcBef>
              <a:spcAft>
                <a:spcPts val="0"/>
              </a:spcAft>
              <a:buClr>
                <a:schemeClr val="dk1"/>
              </a:buClr>
              <a:buSzPts val="2100"/>
              <a:buChar char="•"/>
            </a:pPr>
            <a:r>
              <a:rPr lang="en-US"/>
              <a:t>Storing branch details independently</a:t>
            </a:r>
            <a:endParaRPr/>
          </a:p>
          <a:p>
            <a:pPr indent="-171450" lvl="0" marL="171450" rtl="0" algn="l">
              <a:lnSpc>
                <a:spcPct val="90000"/>
              </a:lnSpc>
              <a:spcBef>
                <a:spcPts val="750"/>
              </a:spcBef>
              <a:spcAft>
                <a:spcPts val="0"/>
              </a:spcAft>
              <a:buClr>
                <a:schemeClr val="dk1"/>
              </a:buClr>
              <a:buSzPts val="2100"/>
              <a:buChar char="•"/>
            </a:pPr>
            <a:r>
              <a:rPr lang="en-US"/>
              <a:t>Adding staff information later when available</a:t>
            </a:r>
            <a:endParaRPr/>
          </a:p>
          <a:p>
            <a:pPr indent="-38100" lvl="0" marL="171450" rtl="0" algn="l">
              <a:lnSpc>
                <a:spcPct val="90000"/>
              </a:lnSpc>
              <a:spcBef>
                <a:spcPts val="750"/>
              </a:spcBef>
              <a:spcAft>
                <a:spcPts val="0"/>
              </a:spcAft>
              <a:buClr>
                <a:schemeClr val="dk1"/>
              </a:buClr>
              <a:buSzPts val="2100"/>
              <a:buNone/>
            </a:pPr>
            <a:r>
              <a:t/>
            </a:r>
            <a:endParaRPr/>
          </a:p>
        </p:txBody>
      </p:sp>
      <p:sp>
        <p:nvSpPr>
          <p:cNvPr id="144" name="Google Shape;144;p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9"/>
          <p:cNvSpPr txBox="1"/>
          <p:nvPr>
            <p:ph type="title"/>
          </p:nvPr>
        </p:nvSpPr>
        <p:spPr>
          <a:xfrm>
            <a:off x="628650" y="838200"/>
            <a:ext cx="78867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sz="4900"/>
              <a:t>Deletion Anomalies</a:t>
            </a:r>
            <a:br>
              <a:rPr b="0" lang="en-US"/>
            </a:br>
            <a:br>
              <a:rPr lang="en-US"/>
            </a:br>
            <a:endParaRPr/>
          </a:p>
        </p:txBody>
      </p:sp>
      <p:sp>
        <p:nvSpPr>
          <p:cNvPr id="150" name="Google Shape;150;p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171450" lvl="0" marL="171450" rtl="0" algn="l">
              <a:lnSpc>
                <a:spcPct val="90000"/>
              </a:lnSpc>
              <a:spcBef>
                <a:spcPts val="0"/>
              </a:spcBef>
              <a:spcAft>
                <a:spcPts val="0"/>
              </a:spcAft>
              <a:buClr>
                <a:srgbClr val="000000"/>
              </a:buClr>
              <a:buSzPts val="2400"/>
              <a:buChar char="•"/>
            </a:pPr>
            <a:r>
              <a:rPr b="0" i="0" lang="en-US" sz="2400" u="none" strike="noStrike">
                <a:solidFill>
                  <a:srgbClr val="000000"/>
                </a:solidFill>
                <a:latin typeface="Arial"/>
                <a:ea typeface="Arial"/>
                <a:cs typeface="Arial"/>
                <a:sym typeface="Arial"/>
              </a:rPr>
              <a:t>Deleting a staff tuple may </a:t>
            </a:r>
            <a:r>
              <a:rPr b="1" i="0" lang="en-US" sz="2400" u="none" strike="noStrike">
                <a:solidFill>
                  <a:srgbClr val="000000"/>
                </a:solidFill>
                <a:latin typeface="Arial"/>
                <a:ea typeface="Arial"/>
                <a:cs typeface="Arial"/>
                <a:sym typeface="Arial"/>
              </a:rPr>
              <a:t>remove important branch information</a:t>
            </a:r>
            <a:r>
              <a:rPr b="0" i="0" lang="en-US" sz="2400" u="none" strike="noStrike">
                <a:solidFill>
                  <a:srgbClr val="000000"/>
                </a:solidFill>
                <a:latin typeface="Arial"/>
                <a:ea typeface="Arial"/>
                <a:cs typeface="Arial"/>
                <a:sym typeface="Arial"/>
              </a:rPr>
              <a:t>.</a:t>
            </a:r>
            <a:endParaRPr b="0"/>
          </a:p>
          <a:p>
            <a:pPr indent="-171450" lvl="0" marL="171450" rtl="0" algn="l">
              <a:lnSpc>
                <a:spcPct val="90000"/>
              </a:lnSpc>
              <a:spcBef>
                <a:spcPts val="1200"/>
              </a:spcBef>
              <a:spcAft>
                <a:spcPts val="0"/>
              </a:spcAft>
              <a:buClr>
                <a:srgbClr val="000000"/>
              </a:buClr>
              <a:buSzPts val="2400"/>
              <a:buChar char="•"/>
            </a:pPr>
            <a:r>
              <a:rPr b="0" i="0" lang="en-US" sz="2400" u="none" strike="noStrike">
                <a:solidFill>
                  <a:srgbClr val="000000"/>
                </a:solidFill>
                <a:latin typeface="Arial"/>
                <a:ea typeface="Arial"/>
                <a:cs typeface="Arial"/>
                <a:sym typeface="Arial"/>
              </a:rPr>
              <a:t>Example: Deleting the last staff member of a branch results in the loss of that branch’s details from the database.</a:t>
            </a:r>
            <a:endParaRPr b="0"/>
          </a:p>
          <a:p>
            <a:pPr indent="-171450" lvl="0" marL="171450" rtl="0" algn="l">
              <a:lnSpc>
                <a:spcPct val="90000"/>
              </a:lnSpc>
              <a:spcBef>
                <a:spcPts val="1200"/>
              </a:spcBef>
              <a:spcAft>
                <a:spcPts val="0"/>
              </a:spcAft>
              <a:buClr>
                <a:srgbClr val="000000"/>
              </a:buClr>
              <a:buSzPts val="2400"/>
              <a:buChar char="•"/>
            </a:pPr>
            <a:r>
              <a:rPr b="0" i="0" lang="en-US" sz="2400" u="none" strike="noStrike">
                <a:solidFill>
                  <a:srgbClr val="000000"/>
                </a:solidFill>
                <a:latin typeface="Arial"/>
                <a:ea typeface="Arial"/>
                <a:cs typeface="Arial"/>
                <a:sym typeface="Arial"/>
              </a:rPr>
              <a:t>In a proper design (separate Staff and Branch tables):</a:t>
            </a:r>
            <a:endParaRPr b="0"/>
          </a:p>
          <a:p>
            <a:pPr indent="-171450" lvl="0" marL="171450" rtl="0" algn="l">
              <a:lnSpc>
                <a:spcPct val="90000"/>
              </a:lnSpc>
              <a:spcBef>
                <a:spcPts val="2400"/>
              </a:spcBef>
              <a:spcAft>
                <a:spcPts val="0"/>
              </a:spcAft>
              <a:buClr>
                <a:srgbClr val="000000"/>
              </a:buClr>
              <a:buSzPts val="2400"/>
              <a:buChar char="•"/>
            </a:pPr>
            <a:r>
              <a:rPr b="0" i="0" lang="en-US" sz="2400" u="none" strike="noStrike">
                <a:solidFill>
                  <a:srgbClr val="000000"/>
                </a:solidFill>
                <a:latin typeface="Arial"/>
                <a:ea typeface="Arial"/>
                <a:cs typeface="Arial"/>
                <a:sym typeface="Arial"/>
              </a:rPr>
              <a:t>Deleting staff data does not affect branch data</a:t>
            </a:r>
            <a:endParaRPr/>
          </a:p>
          <a:p>
            <a:pPr indent="-171450" lvl="0" marL="171450" rtl="0" algn="l">
              <a:lnSpc>
                <a:spcPct val="90000"/>
              </a:lnSpc>
              <a:spcBef>
                <a:spcPts val="0"/>
              </a:spcBef>
              <a:spcAft>
                <a:spcPts val="0"/>
              </a:spcAft>
              <a:buClr>
                <a:srgbClr val="000000"/>
              </a:buClr>
              <a:buSzPts val="2400"/>
              <a:buChar char="•"/>
            </a:pPr>
            <a:r>
              <a:rPr b="0" i="0" lang="en-US" sz="2400" u="none" strike="noStrike">
                <a:solidFill>
                  <a:srgbClr val="000000"/>
                </a:solidFill>
                <a:latin typeface="Arial"/>
                <a:ea typeface="Arial"/>
                <a:cs typeface="Arial"/>
                <a:sym typeface="Arial"/>
              </a:rPr>
              <a:t>Branch details remain safe in the Branch relation</a:t>
            </a:r>
            <a:endParaRPr/>
          </a:p>
          <a:p>
            <a:pPr indent="-171450" lvl="0" marL="171450" rtl="0" algn="l">
              <a:lnSpc>
                <a:spcPct val="90000"/>
              </a:lnSpc>
              <a:spcBef>
                <a:spcPts val="1200"/>
              </a:spcBef>
              <a:spcAft>
                <a:spcPts val="0"/>
              </a:spcAft>
              <a:buClr>
                <a:srgbClr val="000000"/>
              </a:buClr>
              <a:buSzPts val="2400"/>
              <a:buChar char="•"/>
            </a:pPr>
            <a:r>
              <a:rPr b="0" i="0" lang="en-US" sz="2400" u="none" strike="noStrike">
                <a:solidFill>
                  <a:srgbClr val="000000"/>
                </a:solidFill>
                <a:latin typeface="Arial"/>
                <a:ea typeface="Arial"/>
                <a:cs typeface="Arial"/>
                <a:sym typeface="Arial"/>
              </a:rPr>
              <a:t>Separation of relations prevents unintended data loss</a:t>
            </a:r>
            <a:endParaRPr b="0"/>
          </a:p>
          <a:p>
            <a:pPr indent="0" lvl="0" marL="0" rtl="0" algn="l">
              <a:lnSpc>
                <a:spcPct val="90000"/>
              </a:lnSpc>
              <a:spcBef>
                <a:spcPts val="750"/>
              </a:spcBef>
              <a:spcAft>
                <a:spcPts val="0"/>
              </a:spcAft>
              <a:buClr>
                <a:schemeClr val="dk1"/>
              </a:buClr>
              <a:buSzPts val="2100"/>
              <a:buNone/>
            </a:pPr>
            <a:br>
              <a:rPr lang="en-US"/>
            </a:br>
            <a:endParaRPr/>
          </a:p>
        </p:txBody>
      </p:sp>
      <p:sp>
        <p:nvSpPr>
          <p:cNvPr id="151" name="Google Shape;151;p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solidFill>
                  <a:srgbClr val="000000"/>
                </a:solidFill>
              </a:rPr>
              <a:t>EM-501 Organizational Systems </a:t>
            </a:r>
            <a:endParaRPr>
              <a:solidFill>
                <a:srgbClr val="000000"/>
              </a:solidFill>
            </a:endParaRPr>
          </a:p>
        </p:txBody>
      </p:sp>
      <p:sp>
        <p:nvSpPr>
          <p:cNvPr id="152" name="Google Shape;152;p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0"/>
          <p:cNvSpPr txBox="1"/>
          <p:nvPr>
            <p:ph type="title"/>
          </p:nvPr>
        </p:nvSpPr>
        <p:spPr>
          <a:xfrm>
            <a:off x="647700" y="983455"/>
            <a:ext cx="78867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Modification Anomalies</a:t>
            </a:r>
            <a:br>
              <a:rPr b="0" lang="en-US"/>
            </a:br>
            <a:br>
              <a:rPr lang="en-US"/>
            </a:br>
            <a:endParaRPr/>
          </a:p>
        </p:txBody>
      </p:sp>
      <p:sp>
        <p:nvSpPr>
          <p:cNvPr id="158" name="Google Shape;158;p1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lnSpcReduction="10000"/>
          </a:bodyPr>
          <a:lstStyle/>
          <a:p>
            <a:pPr indent="-171450" lvl="0" marL="171450" rtl="0" algn="l">
              <a:lnSpc>
                <a:spcPct val="90000"/>
              </a:lnSpc>
              <a:spcBef>
                <a:spcPts val="0"/>
              </a:spcBef>
              <a:spcAft>
                <a:spcPts val="0"/>
              </a:spcAft>
              <a:buClr>
                <a:schemeClr val="dk1"/>
              </a:buClr>
              <a:buSzPct val="100000"/>
              <a:buChar char="•"/>
            </a:pPr>
            <a:r>
              <a:rPr lang="en-US" sz="2400"/>
              <a:t>Updating a branch detail (e.g., address) requires </a:t>
            </a:r>
            <a:r>
              <a:rPr b="1" lang="en-US" sz="2400"/>
              <a:t>changing multiple tuples</a:t>
            </a:r>
            <a:r>
              <a:rPr lang="en-US" sz="2400"/>
              <a:t>.</a:t>
            </a:r>
            <a:endParaRPr/>
          </a:p>
          <a:p>
            <a:pPr indent="-171450" lvl="0" marL="171450" rtl="0" algn="l">
              <a:lnSpc>
                <a:spcPct val="90000"/>
              </a:lnSpc>
              <a:spcBef>
                <a:spcPts val="750"/>
              </a:spcBef>
              <a:spcAft>
                <a:spcPts val="0"/>
              </a:spcAft>
              <a:buClr>
                <a:schemeClr val="dk1"/>
              </a:buClr>
              <a:buSzPct val="100000"/>
              <a:buChar char="•"/>
            </a:pPr>
            <a:r>
              <a:rPr lang="en-US" sz="2400"/>
              <a:t>If not all tuples are updated then data inconsistency occurs (same branch shows different values).</a:t>
            </a:r>
            <a:endParaRPr/>
          </a:p>
          <a:p>
            <a:pPr indent="-171450" lvl="0" marL="171450" rtl="0" algn="l">
              <a:lnSpc>
                <a:spcPct val="90000"/>
              </a:lnSpc>
              <a:spcBef>
                <a:spcPts val="750"/>
              </a:spcBef>
              <a:spcAft>
                <a:spcPts val="0"/>
              </a:spcAft>
              <a:buClr>
                <a:schemeClr val="dk1"/>
              </a:buClr>
              <a:buSzPct val="100000"/>
              <a:buChar char="•"/>
            </a:pPr>
            <a:r>
              <a:rPr lang="en-US" sz="2400"/>
              <a:t>Conclusion:</a:t>
            </a:r>
            <a:endParaRPr b="0"/>
          </a:p>
          <a:p>
            <a:pPr indent="-171450" lvl="0" marL="171450" rtl="0" algn="l">
              <a:lnSpc>
                <a:spcPct val="90000"/>
              </a:lnSpc>
              <a:spcBef>
                <a:spcPts val="750"/>
              </a:spcBef>
              <a:spcAft>
                <a:spcPts val="0"/>
              </a:spcAft>
              <a:buClr>
                <a:schemeClr val="dk1"/>
              </a:buClr>
              <a:buSzPct val="100000"/>
              <a:buChar char="•"/>
            </a:pPr>
            <a:r>
              <a:rPr lang="en-US" sz="2400"/>
              <a:t>StaffBranch relation has update anomalies.</a:t>
            </a:r>
            <a:endParaRPr sz="2000"/>
          </a:p>
          <a:p>
            <a:pPr indent="-171450" lvl="0" marL="171450" rtl="0" algn="l">
              <a:lnSpc>
                <a:spcPct val="90000"/>
              </a:lnSpc>
              <a:spcBef>
                <a:spcPts val="750"/>
              </a:spcBef>
              <a:spcAft>
                <a:spcPts val="0"/>
              </a:spcAft>
              <a:buClr>
                <a:schemeClr val="dk1"/>
              </a:buClr>
              <a:buSzPct val="100000"/>
              <a:buChar char="•"/>
            </a:pPr>
            <a:r>
              <a:rPr lang="en-US" sz="2400"/>
              <a:t>Splitting into Staff and Branch relations removes these issues.</a:t>
            </a:r>
            <a:endParaRPr sz="2000"/>
          </a:p>
          <a:p>
            <a:pPr indent="-171450" lvl="0" marL="171450" rtl="0" algn="l">
              <a:lnSpc>
                <a:spcPct val="90000"/>
              </a:lnSpc>
              <a:spcBef>
                <a:spcPts val="750"/>
              </a:spcBef>
              <a:spcAft>
                <a:spcPts val="0"/>
              </a:spcAft>
              <a:buClr>
                <a:schemeClr val="dk1"/>
              </a:buClr>
              <a:buSzPct val="100000"/>
              <a:buChar char="•"/>
            </a:pPr>
            <a:r>
              <a:rPr lang="en-US" sz="2400"/>
              <a:t>Decomposition Properties:</a:t>
            </a:r>
            <a:endParaRPr b="0"/>
          </a:p>
          <a:p>
            <a:pPr indent="-171450" lvl="0" marL="171450" rtl="0" algn="l">
              <a:lnSpc>
                <a:spcPct val="90000"/>
              </a:lnSpc>
              <a:spcBef>
                <a:spcPts val="750"/>
              </a:spcBef>
              <a:spcAft>
                <a:spcPts val="0"/>
              </a:spcAft>
              <a:buClr>
                <a:schemeClr val="dk1"/>
              </a:buClr>
              <a:buSzPct val="100000"/>
              <a:buChar char="•"/>
            </a:pPr>
            <a:r>
              <a:rPr lang="en-US" sz="2400"/>
              <a:t>Lossless-join property:</a:t>
            </a:r>
            <a:endParaRPr sz="2000"/>
          </a:p>
          <a:p>
            <a:pPr indent="-171450" lvl="1" marL="514350" rtl="0" algn="l">
              <a:lnSpc>
                <a:spcPct val="90000"/>
              </a:lnSpc>
              <a:spcBef>
                <a:spcPts val="375"/>
              </a:spcBef>
              <a:spcAft>
                <a:spcPts val="0"/>
              </a:spcAft>
              <a:buClr>
                <a:schemeClr val="dk1"/>
              </a:buClr>
              <a:buSzPct val="112500"/>
              <a:buChar char="•"/>
            </a:pPr>
            <a:r>
              <a:rPr lang="en-US"/>
              <a:t>Original relation can be reconstructed from smaller relations.</a:t>
            </a:r>
            <a:endParaRPr sz="1600"/>
          </a:p>
          <a:p>
            <a:pPr indent="-171450" lvl="0" marL="171450" rtl="0" algn="l">
              <a:lnSpc>
                <a:spcPct val="90000"/>
              </a:lnSpc>
              <a:spcBef>
                <a:spcPts val="750"/>
              </a:spcBef>
              <a:spcAft>
                <a:spcPts val="0"/>
              </a:spcAft>
              <a:buClr>
                <a:schemeClr val="dk1"/>
              </a:buClr>
              <a:buSzPct val="100000"/>
              <a:buChar char="•"/>
            </a:pPr>
            <a:r>
              <a:rPr lang="en-US" sz="2400"/>
              <a:t>Dependency preservation property:</a:t>
            </a:r>
            <a:endParaRPr sz="2000"/>
          </a:p>
          <a:p>
            <a:pPr indent="-171450" lvl="1" marL="514350" rtl="0" algn="l">
              <a:lnSpc>
                <a:spcPct val="90000"/>
              </a:lnSpc>
              <a:spcBef>
                <a:spcPts val="375"/>
              </a:spcBef>
              <a:spcAft>
                <a:spcPts val="0"/>
              </a:spcAft>
              <a:buClr>
                <a:schemeClr val="dk1"/>
              </a:buClr>
              <a:buSzPct val="112500"/>
              <a:buChar char="•"/>
            </a:pPr>
            <a:r>
              <a:rPr lang="en-US"/>
              <a:t>Constraints can be enforced without joining tables.</a:t>
            </a:r>
            <a:endParaRPr sz="1600"/>
          </a:p>
          <a:p>
            <a:pPr indent="-48133" lvl="0" marL="171450" rtl="0" algn="l">
              <a:lnSpc>
                <a:spcPct val="90000"/>
              </a:lnSpc>
              <a:spcBef>
                <a:spcPts val="750"/>
              </a:spcBef>
              <a:spcAft>
                <a:spcPts val="0"/>
              </a:spcAft>
              <a:buClr>
                <a:schemeClr val="dk1"/>
              </a:buClr>
              <a:buSzPct val="100000"/>
              <a:buNone/>
            </a:pPr>
            <a:r>
              <a:t/>
            </a:r>
            <a:endParaRPr/>
          </a:p>
        </p:txBody>
      </p:sp>
      <p:sp>
        <p:nvSpPr>
          <p:cNvPr id="159" name="Google Shape;159;p1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solidFill>
                  <a:srgbClr val="000000"/>
                </a:solidFill>
              </a:rPr>
              <a:t>EM-501 Organizational Systems </a:t>
            </a:r>
            <a:endParaRPr>
              <a:solidFill>
                <a:srgbClr val="000000"/>
              </a:solidFill>
            </a:endParaRPr>
          </a:p>
        </p:txBody>
      </p:sp>
      <p:sp>
        <p:nvSpPr>
          <p:cNvPr id="160" name="Google Shape;160;p1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1"/>
          <p:cNvSpPr txBox="1"/>
          <p:nvPr>
            <p:ph type="title"/>
          </p:nvPr>
        </p:nvSpPr>
        <p:spPr>
          <a:xfrm>
            <a:off x="1905000" y="161927"/>
            <a:ext cx="4419600" cy="381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Functional Dependencies</a:t>
            </a:r>
            <a:endParaRPr sz="2800">
              <a:solidFill>
                <a:srgbClr val="FF0000"/>
              </a:solidFill>
              <a:latin typeface="Book Antiqua"/>
              <a:ea typeface="Book Antiqua"/>
              <a:cs typeface="Book Antiqua"/>
              <a:sym typeface="Book Antiqua"/>
            </a:endParaRPr>
          </a:p>
        </p:txBody>
      </p:sp>
      <p:sp>
        <p:nvSpPr>
          <p:cNvPr id="166" name="Google Shape;166;p11"/>
          <p:cNvSpPr txBox="1"/>
          <p:nvPr>
            <p:ph idx="1" type="body"/>
          </p:nvPr>
        </p:nvSpPr>
        <p:spPr>
          <a:xfrm>
            <a:off x="165100" y="542927"/>
            <a:ext cx="8991600" cy="6130923"/>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500"/>
              <a:buFont typeface="Noto Sans Symbols"/>
              <a:buChar char="▪"/>
            </a:pPr>
            <a:r>
              <a:rPr lang="en-US" sz="2500">
                <a:latin typeface="Book Antiqua"/>
                <a:ea typeface="Book Antiqua"/>
                <a:cs typeface="Book Antiqua"/>
                <a:sym typeface="Book Antiqua"/>
              </a:rPr>
              <a:t>An important concept associated with normalization.</a:t>
            </a:r>
            <a:endParaRPr/>
          </a:p>
          <a:p>
            <a:pPr indent="-274320" lvl="0" marL="274320" rtl="0" algn="just">
              <a:lnSpc>
                <a:spcPct val="90000"/>
              </a:lnSpc>
              <a:spcBef>
                <a:spcPts val="600"/>
              </a:spcBef>
              <a:spcAft>
                <a:spcPts val="0"/>
              </a:spcAft>
              <a:buClr>
                <a:schemeClr val="dk1"/>
              </a:buClr>
              <a:buSzPts val="2500"/>
              <a:buFont typeface="Noto Sans Symbols"/>
              <a:buChar char="▪"/>
            </a:pPr>
            <a:r>
              <a:rPr lang="en-US" sz="2500">
                <a:latin typeface="Book Antiqua"/>
                <a:ea typeface="Book Antiqua"/>
                <a:cs typeface="Book Antiqua"/>
                <a:sym typeface="Book Antiqua"/>
              </a:rPr>
              <a:t>Describes the relationship between attributes in a relation.</a:t>
            </a:r>
            <a:endParaRPr b="1" sz="2500">
              <a:latin typeface="Book Antiqua"/>
              <a:ea typeface="Book Antiqua"/>
              <a:cs typeface="Book Antiqua"/>
              <a:sym typeface="Book Antiqua"/>
            </a:endParaRPr>
          </a:p>
          <a:p>
            <a:pPr indent="-274320" lvl="0" marL="274320" rtl="0" algn="just">
              <a:lnSpc>
                <a:spcPct val="90000"/>
              </a:lnSpc>
              <a:spcBef>
                <a:spcPts val="600"/>
              </a:spcBef>
              <a:spcAft>
                <a:spcPts val="0"/>
              </a:spcAft>
              <a:buClr>
                <a:srgbClr val="3333FF"/>
              </a:buClr>
              <a:buSzPts val="2600"/>
              <a:buFont typeface="Noto Sans Symbols"/>
              <a:buChar char="▪"/>
            </a:pPr>
            <a:r>
              <a:rPr b="1" lang="en-US" sz="2600">
                <a:solidFill>
                  <a:srgbClr val="3333FF"/>
                </a:solidFill>
                <a:latin typeface="Book Antiqua"/>
                <a:ea typeface="Book Antiqua"/>
                <a:cs typeface="Book Antiqua"/>
                <a:sym typeface="Book Antiqua"/>
              </a:rPr>
              <a:t>Definition</a:t>
            </a:r>
            <a:endParaRPr sz="2500">
              <a:solidFill>
                <a:srgbClr val="3333FF"/>
              </a:solidFill>
              <a:latin typeface="Book Antiqua"/>
              <a:ea typeface="Book Antiqua"/>
              <a:cs typeface="Book Antiqua"/>
              <a:sym typeface="Book Antiqua"/>
            </a:endParaRPr>
          </a:p>
          <a:p>
            <a:pPr indent="-274320" lvl="0" marL="548640" rtl="0" algn="l">
              <a:lnSpc>
                <a:spcPct val="90000"/>
              </a:lnSpc>
              <a:spcBef>
                <a:spcPts val="400"/>
              </a:spcBef>
              <a:spcAft>
                <a:spcPts val="0"/>
              </a:spcAft>
              <a:buClr>
                <a:schemeClr val="dk1"/>
              </a:buClr>
              <a:buSzPts val="2500"/>
              <a:buFont typeface="Courier New"/>
              <a:buChar char="o"/>
            </a:pPr>
            <a:r>
              <a:rPr lang="en-US" sz="2500">
                <a:latin typeface="Book Antiqua"/>
                <a:ea typeface="Book Antiqua"/>
                <a:cs typeface="Book Antiqua"/>
                <a:sym typeface="Book Antiqua"/>
              </a:rPr>
              <a:t>If A and B are set of attributes of relation R,</a:t>
            </a:r>
            <a:endParaRPr/>
          </a:p>
          <a:p>
            <a:pPr indent="-274320" lvl="0" marL="548640" rtl="0" algn="l">
              <a:lnSpc>
                <a:spcPct val="90000"/>
              </a:lnSpc>
              <a:spcBef>
                <a:spcPts val="400"/>
              </a:spcBef>
              <a:spcAft>
                <a:spcPts val="0"/>
              </a:spcAft>
              <a:buClr>
                <a:schemeClr val="dk1"/>
              </a:buClr>
              <a:buSzPts val="2500"/>
              <a:buFont typeface="Courier New"/>
              <a:buChar char="o"/>
            </a:pPr>
            <a:r>
              <a:rPr lang="en-US" sz="2500">
                <a:latin typeface="Book Antiqua"/>
                <a:ea typeface="Book Antiqua"/>
                <a:cs typeface="Book Antiqua"/>
                <a:sym typeface="Book Antiqua"/>
              </a:rPr>
              <a:t>B is functionally dependent on A (denoted as </a:t>
            </a:r>
            <a:r>
              <a:rPr b="1" lang="en-US" sz="2500">
                <a:solidFill>
                  <a:srgbClr val="CC6600"/>
                </a:solidFill>
                <a:latin typeface="Book Antiqua"/>
                <a:ea typeface="Book Antiqua"/>
                <a:cs typeface="Book Antiqua"/>
                <a:sym typeface="Book Antiqua"/>
              </a:rPr>
              <a:t>A → B</a:t>
            </a:r>
            <a:r>
              <a:rPr lang="en-US" sz="2500">
                <a:latin typeface="Book Antiqua"/>
                <a:ea typeface="Book Antiqua"/>
                <a:cs typeface="Book Antiqua"/>
                <a:sym typeface="Book Antiqua"/>
              </a:rPr>
              <a:t>),</a:t>
            </a:r>
            <a:endParaRPr/>
          </a:p>
          <a:p>
            <a:pPr indent="-274320" lvl="0" marL="548640" rtl="0" algn="l">
              <a:lnSpc>
                <a:spcPct val="90000"/>
              </a:lnSpc>
              <a:spcBef>
                <a:spcPts val="400"/>
              </a:spcBef>
              <a:spcAft>
                <a:spcPts val="0"/>
              </a:spcAft>
              <a:buClr>
                <a:schemeClr val="dk1"/>
              </a:buClr>
              <a:buSzPts val="2500"/>
              <a:buFont typeface="Courier New"/>
              <a:buChar char="o"/>
            </a:pPr>
            <a:r>
              <a:rPr lang="en-US" sz="2500">
                <a:latin typeface="Book Antiqua"/>
                <a:ea typeface="Book Antiqua"/>
                <a:cs typeface="Book Antiqua"/>
                <a:sym typeface="Book Antiqua"/>
              </a:rPr>
              <a:t>if each value of A is associated with exactly one value of B.</a:t>
            </a:r>
            <a:endParaRPr/>
          </a:p>
          <a:p>
            <a:pPr indent="-274320" lvl="0" marL="548640" rtl="0" algn="l">
              <a:lnSpc>
                <a:spcPct val="90000"/>
              </a:lnSpc>
              <a:spcBef>
                <a:spcPts val="400"/>
              </a:spcBef>
              <a:spcAft>
                <a:spcPts val="0"/>
              </a:spcAft>
              <a:buClr>
                <a:schemeClr val="dk1"/>
              </a:buClr>
              <a:buSzPts val="2600"/>
              <a:buFont typeface="Courier New"/>
              <a:buChar char="o"/>
            </a:pPr>
            <a:r>
              <a:rPr lang="en-US" sz="2600">
                <a:latin typeface="Book Antiqua"/>
                <a:ea typeface="Book Antiqua"/>
                <a:cs typeface="Book Antiqua"/>
                <a:sym typeface="Book Antiqua"/>
              </a:rPr>
              <a:t>e.g. </a:t>
            </a:r>
            <a:r>
              <a:rPr b="1" lang="en-US" sz="2500">
                <a:solidFill>
                  <a:srgbClr val="CC6600"/>
                </a:solidFill>
                <a:latin typeface="Book Antiqua"/>
                <a:ea typeface="Book Antiqua"/>
                <a:cs typeface="Book Antiqua"/>
                <a:sym typeface="Book Antiqua"/>
              </a:rPr>
              <a:t>CourseCode → CourseTitle, CreditHours</a:t>
            </a:r>
            <a:endParaRPr b="1" sz="2500">
              <a:solidFill>
                <a:srgbClr val="CC6600"/>
              </a:solidFill>
              <a:latin typeface="Book Antiqua"/>
              <a:ea typeface="Book Antiqua"/>
              <a:cs typeface="Book Antiqua"/>
              <a:sym typeface="Book Antiqua"/>
            </a:endParaRPr>
          </a:p>
          <a:p>
            <a:pPr indent="-274320" lvl="0" marL="548640" rtl="0" algn="ctr">
              <a:lnSpc>
                <a:spcPct val="90000"/>
              </a:lnSpc>
              <a:spcBef>
                <a:spcPts val="600"/>
              </a:spcBef>
              <a:spcAft>
                <a:spcPts val="0"/>
              </a:spcAft>
              <a:buClr>
                <a:srgbClr val="CC6600"/>
              </a:buClr>
              <a:buSzPts val="2500"/>
              <a:buFont typeface="Courier New"/>
              <a:buChar char="o"/>
            </a:pPr>
            <a:r>
              <a:rPr b="1" lang="en-US" sz="2500">
                <a:solidFill>
                  <a:srgbClr val="CC6600"/>
                </a:solidFill>
                <a:latin typeface="Book Antiqua"/>
                <a:ea typeface="Book Antiqua"/>
                <a:cs typeface="Book Antiqua"/>
                <a:sym typeface="Book Antiqua"/>
              </a:rPr>
              <a:t>CourseTitle → CourseCode </a:t>
            </a:r>
            <a:r>
              <a:rPr b="1" lang="en-US" sz="2500">
                <a:solidFill>
                  <a:srgbClr val="3333FF"/>
                </a:solidFill>
                <a:latin typeface="Book Antiqua"/>
                <a:ea typeface="Book Antiqua"/>
                <a:cs typeface="Book Antiqua"/>
                <a:sym typeface="Book Antiqua"/>
              </a:rPr>
              <a:t>(×)</a:t>
            </a:r>
            <a:endParaRPr b="1" sz="2500">
              <a:solidFill>
                <a:srgbClr val="3333FF"/>
              </a:solidFill>
              <a:latin typeface="Book Antiqua"/>
              <a:ea typeface="Book Antiqua"/>
              <a:cs typeface="Book Antiqua"/>
              <a:sym typeface="Book Antiqua"/>
            </a:endParaRPr>
          </a:p>
          <a:p>
            <a:pPr indent="-274320" lvl="0" marL="548640" rtl="0" algn="ctr">
              <a:lnSpc>
                <a:spcPct val="90000"/>
              </a:lnSpc>
              <a:spcBef>
                <a:spcPts val="600"/>
              </a:spcBef>
              <a:spcAft>
                <a:spcPts val="0"/>
              </a:spcAft>
              <a:buClr>
                <a:srgbClr val="CC6600"/>
              </a:buClr>
              <a:buSzPts val="2500"/>
              <a:buFont typeface="Courier New"/>
              <a:buChar char="o"/>
            </a:pPr>
            <a:r>
              <a:rPr b="1" lang="en-US" sz="2500">
                <a:solidFill>
                  <a:srgbClr val="CC6600"/>
                </a:solidFill>
                <a:latin typeface="Book Antiqua"/>
                <a:ea typeface="Book Antiqua"/>
                <a:cs typeface="Book Antiqua"/>
                <a:sym typeface="Book Antiqua"/>
              </a:rPr>
              <a:t>CourseTitle → CreditHours</a:t>
            </a:r>
            <a:r>
              <a:rPr b="1" lang="en-US" sz="2500">
                <a:solidFill>
                  <a:srgbClr val="3333FF"/>
                </a:solidFill>
                <a:latin typeface="Book Antiqua"/>
                <a:ea typeface="Book Antiqua"/>
                <a:cs typeface="Book Antiqua"/>
                <a:sym typeface="Book Antiqua"/>
              </a:rPr>
              <a:t> (×)</a:t>
            </a:r>
            <a:endParaRPr b="1" sz="2500">
              <a:solidFill>
                <a:srgbClr val="CC6600"/>
              </a:solidFill>
              <a:latin typeface="Book Antiqua"/>
              <a:ea typeface="Book Antiqua"/>
              <a:cs typeface="Book Antiqua"/>
              <a:sym typeface="Book Antiqua"/>
            </a:endParaRPr>
          </a:p>
          <a:p>
            <a:pPr indent="-274320" lvl="0" marL="274320" rtl="0" algn="just">
              <a:lnSpc>
                <a:spcPct val="90000"/>
              </a:lnSpc>
              <a:spcBef>
                <a:spcPts val="600"/>
              </a:spcBef>
              <a:spcAft>
                <a:spcPts val="0"/>
              </a:spcAft>
              <a:buClr>
                <a:schemeClr val="dk1"/>
              </a:buClr>
              <a:buSzPts val="2500"/>
              <a:buFont typeface="Noto Sans Symbols"/>
              <a:buChar char="▪"/>
            </a:pPr>
            <a:r>
              <a:rPr lang="en-US" sz="2500">
                <a:latin typeface="Book Antiqua"/>
                <a:ea typeface="Book Antiqua"/>
                <a:cs typeface="Book Antiqua"/>
                <a:sym typeface="Book Antiqua"/>
              </a:rPr>
              <a:t>Functional dependency is a property of the meaning or semantics of the attributes in a relation.</a:t>
            </a:r>
            <a:endParaRPr/>
          </a:p>
          <a:p>
            <a:pPr indent="-274320" lvl="0" marL="274320" rtl="0" algn="just">
              <a:lnSpc>
                <a:spcPct val="90000"/>
              </a:lnSpc>
              <a:spcBef>
                <a:spcPts val="600"/>
              </a:spcBef>
              <a:spcAft>
                <a:spcPts val="0"/>
              </a:spcAft>
              <a:buClr>
                <a:schemeClr val="dk1"/>
              </a:buClr>
              <a:buSzPts val="2500"/>
              <a:buFont typeface="Noto Sans Symbols"/>
              <a:buChar char="▪"/>
            </a:pPr>
            <a:r>
              <a:rPr lang="en-US" sz="2500">
                <a:latin typeface="Book Antiqua"/>
                <a:ea typeface="Book Antiqua"/>
                <a:cs typeface="Book Antiqua"/>
                <a:sym typeface="Book Antiqua"/>
              </a:rPr>
              <a:t>The semantics indicate how attributes relate to one another. </a:t>
            </a:r>
            <a:endParaRPr/>
          </a:p>
          <a:p>
            <a:pPr indent="-274320" lvl="0" marL="548640" rtl="0" algn="ctr">
              <a:lnSpc>
                <a:spcPct val="90000"/>
              </a:lnSpc>
              <a:spcBef>
                <a:spcPts val="600"/>
              </a:spcBef>
              <a:spcAft>
                <a:spcPts val="0"/>
              </a:spcAft>
              <a:buClr>
                <a:srgbClr val="CC6600"/>
              </a:buClr>
              <a:buSzPts val="2400"/>
              <a:buFont typeface="Courier New"/>
              <a:buChar char="o"/>
            </a:pPr>
            <a:r>
              <a:rPr b="1" lang="en-US" sz="2400">
                <a:solidFill>
                  <a:srgbClr val="CC6600"/>
                </a:solidFill>
                <a:latin typeface="Book Antiqua"/>
                <a:ea typeface="Book Antiqua"/>
                <a:cs typeface="Book Antiqua"/>
                <a:sym typeface="Book Antiqua"/>
              </a:rPr>
              <a:t>Model → Make </a:t>
            </a:r>
            <a:endParaRPr/>
          </a:p>
          <a:p>
            <a:pPr indent="-274320" lvl="0" marL="548640" rtl="0" algn="ctr">
              <a:lnSpc>
                <a:spcPct val="90000"/>
              </a:lnSpc>
              <a:spcBef>
                <a:spcPts val="0"/>
              </a:spcBef>
              <a:spcAft>
                <a:spcPts val="0"/>
              </a:spcAft>
              <a:buClr>
                <a:srgbClr val="CC6600"/>
              </a:buClr>
              <a:buSzPts val="2400"/>
              <a:buFont typeface="Courier New"/>
              <a:buChar char="o"/>
            </a:pPr>
            <a:r>
              <a:rPr b="1" lang="en-US" sz="2400">
                <a:solidFill>
                  <a:srgbClr val="CC6600"/>
                </a:solidFill>
                <a:latin typeface="Book Antiqua"/>
                <a:ea typeface="Book Antiqua"/>
                <a:cs typeface="Book Antiqua"/>
                <a:sym typeface="Book Antiqua"/>
              </a:rPr>
              <a:t>Make → Model</a:t>
            </a:r>
            <a:r>
              <a:rPr b="1" lang="en-US" sz="2400">
                <a:solidFill>
                  <a:srgbClr val="3333FF"/>
                </a:solidFill>
                <a:latin typeface="Book Antiqua"/>
                <a:ea typeface="Book Antiqua"/>
                <a:cs typeface="Book Antiqua"/>
                <a:sym typeface="Book Antiqua"/>
              </a:rPr>
              <a:t> </a:t>
            </a:r>
            <a:r>
              <a:rPr b="1" lang="en-US" sz="2800">
                <a:solidFill>
                  <a:srgbClr val="3333FF"/>
                </a:solidFill>
                <a:latin typeface="Book Antiqua"/>
                <a:ea typeface="Book Antiqua"/>
                <a:cs typeface="Book Antiqua"/>
                <a:sym typeface="Book Antiqua"/>
              </a:rPr>
              <a:t>(×)</a:t>
            </a:r>
            <a:endParaRPr b="1" sz="2800">
              <a:solidFill>
                <a:srgbClr val="CC6600"/>
              </a:solidFill>
              <a:latin typeface="Book Antiqua"/>
              <a:ea typeface="Book Antiqua"/>
              <a:cs typeface="Book Antiqua"/>
              <a:sym typeface="Book Antiqua"/>
            </a:endParaRPr>
          </a:p>
        </p:txBody>
      </p:sp>
      <p:sp>
        <p:nvSpPr>
          <p:cNvPr id="167" name="Google Shape;167;p11"/>
          <p:cNvSpPr txBox="1"/>
          <p:nvPr>
            <p:ph idx="12" type="sldNum"/>
          </p:nvPr>
        </p:nvSpPr>
        <p:spPr>
          <a:xfrm>
            <a:off x="8382000" y="6248400"/>
            <a:ext cx="609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2"/>
          <p:cNvSpPr txBox="1"/>
          <p:nvPr>
            <p:ph type="title"/>
          </p:nvPr>
        </p:nvSpPr>
        <p:spPr>
          <a:xfrm>
            <a:off x="1905000" y="152400"/>
            <a:ext cx="4419600" cy="381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Functional Dependencies</a:t>
            </a:r>
            <a:endParaRPr sz="2800">
              <a:solidFill>
                <a:srgbClr val="FF0000"/>
              </a:solidFill>
              <a:latin typeface="Book Antiqua"/>
              <a:ea typeface="Book Antiqua"/>
              <a:cs typeface="Book Antiqua"/>
              <a:sym typeface="Book Antiqua"/>
            </a:endParaRPr>
          </a:p>
        </p:txBody>
      </p:sp>
      <p:sp>
        <p:nvSpPr>
          <p:cNvPr id="173" name="Google Shape;173;p12"/>
          <p:cNvSpPr txBox="1"/>
          <p:nvPr>
            <p:ph idx="1" type="body"/>
          </p:nvPr>
        </p:nvSpPr>
        <p:spPr>
          <a:xfrm>
            <a:off x="228600" y="914400"/>
            <a:ext cx="8686800" cy="5219700"/>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600"/>
              <a:buFont typeface="Noto Sans Symbols"/>
              <a:buChar char="▪"/>
            </a:pPr>
            <a:r>
              <a:rPr lang="en-US" sz="2600">
                <a:latin typeface="Book Antiqua"/>
                <a:ea typeface="Book Antiqua"/>
                <a:cs typeface="Book Antiqua"/>
                <a:sym typeface="Book Antiqua"/>
              </a:rPr>
              <a:t>When a FD is present, it is specified as a </a:t>
            </a:r>
            <a:r>
              <a:rPr b="1" lang="en-US" sz="2600">
                <a:latin typeface="Book Antiqua"/>
                <a:ea typeface="Book Antiqua"/>
                <a:cs typeface="Book Antiqua"/>
                <a:sym typeface="Book Antiqua"/>
              </a:rPr>
              <a:t>constraint </a:t>
            </a:r>
            <a:r>
              <a:rPr lang="en-US" sz="2600">
                <a:latin typeface="Book Antiqua"/>
                <a:ea typeface="Book Antiqua"/>
                <a:cs typeface="Book Antiqua"/>
                <a:sym typeface="Book Antiqua"/>
              </a:rPr>
              <a:t>between the attributes.</a:t>
            </a:r>
            <a:endParaRPr/>
          </a:p>
          <a:p>
            <a:pPr indent="-274320" lvl="0" marL="274320" rtl="0" algn="just">
              <a:lnSpc>
                <a:spcPct val="90000"/>
              </a:lnSpc>
              <a:spcBef>
                <a:spcPts val="1200"/>
              </a:spcBef>
              <a:spcAft>
                <a:spcPts val="0"/>
              </a:spcAft>
              <a:buClr>
                <a:schemeClr val="dk1"/>
              </a:buClr>
              <a:buSzPts val="2600"/>
              <a:buFont typeface="Noto Sans Symbols"/>
              <a:buChar char="▪"/>
            </a:pPr>
            <a:r>
              <a:rPr lang="en-US" sz="2600">
                <a:latin typeface="Book Antiqua"/>
                <a:ea typeface="Book Antiqua"/>
                <a:cs typeface="Book Antiqua"/>
                <a:sym typeface="Book Antiqua"/>
              </a:rPr>
              <a:t>Consider a relation with set of attributes A and B, where B is functionally dependent on A. </a:t>
            </a:r>
            <a:endParaRPr sz="2600">
              <a:latin typeface="Book Antiqua"/>
              <a:ea typeface="Book Antiqua"/>
              <a:cs typeface="Book Antiqua"/>
              <a:sym typeface="Book Antiqua"/>
            </a:endParaRPr>
          </a:p>
          <a:p>
            <a:pPr indent="-274320" lvl="0" marL="274320" rtl="0" algn="just">
              <a:lnSpc>
                <a:spcPct val="90000"/>
              </a:lnSpc>
              <a:spcBef>
                <a:spcPts val="1200"/>
              </a:spcBef>
              <a:spcAft>
                <a:spcPts val="0"/>
              </a:spcAft>
              <a:buClr>
                <a:schemeClr val="dk1"/>
              </a:buClr>
              <a:buSzPts val="2600"/>
              <a:buFont typeface="Noto Sans Symbols"/>
              <a:buChar char="▪"/>
            </a:pPr>
            <a:r>
              <a:rPr lang="en-US" sz="2600">
                <a:latin typeface="Book Antiqua"/>
                <a:ea typeface="Book Antiqua"/>
                <a:cs typeface="Book Antiqua"/>
                <a:sym typeface="Book Antiqua"/>
              </a:rPr>
              <a:t>E.g. A = {CourseCode} and B = {CourseTitle, CreditHours}</a:t>
            </a:r>
            <a:endParaRPr/>
          </a:p>
          <a:p>
            <a:pPr indent="-274320" lvl="0" marL="274320" rtl="0" algn="just">
              <a:lnSpc>
                <a:spcPct val="90000"/>
              </a:lnSpc>
              <a:spcBef>
                <a:spcPts val="1200"/>
              </a:spcBef>
              <a:spcAft>
                <a:spcPts val="0"/>
              </a:spcAft>
              <a:buClr>
                <a:schemeClr val="dk1"/>
              </a:buClr>
              <a:buSzPts val="2600"/>
              <a:buFont typeface="Noto Sans Symbols"/>
              <a:buChar char="▪"/>
            </a:pPr>
            <a:r>
              <a:rPr lang="en-US" sz="2600">
                <a:latin typeface="Book Antiqua"/>
                <a:ea typeface="Book Antiqua"/>
                <a:cs typeface="Book Antiqua"/>
                <a:sym typeface="Book Antiqua"/>
              </a:rPr>
              <a:t>Thus, when two tuples have the same value of A, they also have the same value of B. </a:t>
            </a:r>
            <a:endParaRPr sz="2600">
              <a:latin typeface="Book Antiqua"/>
              <a:ea typeface="Book Antiqua"/>
              <a:cs typeface="Book Antiqua"/>
              <a:sym typeface="Book Antiqua"/>
            </a:endParaRPr>
          </a:p>
          <a:p>
            <a:pPr indent="-274320" lvl="0" marL="274320" rtl="0" algn="just">
              <a:lnSpc>
                <a:spcPct val="90000"/>
              </a:lnSpc>
              <a:spcBef>
                <a:spcPts val="1200"/>
              </a:spcBef>
              <a:spcAft>
                <a:spcPts val="0"/>
              </a:spcAft>
              <a:buClr>
                <a:schemeClr val="dk1"/>
              </a:buClr>
              <a:buSzPts val="2600"/>
              <a:buFont typeface="Noto Sans Symbols"/>
              <a:buChar char="▪"/>
            </a:pPr>
            <a:r>
              <a:rPr lang="en-US" sz="2600">
                <a:latin typeface="Book Antiqua"/>
                <a:ea typeface="Book Antiqua"/>
                <a:cs typeface="Book Antiqua"/>
                <a:sym typeface="Book Antiqua"/>
              </a:rPr>
              <a:t>However, for a given value of B there may be several different values of A. </a:t>
            </a:r>
            <a:endParaRPr sz="2600">
              <a:latin typeface="Book Antiqua"/>
              <a:ea typeface="Book Antiqua"/>
              <a:cs typeface="Book Antiqua"/>
              <a:sym typeface="Book Antiqua"/>
            </a:endParaRPr>
          </a:p>
        </p:txBody>
      </p:sp>
      <p:sp>
        <p:nvSpPr>
          <p:cNvPr id="174" name="Google Shape;174;p12"/>
          <p:cNvSpPr txBox="1"/>
          <p:nvPr>
            <p:ph idx="12" type="sldNum"/>
          </p:nvPr>
        </p:nvSpPr>
        <p:spPr>
          <a:xfrm>
            <a:off x="8153400" y="6245225"/>
            <a:ext cx="5334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3"/>
          <p:cNvSpPr txBox="1"/>
          <p:nvPr>
            <p:ph type="title"/>
          </p:nvPr>
        </p:nvSpPr>
        <p:spPr>
          <a:xfrm>
            <a:off x="1905000" y="152400"/>
            <a:ext cx="4419600" cy="381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Functional Dependencies</a:t>
            </a:r>
            <a:endParaRPr sz="2800">
              <a:solidFill>
                <a:srgbClr val="FF0000"/>
              </a:solidFill>
              <a:latin typeface="Book Antiqua"/>
              <a:ea typeface="Book Antiqua"/>
              <a:cs typeface="Book Antiqua"/>
              <a:sym typeface="Book Antiqua"/>
            </a:endParaRPr>
          </a:p>
        </p:txBody>
      </p:sp>
      <p:sp>
        <p:nvSpPr>
          <p:cNvPr id="180" name="Google Shape;180;p13"/>
          <p:cNvSpPr txBox="1"/>
          <p:nvPr>
            <p:ph idx="1" type="body"/>
          </p:nvPr>
        </p:nvSpPr>
        <p:spPr>
          <a:xfrm>
            <a:off x="228600" y="571500"/>
            <a:ext cx="8686800" cy="5745163"/>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600"/>
              <a:buFont typeface="Noto Sans Symbols"/>
              <a:buChar char="▪"/>
            </a:pPr>
            <a:r>
              <a:rPr lang="en-US" sz="2600">
                <a:latin typeface="Book Antiqua"/>
                <a:ea typeface="Book Antiqua"/>
                <a:cs typeface="Book Antiqua"/>
                <a:sym typeface="Book Antiqua"/>
              </a:rPr>
              <a:t>The dependency between attributes A and B can be represented diagrammatically below.</a:t>
            </a:r>
            <a:endParaRPr/>
          </a:p>
          <a:p>
            <a:pPr indent="-109220" lvl="0" marL="274320" rtl="0" algn="l">
              <a:lnSpc>
                <a:spcPct val="90000"/>
              </a:lnSpc>
              <a:spcBef>
                <a:spcPts val="750"/>
              </a:spcBef>
              <a:spcAft>
                <a:spcPts val="0"/>
              </a:spcAft>
              <a:buClr>
                <a:schemeClr val="dk1"/>
              </a:buClr>
              <a:buSzPts val="2600"/>
              <a:buFont typeface="Noto Sans Symbols"/>
              <a:buNone/>
            </a:pPr>
            <a:r>
              <a:t/>
            </a:r>
            <a:endParaRPr sz="2600">
              <a:latin typeface="Book Antiqua"/>
              <a:ea typeface="Book Antiqua"/>
              <a:cs typeface="Book Antiqua"/>
              <a:sym typeface="Book Antiqua"/>
            </a:endParaRPr>
          </a:p>
          <a:p>
            <a:pPr indent="-109220" lvl="0" marL="274320" rtl="0" algn="l">
              <a:lnSpc>
                <a:spcPct val="90000"/>
              </a:lnSpc>
              <a:spcBef>
                <a:spcPts val="750"/>
              </a:spcBef>
              <a:spcAft>
                <a:spcPts val="0"/>
              </a:spcAft>
              <a:buClr>
                <a:schemeClr val="dk1"/>
              </a:buClr>
              <a:buSzPts val="2600"/>
              <a:buFont typeface="Noto Sans Symbols"/>
              <a:buNone/>
            </a:pPr>
            <a:r>
              <a:t/>
            </a:r>
            <a:endParaRPr sz="2600">
              <a:latin typeface="Book Antiqua"/>
              <a:ea typeface="Book Antiqua"/>
              <a:cs typeface="Book Antiqua"/>
              <a:sym typeface="Book Antiqua"/>
            </a:endParaRPr>
          </a:p>
          <a:p>
            <a:pPr indent="-274320" lvl="0" marL="274320" rtl="0" algn="just">
              <a:lnSpc>
                <a:spcPct val="90000"/>
              </a:lnSpc>
              <a:spcBef>
                <a:spcPts val="0"/>
              </a:spcBef>
              <a:spcAft>
                <a:spcPts val="0"/>
              </a:spcAft>
              <a:buClr>
                <a:schemeClr val="dk1"/>
              </a:buClr>
              <a:buSzPts val="2600"/>
              <a:buFont typeface="Noto Sans Symbols"/>
              <a:buChar char="▪"/>
            </a:pPr>
            <a:r>
              <a:rPr lang="en-US" sz="2600">
                <a:latin typeface="Book Antiqua"/>
                <a:ea typeface="Book Antiqua"/>
                <a:cs typeface="Book Antiqua"/>
                <a:sym typeface="Book Antiqua"/>
              </a:rPr>
              <a:t>An alternative way to describe the relationship between attributes A and B is to say </a:t>
            </a:r>
            <a:endParaRPr/>
          </a:p>
          <a:p>
            <a:pPr indent="0" lvl="0" marL="0" rtl="0" algn="ctr">
              <a:lnSpc>
                <a:spcPct val="90000"/>
              </a:lnSpc>
              <a:spcBef>
                <a:spcPts val="0"/>
              </a:spcBef>
              <a:spcAft>
                <a:spcPts val="0"/>
              </a:spcAft>
              <a:buClr>
                <a:srgbClr val="CC6600"/>
              </a:buClr>
              <a:buSzPts val="2600"/>
              <a:buNone/>
            </a:pPr>
            <a:r>
              <a:rPr b="1" i="1" lang="en-US" sz="2600">
                <a:solidFill>
                  <a:srgbClr val="CC6600"/>
                </a:solidFill>
                <a:latin typeface="Book Antiqua"/>
                <a:ea typeface="Book Antiqua"/>
                <a:cs typeface="Book Antiqua"/>
                <a:sym typeface="Book Antiqua"/>
              </a:rPr>
              <a:t>A functionally determines B</a:t>
            </a:r>
            <a:endParaRPr b="1" sz="2600">
              <a:solidFill>
                <a:srgbClr val="CC6600"/>
              </a:solidFill>
              <a:latin typeface="Book Antiqua"/>
              <a:ea typeface="Book Antiqua"/>
              <a:cs typeface="Book Antiqua"/>
              <a:sym typeface="Book Antiqua"/>
            </a:endParaRPr>
          </a:p>
          <a:p>
            <a:pPr indent="-274320" lvl="0" marL="274320" rtl="0" algn="just">
              <a:lnSpc>
                <a:spcPct val="90000"/>
              </a:lnSpc>
              <a:spcBef>
                <a:spcPts val="750"/>
              </a:spcBef>
              <a:spcAft>
                <a:spcPts val="0"/>
              </a:spcAft>
              <a:buClr>
                <a:srgbClr val="3333FF"/>
              </a:buClr>
              <a:buSzPts val="2600"/>
              <a:buFont typeface="Noto Sans Symbols"/>
              <a:buChar char="▪"/>
            </a:pPr>
            <a:r>
              <a:rPr b="1" lang="en-US" sz="2600">
                <a:solidFill>
                  <a:srgbClr val="3333FF"/>
                </a:solidFill>
                <a:latin typeface="Book Antiqua"/>
                <a:ea typeface="Book Antiqua"/>
                <a:cs typeface="Book Antiqua"/>
                <a:sym typeface="Book Antiqua"/>
              </a:rPr>
              <a:t>Determinant</a:t>
            </a:r>
            <a:r>
              <a:rPr b="1" lang="en-US" sz="2600">
                <a:latin typeface="Book Antiqua"/>
                <a:ea typeface="Book Antiqua"/>
                <a:cs typeface="Book Antiqua"/>
                <a:sym typeface="Book Antiqua"/>
              </a:rPr>
              <a:t> </a:t>
            </a:r>
            <a:r>
              <a:rPr lang="en-US" sz="2600">
                <a:latin typeface="Book Antiqua"/>
                <a:ea typeface="Book Antiqua"/>
                <a:cs typeface="Book Antiqua"/>
                <a:sym typeface="Book Antiqua"/>
              </a:rPr>
              <a:t>Refers to the attribute, or group of attributes, on the LHS of the arrow of a FD. </a:t>
            </a:r>
            <a:endParaRPr sz="2600">
              <a:latin typeface="Book Antiqua"/>
              <a:ea typeface="Book Antiqua"/>
              <a:cs typeface="Book Antiqua"/>
              <a:sym typeface="Book Antiqua"/>
            </a:endParaRPr>
          </a:p>
          <a:p>
            <a:pPr indent="-274320" lvl="0" marL="274320" rtl="0" algn="just">
              <a:lnSpc>
                <a:spcPct val="90000"/>
              </a:lnSpc>
              <a:spcBef>
                <a:spcPts val="750"/>
              </a:spcBef>
              <a:spcAft>
                <a:spcPts val="0"/>
              </a:spcAft>
              <a:buClr>
                <a:schemeClr val="dk1"/>
              </a:buClr>
              <a:buSzPts val="2600"/>
              <a:buFont typeface="Noto Sans Symbols"/>
              <a:buChar char="▪"/>
            </a:pPr>
            <a:r>
              <a:rPr lang="en-US" sz="2600">
                <a:latin typeface="Book Antiqua"/>
                <a:ea typeface="Book Antiqua"/>
                <a:cs typeface="Book Antiqua"/>
                <a:sym typeface="Book Antiqua"/>
              </a:rPr>
              <a:t>For example, in Fig 1 above, A is the determinant of B. </a:t>
            </a:r>
            <a:endParaRPr sz="2600">
              <a:latin typeface="Book Antiqua"/>
              <a:ea typeface="Book Antiqua"/>
              <a:cs typeface="Book Antiqua"/>
              <a:sym typeface="Book Antiqua"/>
            </a:endParaRPr>
          </a:p>
          <a:p>
            <a:pPr indent="-274320" lvl="0" marL="274320" rtl="0" algn="just">
              <a:lnSpc>
                <a:spcPct val="90000"/>
              </a:lnSpc>
              <a:spcBef>
                <a:spcPts val="750"/>
              </a:spcBef>
              <a:spcAft>
                <a:spcPts val="0"/>
              </a:spcAft>
              <a:buClr>
                <a:schemeClr val="dk1"/>
              </a:buClr>
              <a:buSzPts val="2600"/>
              <a:buFont typeface="Noto Sans Symbols"/>
              <a:buChar char="▪"/>
            </a:pPr>
            <a:r>
              <a:rPr lang="en-US" sz="2600">
                <a:latin typeface="Book Antiqua"/>
                <a:ea typeface="Book Antiqua"/>
                <a:cs typeface="Book Antiqua"/>
                <a:sym typeface="Book Antiqua"/>
              </a:rPr>
              <a:t>We demonstrate the identification of a functional dependency in the following example. </a:t>
            </a:r>
            <a:endParaRPr/>
          </a:p>
        </p:txBody>
      </p:sp>
      <p:sp>
        <p:nvSpPr>
          <p:cNvPr id="181" name="Google Shape;181;p1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pic>
        <p:nvPicPr>
          <p:cNvPr id="182" name="Google Shape;182;p13"/>
          <p:cNvPicPr preferRelativeResize="0"/>
          <p:nvPr/>
        </p:nvPicPr>
        <p:blipFill rotWithShape="1">
          <a:blip r:embed="rId3">
            <a:alphaModFix/>
          </a:blip>
          <a:srcRect b="0" l="0" r="0" t="0"/>
          <a:stretch/>
        </p:blipFill>
        <p:spPr>
          <a:xfrm>
            <a:off x="2667000" y="1514803"/>
            <a:ext cx="3810000" cy="838200"/>
          </a:xfrm>
          <a:prstGeom prst="rect">
            <a:avLst/>
          </a:prstGeom>
          <a:noFill/>
          <a:ln>
            <a:noFill/>
          </a:ln>
        </p:spPr>
      </p:pic>
      <p:sp>
        <p:nvSpPr>
          <p:cNvPr id="183" name="Google Shape;183;p13"/>
          <p:cNvSpPr txBox="1"/>
          <p:nvPr/>
        </p:nvSpPr>
        <p:spPr>
          <a:xfrm>
            <a:off x="1447800" y="1743403"/>
            <a:ext cx="914400" cy="3810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lang="en-US" sz="2000">
                <a:solidFill>
                  <a:srgbClr val="3333FF"/>
                </a:solidFill>
                <a:latin typeface="Book Antiqua"/>
                <a:ea typeface="Book Antiqua"/>
                <a:cs typeface="Book Antiqua"/>
                <a:sym typeface="Book Antiqua"/>
              </a:rPr>
              <a:t>Fig 1</a:t>
            </a:r>
            <a:endParaRPr sz="1600">
              <a:solidFill>
                <a:schemeClr val="dk1"/>
              </a:solidFill>
              <a:latin typeface="Book Antiqua"/>
              <a:ea typeface="Book Antiqua"/>
              <a:cs typeface="Book Antiqua"/>
              <a:sym typeface="Book Antiqua"/>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4"/>
          <p:cNvSpPr txBox="1"/>
          <p:nvPr>
            <p:ph type="title"/>
          </p:nvPr>
        </p:nvSpPr>
        <p:spPr>
          <a:xfrm>
            <a:off x="381000" y="129381"/>
            <a:ext cx="8534400" cy="457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Example 1: Functional Dependency</a:t>
            </a:r>
            <a:endParaRPr sz="2800">
              <a:solidFill>
                <a:srgbClr val="FF0000"/>
              </a:solidFill>
              <a:latin typeface="Book Antiqua"/>
              <a:ea typeface="Book Antiqua"/>
              <a:cs typeface="Book Antiqua"/>
              <a:sym typeface="Book Antiqua"/>
            </a:endParaRPr>
          </a:p>
        </p:txBody>
      </p:sp>
      <p:sp>
        <p:nvSpPr>
          <p:cNvPr id="189" name="Google Shape;189;p14"/>
          <p:cNvSpPr txBox="1"/>
          <p:nvPr>
            <p:ph idx="1" type="body"/>
          </p:nvPr>
        </p:nvSpPr>
        <p:spPr>
          <a:xfrm>
            <a:off x="152400" y="586581"/>
            <a:ext cx="8763000" cy="5745163"/>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400"/>
              <a:buFont typeface="Noto Sans Symbols"/>
              <a:buChar char="▪"/>
            </a:pPr>
            <a:r>
              <a:rPr lang="en-US" sz="2400">
                <a:latin typeface="Book Antiqua"/>
                <a:ea typeface="Book Antiqua"/>
                <a:cs typeface="Book Antiqua"/>
                <a:sym typeface="Book Antiqua"/>
              </a:rPr>
              <a:t>Consider the attributes </a:t>
            </a:r>
            <a:r>
              <a:rPr i="1" lang="en-US" sz="2400">
                <a:latin typeface="Book Antiqua"/>
                <a:ea typeface="Book Antiqua"/>
                <a:cs typeface="Book Antiqua"/>
                <a:sym typeface="Book Antiqua"/>
              </a:rPr>
              <a:t>staffNo</a:t>
            </a:r>
            <a:r>
              <a:rPr lang="en-US" sz="2400">
                <a:latin typeface="Book Antiqua"/>
                <a:ea typeface="Book Antiqua"/>
                <a:cs typeface="Book Antiqua"/>
                <a:sym typeface="Book Antiqua"/>
              </a:rPr>
              <a:t> and </a:t>
            </a:r>
            <a:r>
              <a:rPr i="1" lang="en-US" sz="2400">
                <a:latin typeface="Book Antiqua"/>
                <a:ea typeface="Book Antiqua"/>
                <a:cs typeface="Book Antiqua"/>
                <a:sym typeface="Book Antiqua"/>
              </a:rPr>
              <a:t>position</a:t>
            </a:r>
            <a:r>
              <a:rPr lang="en-US" sz="2400">
                <a:latin typeface="Book Antiqua"/>
                <a:ea typeface="Book Antiqua"/>
                <a:cs typeface="Book Antiqua"/>
                <a:sym typeface="Book Antiqua"/>
              </a:rPr>
              <a:t> of the Staff relation in Fig 3. </a:t>
            </a:r>
            <a:endParaRPr/>
          </a:p>
          <a:p>
            <a:pPr indent="-274320" lvl="0" marL="274320" rtl="0" algn="just">
              <a:lnSpc>
                <a:spcPct val="90000"/>
              </a:lnSpc>
              <a:spcBef>
                <a:spcPts val="600"/>
              </a:spcBef>
              <a:spcAft>
                <a:spcPts val="0"/>
              </a:spcAft>
              <a:buClr>
                <a:schemeClr val="dk1"/>
              </a:buClr>
              <a:buSzPts val="2400"/>
              <a:buFont typeface="Noto Sans Symbols"/>
              <a:buChar char="▪"/>
            </a:pPr>
            <a:r>
              <a:rPr lang="en-US" sz="2400">
                <a:latin typeface="Book Antiqua"/>
                <a:ea typeface="Book Antiqua"/>
                <a:cs typeface="Book Antiqua"/>
                <a:sym typeface="Book Antiqua"/>
              </a:rPr>
              <a:t>For a specific </a:t>
            </a:r>
            <a:r>
              <a:rPr i="1" lang="en-US" sz="2400">
                <a:latin typeface="Book Antiqua"/>
                <a:ea typeface="Book Antiqua"/>
                <a:cs typeface="Book Antiqua"/>
                <a:sym typeface="Book Antiqua"/>
              </a:rPr>
              <a:t>staffNo</a:t>
            </a:r>
            <a:r>
              <a:rPr lang="en-US" sz="2400">
                <a:latin typeface="Book Antiqua"/>
                <a:ea typeface="Book Antiqua"/>
                <a:cs typeface="Book Antiqua"/>
                <a:sym typeface="Book Antiqua"/>
              </a:rPr>
              <a:t>, for example </a:t>
            </a:r>
            <a:r>
              <a:rPr i="1" lang="en-US" sz="2400">
                <a:latin typeface="Book Antiqua"/>
                <a:ea typeface="Book Antiqua"/>
                <a:cs typeface="Book Antiqua"/>
                <a:sym typeface="Book Antiqua"/>
              </a:rPr>
              <a:t>SL21</a:t>
            </a:r>
            <a:r>
              <a:rPr lang="en-US" sz="2400">
                <a:latin typeface="Book Antiqua"/>
                <a:ea typeface="Book Antiqua"/>
                <a:cs typeface="Book Antiqua"/>
                <a:sym typeface="Book Antiqua"/>
              </a:rPr>
              <a:t>, we can determine the position of that member of staff as </a:t>
            </a:r>
            <a:r>
              <a:rPr i="1" lang="en-US" sz="2400">
                <a:latin typeface="Book Antiqua"/>
                <a:ea typeface="Book Antiqua"/>
                <a:cs typeface="Book Antiqua"/>
                <a:sym typeface="Book Antiqua"/>
              </a:rPr>
              <a:t>Manager</a:t>
            </a:r>
            <a:r>
              <a:rPr lang="en-US" sz="2400">
                <a:latin typeface="Book Antiqua"/>
                <a:ea typeface="Book Antiqua"/>
                <a:cs typeface="Book Antiqua"/>
                <a:sym typeface="Book Antiqua"/>
              </a:rPr>
              <a:t>. </a:t>
            </a:r>
            <a:endParaRPr sz="2400">
              <a:latin typeface="Book Antiqua"/>
              <a:ea typeface="Book Antiqua"/>
              <a:cs typeface="Book Antiqua"/>
              <a:sym typeface="Book Antiqua"/>
            </a:endParaRPr>
          </a:p>
          <a:p>
            <a:pPr indent="0" lvl="0" marL="171450" rtl="0" algn="l">
              <a:lnSpc>
                <a:spcPct val="90000"/>
              </a:lnSpc>
              <a:spcBef>
                <a:spcPts val="750"/>
              </a:spcBef>
              <a:spcAft>
                <a:spcPts val="0"/>
              </a:spcAft>
              <a:buClr>
                <a:schemeClr val="dk1"/>
              </a:buClr>
              <a:buSzPts val="2800"/>
              <a:buNone/>
            </a:pPr>
            <a:r>
              <a:t/>
            </a:r>
            <a:endParaRPr sz="2800"/>
          </a:p>
          <a:p>
            <a:pPr indent="0" lvl="0" marL="171450" rtl="0" algn="l">
              <a:lnSpc>
                <a:spcPct val="90000"/>
              </a:lnSpc>
              <a:spcBef>
                <a:spcPts val="750"/>
              </a:spcBef>
              <a:spcAft>
                <a:spcPts val="0"/>
              </a:spcAft>
              <a:buClr>
                <a:schemeClr val="dk1"/>
              </a:buClr>
              <a:buSzPts val="2800"/>
              <a:buNone/>
            </a:pPr>
            <a:r>
              <a:t/>
            </a:r>
            <a:endParaRPr sz="2800"/>
          </a:p>
          <a:p>
            <a:pPr indent="-274320" lvl="0" marL="274320" rtl="0" algn="just">
              <a:lnSpc>
                <a:spcPct val="90000"/>
              </a:lnSpc>
              <a:spcBef>
                <a:spcPts val="1200"/>
              </a:spcBef>
              <a:spcAft>
                <a:spcPts val="0"/>
              </a:spcAft>
              <a:buClr>
                <a:schemeClr val="dk1"/>
              </a:buClr>
              <a:buSzPts val="2400"/>
              <a:buFont typeface="Noto Sans Symbols"/>
              <a:buChar char="▪"/>
            </a:pPr>
            <a:r>
              <a:rPr lang="en-US" sz="2400">
                <a:latin typeface="Book Antiqua"/>
                <a:ea typeface="Book Antiqua"/>
                <a:cs typeface="Book Antiqua"/>
                <a:sym typeface="Book Antiqua"/>
              </a:rPr>
              <a:t>In other words, </a:t>
            </a:r>
            <a:r>
              <a:rPr i="1" lang="en-US" sz="2400">
                <a:latin typeface="Book Antiqua"/>
                <a:ea typeface="Book Antiqua"/>
                <a:cs typeface="Book Antiqua"/>
                <a:sym typeface="Book Antiqua"/>
              </a:rPr>
              <a:t>staffNo</a:t>
            </a:r>
            <a:r>
              <a:rPr lang="en-US" sz="2400">
                <a:latin typeface="Book Antiqua"/>
                <a:ea typeface="Book Antiqua"/>
                <a:cs typeface="Book Antiqua"/>
                <a:sym typeface="Book Antiqua"/>
              </a:rPr>
              <a:t> functionally determines </a:t>
            </a:r>
            <a:r>
              <a:rPr i="1" lang="en-US" sz="2400">
                <a:latin typeface="Book Antiqua"/>
                <a:ea typeface="Book Antiqua"/>
                <a:cs typeface="Book Antiqua"/>
                <a:sym typeface="Book Antiqua"/>
              </a:rPr>
              <a:t>position</a:t>
            </a:r>
            <a:r>
              <a:rPr lang="en-US" sz="2400">
                <a:latin typeface="Book Antiqua"/>
                <a:ea typeface="Book Antiqua"/>
                <a:cs typeface="Book Antiqua"/>
                <a:sym typeface="Book Antiqua"/>
              </a:rPr>
              <a:t>. </a:t>
            </a:r>
            <a:endParaRPr/>
          </a:p>
          <a:p>
            <a:pPr indent="-274320" lvl="0" marL="274320" rtl="0" algn="just">
              <a:lnSpc>
                <a:spcPct val="90000"/>
              </a:lnSpc>
              <a:spcBef>
                <a:spcPts val="600"/>
              </a:spcBef>
              <a:spcAft>
                <a:spcPts val="0"/>
              </a:spcAft>
              <a:buClr>
                <a:schemeClr val="dk1"/>
              </a:buClr>
              <a:buSzPts val="2400"/>
              <a:buFont typeface="Noto Sans Symbols"/>
              <a:buChar char="▪"/>
            </a:pPr>
            <a:r>
              <a:rPr lang="en-US" sz="2400">
                <a:latin typeface="Book Antiqua"/>
                <a:ea typeface="Book Antiqua"/>
                <a:cs typeface="Book Antiqua"/>
                <a:sym typeface="Book Antiqua"/>
              </a:rPr>
              <a:t>However, Fig 2(b) illustrates that the opposite is not true, as </a:t>
            </a:r>
            <a:r>
              <a:rPr i="1" lang="en-US" sz="2400">
                <a:latin typeface="Book Antiqua"/>
                <a:ea typeface="Book Antiqua"/>
                <a:cs typeface="Book Antiqua"/>
                <a:sym typeface="Book Antiqua"/>
              </a:rPr>
              <a:t>position</a:t>
            </a:r>
            <a:r>
              <a:rPr lang="en-US" sz="2400">
                <a:latin typeface="Book Antiqua"/>
                <a:ea typeface="Book Antiqua"/>
                <a:cs typeface="Book Antiqua"/>
                <a:sym typeface="Book Antiqua"/>
              </a:rPr>
              <a:t> does not functionally determine </a:t>
            </a:r>
            <a:r>
              <a:rPr i="1" lang="en-US" sz="2400">
                <a:latin typeface="Book Antiqua"/>
                <a:ea typeface="Book Antiqua"/>
                <a:cs typeface="Book Antiqua"/>
                <a:sym typeface="Book Antiqua"/>
              </a:rPr>
              <a:t>staffNo</a:t>
            </a:r>
            <a:r>
              <a:rPr lang="en-US" sz="2400">
                <a:latin typeface="Book Antiqua"/>
                <a:ea typeface="Book Antiqua"/>
                <a:cs typeface="Book Antiqua"/>
                <a:sym typeface="Book Antiqua"/>
              </a:rPr>
              <a:t>. </a:t>
            </a:r>
            <a:endParaRPr sz="2400">
              <a:latin typeface="Book Antiqua"/>
              <a:ea typeface="Book Antiqua"/>
              <a:cs typeface="Book Antiqua"/>
              <a:sym typeface="Book Antiqua"/>
            </a:endParaRPr>
          </a:p>
          <a:p>
            <a:pPr indent="-274320" lvl="0" marL="274320" rtl="0" algn="just">
              <a:lnSpc>
                <a:spcPct val="90000"/>
              </a:lnSpc>
              <a:spcBef>
                <a:spcPts val="600"/>
              </a:spcBef>
              <a:spcAft>
                <a:spcPts val="0"/>
              </a:spcAft>
              <a:buClr>
                <a:schemeClr val="dk1"/>
              </a:buClr>
              <a:buSzPts val="2400"/>
              <a:buFont typeface="Noto Sans Symbols"/>
              <a:buChar char="▪"/>
            </a:pPr>
            <a:r>
              <a:rPr lang="en-US" sz="2400">
                <a:latin typeface="Book Antiqua"/>
                <a:ea typeface="Book Antiqua"/>
                <a:cs typeface="Book Antiqua"/>
                <a:sym typeface="Book Antiqua"/>
              </a:rPr>
              <a:t>A member of staff holds one position; however, there may be several members of staff with the same position.</a:t>
            </a:r>
            <a:endParaRPr sz="2400">
              <a:latin typeface="Book Antiqua"/>
              <a:ea typeface="Book Antiqua"/>
              <a:cs typeface="Book Antiqua"/>
              <a:sym typeface="Book Antiqua"/>
            </a:endParaRPr>
          </a:p>
        </p:txBody>
      </p:sp>
      <p:sp>
        <p:nvSpPr>
          <p:cNvPr id="190" name="Google Shape;190;p14"/>
          <p:cNvSpPr txBox="1"/>
          <p:nvPr>
            <p:ph idx="12" type="sldNum"/>
          </p:nvPr>
        </p:nvSpPr>
        <p:spPr>
          <a:xfrm>
            <a:off x="8401050" y="6245225"/>
            <a:ext cx="51435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pic>
        <p:nvPicPr>
          <p:cNvPr id="191" name="Google Shape;191;p14"/>
          <p:cNvPicPr preferRelativeResize="0"/>
          <p:nvPr/>
        </p:nvPicPr>
        <p:blipFill rotWithShape="1">
          <a:blip r:embed="rId3">
            <a:alphaModFix/>
          </a:blip>
          <a:srcRect b="0" l="0" r="0" t="0"/>
          <a:stretch/>
        </p:blipFill>
        <p:spPr>
          <a:xfrm>
            <a:off x="2076450" y="2235200"/>
            <a:ext cx="6096000" cy="1066800"/>
          </a:xfrm>
          <a:prstGeom prst="rect">
            <a:avLst/>
          </a:prstGeom>
          <a:noFill/>
          <a:ln>
            <a:noFill/>
          </a:ln>
        </p:spPr>
      </p:pic>
      <p:pic>
        <p:nvPicPr>
          <p:cNvPr id="192" name="Google Shape;192;p14"/>
          <p:cNvPicPr preferRelativeResize="0"/>
          <p:nvPr/>
        </p:nvPicPr>
        <p:blipFill rotWithShape="1">
          <a:blip r:embed="rId4">
            <a:alphaModFix/>
          </a:blip>
          <a:srcRect b="0" l="0" r="0" t="0"/>
          <a:stretch/>
        </p:blipFill>
        <p:spPr>
          <a:xfrm>
            <a:off x="1905000" y="5461873"/>
            <a:ext cx="6438900" cy="1241346"/>
          </a:xfrm>
          <a:prstGeom prst="rect">
            <a:avLst/>
          </a:prstGeom>
          <a:noFill/>
          <a:ln>
            <a:noFill/>
          </a:ln>
        </p:spPr>
      </p:pic>
      <p:sp>
        <p:nvSpPr>
          <p:cNvPr id="193" name="Google Shape;193;p14"/>
          <p:cNvSpPr txBox="1"/>
          <p:nvPr/>
        </p:nvSpPr>
        <p:spPr>
          <a:xfrm>
            <a:off x="635000" y="2273300"/>
            <a:ext cx="1295400" cy="50411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lang="en-US" sz="2000">
                <a:solidFill>
                  <a:srgbClr val="3333FF"/>
                </a:solidFill>
                <a:latin typeface="Book Antiqua"/>
                <a:ea typeface="Book Antiqua"/>
                <a:cs typeface="Book Antiqua"/>
                <a:sym typeface="Book Antiqua"/>
              </a:rPr>
              <a:t>Fig 2 (a)</a:t>
            </a:r>
            <a:endParaRPr sz="1600">
              <a:solidFill>
                <a:schemeClr val="dk1"/>
              </a:solidFill>
              <a:latin typeface="Book Antiqua"/>
              <a:ea typeface="Book Antiqua"/>
              <a:cs typeface="Book Antiqua"/>
              <a:sym typeface="Book Antiqua"/>
            </a:endParaRPr>
          </a:p>
        </p:txBody>
      </p:sp>
      <p:sp>
        <p:nvSpPr>
          <p:cNvPr id="194" name="Google Shape;194;p14"/>
          <p:cNvSpPr txBox="1"/>
          <p:nvPr/>
        </p:nvSpPr>
        <p:spPr>
          <a:xfrm>
            <a:off x="609600" y="5578436"/>
            <a:ext cx="1295400" cy="50411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lang="en-US" sz="2000">
                <a:solidFill>
                  <a:srgbClr val="3333FF"/>
                </a:solidFill>
                <a:latin typeface="Book Antiqua"/>
                <a:ea typeface="Book Antiqua"/>
                <a:cs typeface="Book Antiqua"/>
                <a:sym typeface="Book Antiqua"/>
              </a:rPr>
              <a:t>Fig 2 (b)</a:t>
            </a:r>
            <a:endParaRPr sz="1600">
              <a:solidFill>
                <a:schemeClr val="dk1"/>
              </a:solidFill>
              <a:latin typeface="Book Antiqua"/>
              <a:ea typeface="Book Antiqua"/>
              <a:cs typeface="Book Antiqua"/>
              <a:sym typeface="Book Antiqua"/>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5"/>
          <p:cNvSpPr txBox="1"/>
          <p:nvPr>
            <p:ph type="title"/>
          </p:nvPr>
        </p:nvSpPr>
        <p:spPr>
          <a:xfrm>
            <a:off x="1219200" y="304800"/>
            <a:ext cx="6096000" cy="457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Example 1: Functional Dependency</a:t>
            </a:r>
            <a:endParaRPr sz="2800">
              <a:solidFill>
                <a:srgbClr val="FF0000"/>
              </a:solidFill>
              <a:latin typeface="Book Antiqua"/>
              <a:ea typeface="Book Antiqua"/>
              <a:cs typeface="Book Antiqua"/>
              <a:sym typeface="Book Antiqua"/>
            </a:endParaRPr>
          </a:p>
        </p:txBody>
      </p:sp>
      <p:sp>
        <p:nvSpPr>
          <p:cNvPr id="200" name="Google Shape;200;p15"/>
          <p:cNvSpPr txBox="1"/>
          <p:nvPr>
            <p:ph idx="1" type="body"/>
          </p:nvPr>
        </p:nvSpPr>
        <p:spPr>
          <a:xfrm>
            <a:off x="203200" y="914400"/>
            <a:ext cx="8763000" cy="5334000"/>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500"/>
              <a:buFont typeface="Noto Sans Symbols"/>
              <a:buChar char="▪"/>
            </a:pPr>
            <a:r>
              <a:rPr lang="en-US" sz="2500">
                <a:latin typeface="Book Antiqua"/>
                <a:ea typeface="Book Antiqua"/>
                <a:cs typeface="Book Antiqua"/>
                <a:sym typeface="Book Antiqua"/>
              </a:rPr>
              <a:t>In this example, </a:t>
            </a:r>
            <a:r>
              <a:rPr i="1" lang="en-US" sz="2500">
                <a:latin typeface="Book Antiqua"/>
                <a:ea typeface="Book Antiqua"/>
                <a:cs typeface="Book Antiqua"/>
                <a:sym typeface="Book Antiqua"/>
              </a:rPr>
              <a:t>staffNo</a:t>
            </a:r>
            <a:r>
              <a:rPr lang="en-US" sz="2500">
                <a:latin typeface="Book Antiqua"/>
                <a:ea typeface="Book Antiqua"/>
                <a:cs typeface="Book Antiqua"/>
                <a:sym typeface="Book Antiqua"/>
              </a:rPr>
              <a:t> is the determinant of this functional dependency.</a:t>
            </a:r>
            <a:endParaRPr sz="2500">
              <a:latin typeface="Book Antiqua"/>
              <a:ea typeface="Book Antiqua"/>
              <a:cs typeface="Book Antiqua"/>
              <a:sym typeface="Book Antiqua"/>
            </a:endParaRPr>
          </a:p>
          <a:p>
            <a:pPr indent="-274320" lvl="0" marL="274320" rtl="0" algn="just">
              <a:lnSpc>
                <a:spcPct val="90000"/>
              </a:lnSpc>
              <a:spcBef>
                <a:spcPts val="1200"/>
              </a:spcBef>
              <a:spcAft>
                <a:spcPts val="0"/>
              </a:spcAft>
              <a:buClr>
                <a:schemeClr val="dk1"/>
              </a:buClr>
              <a:buSzPts val="2500"/>
              <a:buFont typeface="Noto Sans Symbols"/>
              <a:buChar char="▪"/>
            </a:pPr>
            <a:r>
              <a:rPr lang="en-US" sz="2500">
                <a:latin typeface="Book Antiqua"/>
                <a:ea typeface="Book Antiqua"/>
                <a:cs typeface="Book Antiqua"/>
                <a:sym typeface="Book Antiqua"/>
              </a:rPr>
              <a:t>The relationship between </a:t>
            </a:r>
            <a:r>
              <a:rPr i="1" lang="en-US" sz="2500">
                <a:latin typeface="Book Antiqua"/>
                <a:ea typeface="Book Antiqua"/>
                <a:cs typeface="Book Antiqua"/>
                <a:sym typeface="Book Antiqua"/>
              </a:rPr>
              <a:t>staffNo</a:t>
            </a:r>
            <a:r>
              <a:rPr lang="en-US" sz="2500">
                <a:latin typeface="Book Antiqua"/>
                <a:ea typeface="Book Antiqua"/>
                <a:cs typeface="Book Antiqua"/>
                <a:sym typeface="Book Antiqua"/>
              </a:rPr>
              <a:t> and </a:t>
            </a:r>
            <a:r>
              <a:rPr i="1" lang="en-US" sz="2500">
                <a:latin typeface="Book Antiqua"/>
                <a:ea typeface="Book Antiqua"/>
                <a:cs typeface="Book Antiqua"/>
                <a:sym typeface="Book Antiqua"/>
              </a:rPr>
              <a:t>position</a:t>
            </a:r>
            <a:r>
              <a:rPr lang="en-US" sz="2500">
                <a:latin typeface="Book Antiqua"/>
                <a:ea typeface="Book Antiqua"/>
                <a:cs typeface="Book Antiqua"/>
                <a:sym typeface="Book Antiqua"/>
              </a:rPr>
              <a:t> is </a:t>
            </a:r>
            <a:r>
              <a:rPr b="1" lang="en-US" sz="2500">
                <a:solidFill>
                  <a:srgbClr val="CC6600"/>
                </a:solidFill>
                <a:latin typeface="Book Antiqua"/>
                <a:ea typeface="Book Antiqua"/>
                <a:cs typeface="Book Antiqua"/>
                <a:sym typeface="Book Antiqua"/>
              </a:rPr>
              <a:t>one-to-one</a:t>
            </a:r>
            <a:r>
              <a:rPr lang="en-US" sz="2500">
                <a:latin typeface="Book Antiqua"/>
                <a:ea typeface="Book Antiqua"/>
                <a:cs typeface="Book Antiqua"/>
                <a:sym typeface="Book Antiqua"/>
              </a:rPr>
              <a:t> </a:t>
            </a:r>
            <a:r>
              <a:rPr b="1" lang="en-US" sz="2500">
                <a:solidFill>
                  <a:srgbClr val="00B050"/>
                </a:solidFill>
                <a:latin typeface="Book Antiqua"/>
                <a:ea typeface="Book Antiqua"/>
                <a:cs typeface="Book Antiqua"/>
                <a:sym typeface="Book Antiqua"/>
              </a:rPr>
              <a:t>(1:1)</a:t>
            </a:r>
            <a:r>
              <a:rPr lang="en-US" sz="2500">
                <a:latin typeface="Book Antiqua"/>
                <a:ea typeface="Book Antiqua"/>
                <a:cs typeface="Book Antiqua"/>
                <a:sym typeface="Book Antiqua"/>
              </a:rPr>
              <a:t>: for each staff number there is only one position.</a:t>
            </a:r>
            <a:endParaRPr/>
          </a:p>
          <a:p>
            <a:pPr indent="-274320" lvl="0" marL="274320" rtl="0" algn="just">
              <a:lnSpc>
                <a:spcPct val="90000"/>
              </a:lnSpc>
              <a:spcBef>
                <a:spcPts val="1200"/>
              </a:spcBef>
              <a:spcAft>
                <a:spcPts val="0"/>
              </a:spcAft>
              <a:buClr>
                <a:schemeClr val="dk1"/>
              </a:buClr>
              <a:buSzPts val="2500"/>
              <a:buFont typeface="Noto Sans Symbols"/>
              <a:buChar char="▪"/>
            </a:pPr>
            <a:r>
              <a:rPr lang="en-US" sz="2500">
                <a:latin typeface="Book Antiqua"/>
                <a:ea typeface="Book Antiqua"/>
                <a:cs typeface="Book Antiqua"/>
                <a:sym typeface="Book Antiqua"/>
              </a:rPr>
              <a:t>On the other hand, the relationship between </a:t>
            </a:r>
            <a:r>
              <a:rPr i="1" lang="en-US" sz="2500">
                <a:latin typeface="Book Antiqua"/>
                <a:ea typeface="Book Antiqua"/>
                <a:cs typeface="Book Antiqua"/>
                <a:sym typeface="Book Antiqua"/>
              </a:rPr>
              <a:t>position</a:t>
            </a:r>
            <a:r>
              <a:rPr lang="en-US" sz="2500">
                <a:latin typeface="Book Antiqua"/>
                <a:ea typeface="Book Antiqua"/>
                <a:cs typeface="Book Antiqua"/>
                <a:sym typeface="Book Antiqua"/>
              </a:rPr>
              <a:t> and </a:t>
            </a:r>
            <a:r>
              <a:rPr i="1" lang="en-US" sz="2500">
                <a:latin typeface="Book Antiqua"/>
                <a:ea typeface="Book Antiqua"/>
                <a:cs typeface="Book Antiqua"/>
                <a:sym typeface="Book Antiqua"/>
              </a:rPr>
              <a:t>staffNo</a:t>
            </a:r>
            <a:r>
              <a:rPr lang="en-US" sz="2500">
                <a:latin typeface="Book Antiqua"/>
                <a:ea typeface="Book Antiqua"/>
                <a:cs typeface="Book Antiqua"/>
                <a:sym typeface="Book Antiqua"/>
              </a:rPr>
              <a:t> is </a:t>
            </a:r>
            <a:r>
              <a:rPr b="1" lang="en-US" sz="2500">
                <a:solidFill>
                  <a:srgbClr val="CC6600"/>
                </a:solidFill>
                <a:latin typeface="Book Antiqua"/>
                <a:ea typeface="Book Antiqua"/>
                <a:cs typeface="Book Antiqua"/>
                <a:sym typeface="Book Antiqua"/>
              </a:rPr>
              <a:t>one-to-many</a:t>
            </a:r>
            <a:r>
              <a:rPr lang="en-US" sz="2500">
                <a:latin typeface="Book Antiqua"/>
                <a:ea typeface="Book Antiqua"/>
                <a:cs typeface="Book Antiqua"/>
                <a:sym typeface="Book Antiqua"/>
              </a:rPr>
              <a:t> </a:t>
            </a:r>
            <a:r>
              <a:rPr b="1" lang="en-US" sz="2500">
                <a:solidFill>
                  <a:srgbClr val="00B050"/>
                </a:solidFill>
                <a:latin typeface="Book Antiqua"/>
                <a:ea typeface="Book Antiqua"/>
                <a:cs typeface="Book Antiqua"/>
                <a:sym typeface="Book Antiqua"/>
              </a:rPr>
              <a:t>(1:*)</a:t>
            </a:r>
            <a:r>
              <a:rPr lang="en-US" sz="2500">
                <a:latin typeface="Book Antiqua"/>
                <a:ea typeface="Book Antiqua"/>
                <a:cs typeface="Book Antiqua"/>
                <a:sym typeface="Book Antiqua"/>
              </a:rPr>
              <a:t>: there are several staff numbers associated with a given position.</a:t>
            </a:r>
            <a:endParaRPr/>
          </a:p>
          <a:p>
            <a:pPr indent="-274320" lvl="0" marL="274320" rtl="0" algn="just">
              <a:lnSpc>
                <a:spcPct val="90000"/>
              </a:lnSpc>
              <a:spcBef>
                <a:spcPts val="1200"/>
              </a:spcBef>
              <a:spcAft>
                <a:spcPts val="0"/>
              </a:spcAft>
              <a:buClr>
                <a:schemeClr val="dk1"/>
              </a:buClr>
              <a:buSzPts val="2500"/>
              <a:buFont typeface="Noto Sans Symbols"/>
              <a:buChar char="▪"/>
            </a:pPr>
            <a:r>
              <a:rPr lang="en-US" sz="2500">
                <a:latin typeface="Book Antiqua"/>
                <a:ea typeface="Book Antiqua"/>
                <a:cs typeface="Book Antiqua"/>
                <a:sym typeface="Book Antiqua"/>
              </a:rPr>
              <a:t>For the purposes of normalization, we identify FDs between attributes of a relation</a:t>
            </a:r>
            <a:endParaRPr/>
          </a:p>
          <a:p>
            <a:pPr indent="-274320" lvl="0" marL="548640" rtl="0" algn="just">
              <a:lnSpc>
                <a:spcPct val="90000"/>
              </a:lnSpc>
              <a:spcBef>
                <a:spcPts val="600"/>
              </a:spcBef>
              <a:spcAft>
                <a:spcPts val="0"/>
              </a:spcAft>
              <a:buClr>
                <a:schemeClr val="dk1"/>
              </a:buClr>
              <a:buSzPts val="2400"/>
              <a:buFont typeface="Courier New"/>
              <a:buChar char="o"/>
            </a:pPr>
            <a:r>
              <a:rPr lang="en-US" sz="2400">
                <a:latin typeface="Book Antiqua"/>
                <a:ea typeface="Book Antiqua"/>
                <a:cs typeface="Book Antiqua"/>
                <a:sym typeface="Book Antiqua"/>
              </a:rPr>
              <a:t>i.e. finding one-to-one relationship between attributes</a:t>
            </a:r>
            <a:endParaRPr/>
          </a:p>
          <a:p>
            <a:pPr indent="-274320" lvl="0" marL="548640" rtl="0" algn="just">
              <a:lnSpc>
                <a:spcPct val="90000"/>
              </a:lnSpc>
              <a:spcBef>
                <a:spcPts val="600"/>
              </a:spcBef>
              <a:spcAft>
                <a:spcPts val="0"/>
              </a:spcAft>
              <a:buClr>
                <a:schemeClr val="dk1"/>
              </a:buClr>
              <a:buSzPts val="2350"/>
              <a:buFont typeface="Courier New"/>
              <a:buChar char="o"/>
            </a:pPr>
            <a:r>
              <a:rPr lang="en-US" sz="2350">
                <a:latin typeface="Book Antiqua"/>
                <a:ea typeface="Book Antiqua"/>
                <a:cs typeface="Book Antiqua"/>
                <a:sym typeface="Book Antiqua"/>
              </a:rPr>
              <a:t>attribute(s) on LHS of dependency make up the determinant</a:t>
            </a:r>
            <a:endParaRPr/>
          </a:p>
          <a:p>
            <a:pPr indent="-274320" lvl="0" marL="548640" rtl="0" algn="just">
              <a:lnSpc>
                <a:spcPct val="90000"/>
              </a:lnSpc>
              <a:spcBef>
                <a:spcPts val="600"/>
              </a:spcBef>
              <a:spcAft>
                <a:spcPts val="0"/>
              </a:spcAft>
              <a:buClr>
                <a:schemeClr val="dk1"/>
              </a:buClr>
              <a:buSzPts val="2400"/>
              <a:buFont typeface="Courier New"/>
              <a:buChar char="o"/>
            </a:pPr>
            <a:r>
              <a:rPr lang="en-US" sz="2400">
                <a:latin typeface="Book Antiqua"/>
                <a:ea typeface="Book Antiqua"/>
                <a:cs typeface="Book Antiqua"/>
                <a:sym typeface="Book Antiqua"/>
              </a:rPr>
              <a:t>the attribute(s) on the RHS make up the dependent.</a:t>
            </a:r>
            <a:endParaRPr sz="2400">
              <a:latin typeface="Book Antiqua"/>
              <a:ea typeface="Book Antiqua"/>
              <a:cs typeface="Book Antiqua"/>
              <a:sym typeface="Book Antiqua"/>
            </a:endParaRPr>
          </a:p>
        </p:txBody>
      </p:sp>
      <p:sp>
        <p:nvSpPr>
          <p:cNvPr id="201" name="Google Shape;201;p15"/>
          <p:cNvSpPr txBox="1"/>
          <p:nvPr>
            <p:ph idx="12" type="sldNum"/>
          </p:nvPr>
        </p:nvSpPr>
        <p:spPr>
          <a:xfrm>
            <a:off x="8534400" y="6324604"/>
            <a:ext cx="457200" cy="32384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6"/>
          <p:cNvSpPr txBox="1"/>
          <p:nvPr>
            <p:ph type="title"/>
          </p:nvPr>
        </p:nvSpPr>
        <p:spPr>
          <a:xfrm>
            <a:off x="0" y="152400"/>
            <a:ext cx="9067800" cy="49331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Font typeface="Book Antiqua"/>
              <a:buNone/>
            </a:pPr>
            <a:r>
              <a:rPr b="1" lang="en-US" sz="2600">
                <a:solidFill>
                  <a:srgbClr val="FF0000"/>
                </a:solidFill>
                <a:latin typeface="Book Antiqua"/>
                <a:ea typeface="Book Antiqua"/>
                <a:cs typeface="Book Antiqua"/>
                <a:sym typeface="Book Antiqua"/>
              </a:rPr>
              <a:t>Example 2: Functional Dependency that holds for all time </a:t>
            </a:r>
            <a:endParaRPr sz="2600">
              <a:solidFill>
                <a:srgbClr val="FF0000"/>
              </a:solidFill>
              <a:latin typeface="Book Antiqua"/>
              <a:ea typeface="Book Antiqua"/>
              <a:cs typeface="Book Antiqua"/>
              <a:sym typeface="Book Antiqua"/>
            </a:endParaRPr>
          </a:p>
        </p:txBody>
      </p:sp>
      <p:sp>
        <p:nvSpPr>
          <p:cNvPr id="207" name="Google Shape;207;p16"/>
          <p:cNvSpPr txBox="1"/>
          <p:nvPr>
            <p:ph idx="1" type="body"/>
          </p:nvPr>
        </p:nvSpPr>
        <p:spPr>
          <a:xfrm>
            <a:off x="127000" y="672107"/>
            <a:ext cx="8763000" cy="5883275"/>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400"/>
              <a:buFont typeface="Noto Sans Symbols"/>
              <a:buChar char="▪"/>
            </a:pPr>
            <a:r>
              <a:rPr lang="en-US" sz="2400">
                <a:latin typeface="Book Antiqua"/>
                <a:ea typeface="Book Antiqua"/>
                <a:cs typeface="Book Antiqua"/>
                <a:sym typeface="Book Antiqua"/>
              </a:rPr>
              <a:t>A FD is a property of a relational schema (intension) and not a property of a particular instance of the schema (extension). </a:t>
            </a:r>
            <a:endParaRPr/>
          </a:p>
          <a:p>
            <a:pPr indent="-274320" lvl="0" marL="274320" rtl="0" algn="just">
              <a:lnSpc>
                <a:spcPct val="90000"/>
              </a:lnSpc>
              <a:spcBef>
                <a:spcPts val="600"/>
              </a:spcBef>
              <a:spcAft>
                <a:spcPts val="0"/>
              </a:spcAft>
              <a:buClr>
                <a:schemeClr val="dk1"/>
              </a:buClr>
              <a:buSzPts val="2400"/>
              <a:buFont typeface="Noto Sans Symbols"/>
              <a:buChar char="▪"/>
            </a:pPr>
            <a:r>
              <a:rPr lang="en-US" sz="2400">
                <a:latin typeface="Book Antiqua"/>
                <a:ea typeface="Book Antiqua"/>
                <a:cs typeface="Book Antiqua"/>
                <a:sym typeface="Book Antiqua"/>
              </a:rPr>
              <a:t>Consider the values shown in </a:t>
            </a:r>
            <a:r>
              <a:rPr i="1" lang="en-US" sz="2400">
                <a:latin typeface="Book Antiqua"/>
                <a:ea typeface="Book Antiqua"/>
                <a:cs typeface="Book Antiqua"/>
                <a:sym typeface="Book Antiqua"/>
              </a:rPr>
              <a:t>staffNo</a:t>
            </a:r>
            <a:r>
              <a:rPr lang="en-US" sz="2400">
                <a:latin typeface="Book Antiqua"/>
                <a:ea typeface="Book Antiqua"/>
                <a:cs typeface="Book Antiqua"/>
                <a:sym typeface="Book Antiqua"/>
              </a:rPr>
              <a:t> and </a:t>
            </a:r>
            <a:r>
              <a:rPr i="1" lang="en-US" sz="2400">
                <a:latin typeface="Book Antiqua"/>
                <a:ea typeface="Book Antiqua"/>
                <a:cs typeface="Book Antiqua"/>
                <a:sym typeface="Book Antiqua"/>
              </a:rPr>
              <a:t>sName</a:t>
            </a:r>
            <a:r>
              <a:rPr lang="en-US" sz="2400">
                <a:latin typeface="Book Antiqua"/>
                <a:ea typeface="Book Antiqua"/>
                <a:cs typeface="Book Antiqua"/>
                <a:sym typeface="Book Antiqua"/>
              </a:rPr>
              <a:t> attributes of the </a:t>
            </a:r>
            <a:r>
              <a:rPr i="1" lang="en-US" sz="2400">
                <a:latin typeface="Book Antiqua"/>
                <a:ea typeface="Book Antiqua"/>
                <a:cs typeface="Book Antiqua"/>
                <a:sym typeface="Book Antiqua"/>
              </a:rPr>
              <a:t>Staff</a:t>
            </a:r>
            <a:r>
              <a:rPr lang="en-US" sz="2400">
                <a:latin typeface="Book Antiqua"/>
                <a:ea typeface="Book Antiqua"/>
                <a:cs typeface="Book Antiqua"/>
                <a:sym typeface="Book Antiqua"/>
              </a:rPr>
              <a:t> relation in Fig 3. </a:t>
            </a:r>
            <a:endParaRPr sz="2400">
              <a:latin typeface="Book Antiqua"/>
              <a:ea typeface="Book Antiqua"/>
              <a:cs typeface="Book Antiqua"/>
              <a:sym typeface="Book Antiqua"/>
            </a:endParaRPr>
          </a:p>
          <a:p>
            <a:pPr indent="-121920" lvl="0" marL="274320" rtl="0" algn="just">
              <a:lnSpc>
                <a:spcPct val="90000"/>
              </a:lnSpc>
              <a:spcBef>
                <a:spcPts val="60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just">
              <a:lnSpc>
                <a:spcPct val="90000"/>
              </a:lnSpc>
              <a:spcBef>
                <a:spcPts val="60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just">
              <a:lnSpc>
                <a:spcPct val="90000"/>
              </a:lnSpc>
              <a:spcBef>
                <a:spcPts val="60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just">
              <a:lnSpc>
                <a:spcPct val="90000"/>
              </a:lnSpc>
              <a:spcBef>
                <a:spcPts val="60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just">
              <a:lnSpc>
                <a:spcPct val="90000"/>
              </a:lnSpc>
              <a:spcBef>
                <a:spcPts val="60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274320" lvl="0" marL="274320" rtl="0" algn="just">
              <a:lnSpc>
                <a:spcPct val="90000"/>
              </a:lnSpc>
              <a:spcBef>
                <a:spcPts val="600"/>
              </a:spcBef>
              <a:spcAft>
                <a:spcPts val="0"/>
              </a:spcAft>
              <a:buClr>
                <a:schemeClr val="dk1"/>
              </a:buClr>
              <a:buSzPts val="2400"/>
              <a:buFont typeface="Noto Sans Symbols"/>
              <a:buChar char="▪"/>
            </a:pPr>
            <a:r>
              <a:rPr lang="en-US" sz="2400">
                <a:latin typeface="Book Antiqua"/>
                <a:ea typeface="Book Antiqua"/>
                <a:cs typeface="Book Antiqua"/>
                <a:sym typeface="Book Antiqua"/>
              </a:rPr>
              <a:t>We see that for a specific </a:t>
            </a:r>
            <a:r>
              <a:rPr i="1" lang="en-US" sz="2400">
                <a:latin typeface="Book Antiqua"/>
                <a:ea typeface="Book Antiqua"/>
                <a:cs typeface="Book Antiqua"/>
                <a:sym typeface="Book Antiqua"/>
              </a:rPr>
              <a:t>staffNo</a:t>
            </a:r>
            <a:r>
              <a:rPr lang="en-US" sz="2400">
                <a:latin typeface="Book Antiqua"/>
                <a:ea typeface="Book Antiqua"/>
                <a:cs typeface="Book Antiqua"/>
                <a:sym typeface="Book Antiqua"/>
              </a:rPr>
              <a:t>, for example SL21, the name of that member of staff as John White. </a:t>
            </a:r>
            <a:endParaRPr/>
          </a:p>
          <a:p>
            <a:pPr indent="-274320" lvl="0" marL="274320" rtl="0" algn="just">
              <a:lnSpc>
                <a:spcPct val="90000"/>
              </a:lnSpc>
              <a:spcBef>
                <a:spcPts val="600"/>
              </a:spcBef>
              <a:spcAft>
                <a:spcPts val="0"/>
              </a:spcAft>
              <a:buClr>
                <a:schemeClr val="dk1"/>
              </a:buClr>
              <a:buSzPts val="2400"/>
              <a:buFont typeface="Noto Sans Symbols"/>
              <a:buChar char="▪"/>
            </a:pPr>
            <a:r>
              <a:rPr lang="en-US" sz="2400">
                <a:latin typeface="Book Antiqua"/>
                <a:ea typeface="Book Antiqua"/>
                <a:cs typeface="Book Antiqua"/>
                <a:sym typeface="Book Antiqua"/>
              </a:rPr>
              <a:t>Furthermore, it appears that for a specific </a:t>
            </a:r>
            <a:r>
              <a:rPr i="1" lang="en-US" sz="2400">
                <a:latin typeface="Book Antiqua"/>
                <a:ea typeface="Book Antiqua"/>
                <a:cs typeface="Book Antiqua"/>
                <a:sym typeface="Book Antiqua"/>
              </a:rPr>
              <a:t>sName</a:t>
            </a:r>
            <a:r>
              <a:rPr lang="en-US" sz="2400">
                <a:latin typeface="Book Antiqua"/>
                <a:ea typeface="Book Antiqua"/>
                <a:cs typeface="Book Antiqua"/>
                <a:sym typeface="Book Antiqua"/>
              </a:rPr>
              <a:t>, for example, John White, the staff number for that member of staff as SL21. </a:t>
            </a:r>
            <a:endParaRPr/>
          </a:p>
        </p:txBody>
      </p:sp>
      <p:sp>
        <p:nvSpPr>
          <p:cNvPr id="208" name="Google Shape;208;p16"/>
          <p:cNvSpPr txBox="1"/>
          <p:nvPr>
            <p:ph idx="12" type="sldNum"/>
          </p:nvPr>
        </p:nvSpPr>
        <p:spPr>
          <a:xfrm>
            <a:off x="8305800" y="6324600"/>
            <a:ext cx="609600" cy="39687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pic>
        <p:nvPicPr>
          <p:cNvPr id="209" name="Google Shape;209;p16"/>
          <p:cNvPicPr preferRelativeResize="0"/>
          <p:nvPr/>
        </p:nvPicPr>
        <p:blipFill rotWithShape="1">
          <a:blip r:embed="rId3">
            <a:alphaModFix/>
          </a:blip>
          <a:srcRect b="0" l="0" r="0" t="0"/>
          <a:stretch/>
        </p:blipFill>
        <p:spPr>
          <a:xfrm>
            <a:off x="1752600" y="2462212"/>
            <a:ext cx="5105400" cy="2045890"/>
          </a:xfrm>
          <a:prstGeom prst="rect">
            <a:avLst/>
          </a:prstGeom>
          <a:noFill/>
          <a:ln>
            <a:noFill/>
          </a:ln>
        </p:spPr>
      </p:pic>
      <p:sp>
        <p:nvSpPr>
          <p:cNvPr id="210" name="Google Shape;210;p16"/>
          <p:cNvSpPr txBox="1"/>
          <p:nvPr/>
        </p:nvSpPr>
        <p:spPr>
          <a:xfrm>
            <a:off x="7315200" y="3361689"/>
            <a:ext cx="762000" cy="50411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lang="en-US" sz="2000">
                <a:solidFill>
                  <a:srgbClr val="3333FF"/>
                </a:solidFill>
                <a:latin typeface="Book Antiqua"/>
                <a:ea typeface="Book Antiqua"/>
                <a:cs typeface="Book Antiqua"/>
                <a:sym typeface="Book Antiqua"/>
              </a:rPr>
              <a:t>Fig 3</a:t>
            </a:r>
            <a:endParaRPr sz="1600">
              <a:solidFill>
                <a:schemeClr val="dk1"/>
              </a:solidFill>
              <a:latin typeface="Book Antiqua"/>
              <a:ea typeface="Book Antiqua"/>
              <a:cs typeface="Book Antiqua"/>
              <a:sym typeface="Book Antiqua"/>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7"/>
          <p:cNvSpPr txBox="1"/>
          <p:nvPr>
            <p:ph idx="1" type="body"/>
          </p:nvPr>
        </p:nvSpPr>
        <p:spPr>
          <a:xfrm>
            <a:off x="279400" y="741958"/>
            <a:ext cx="8559800" cy="472440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just">
              <a:lnSpc>
                <a:spcPct val="90000"/>
              </a:lnSpc>
              <a:spcBef>
                <a:spcPts val="0"/>
              </a:spcBef>
              <a:spcAft>
                <a:spcPts val="0"/>
              </a:spcAft>
              <a:buClr>
                <a:schemeClr val="dk1"/>
              </a:buClr>
              <a:buSzPct val="100000"/>
              <a:buFont typeface="Noto Sans Symbols"/>
              <a:buChar char="▪"/>
            </a:pPr>
            <a:r>
              <a:rPr lang="en-US" sz="2400">
                <a:latin typeface="Book Antiqua"/>
                <a:ea typeface="Book Antiqua"/>
                <a:cs typeface="Book Antiqua"/>
                <a:sym typeface="Book Antiqua"/>
              </a:rPr>
              <a:t>Can we therefore conclude that </a:t>
            </a:r>
            <a:endParaRPr sz="2400">
              <a:latin typeface="Book Antiqua"/>
              <a:ea typeface="Book Antiqua"/>
              <a:cs typeface="Book Antiqua"/>
              <a:sym typeface="Book Antiqua"/>
            </a:endParaRPr>
          </a:p>
          <a:p>
            <a:pPr indent="-274320" lvl="0" marL="548640" rtl="0" algn="just">
              <a:lnSpc>
                <a:spcPct val="90000"/>
              </a:lnSpc>
              <a:spcBef>
                <a:spcPts val="600"/>
              </a:spcBef>
              <a:spcAft>
                <a:spcPts val="0"/>
              </a:spcAft>
              <a:buClr>
                <a:schemeClr val="dk1"/>
              </a:buClr>
              <a:buSzPct val="100000"/>
              <a:buFont typeface="Courier New"/>
              <a:buChar char="o"/>
            </a:pPr>
            <a:r>
              <a:rPr lang="en-US" sz="2400">
                <a:latin typeface="Book Antiqua"/>
                <a:ea typeface="Book Antiqua"/>
                <a:cs typeface="Book Antiqua"/>
                <a:sym typeface="Book Antiqua"/>
              </a:rPr>
              <a:t>the </a:t>
            </a:r>
            <a:r>
              <a:rPr i="1" lang="en-US" sz="2400">
                <a:latin typeface="Book Antiqua"/>
                <a:ea typeface="Book Antiqua"/>
                <a:cs typeface="Book Antiqua"/>
                <a:sym typeface="Book Antiqua"/>
              </a:rPr>
              <a:t>staffNo</a:t>
            </a:r>
            <a:r>
              <a:rPr lang="en-US" sz="2400">
                <a:latin typeface="Book Antiqua"/>
                <a:ea typeface="Book Antiqua"/>
                <a:cs typeface="Book Antiqua"/>
                <a:sym typeface="Book Antiqua"/>
              </a:rPr>
              <a:t> attribute functionally determines the </a:t>
            </a:r>
            <a:r>
              <a:rPr i="1" lang="en-US" sz="2400">
                <a:latin typeface="Book Antiqua"/>
                <a:ea typeface="Book Antiqua"/>
                <a:cs typeface="Book Antiqua"/>
                <a:sym typeface="Book Antiqua"/>
              </a:rPr>
              <a:t>sName</a:t>
            </a:r>
            <a:r>
              <a:rPr lang="en-US" sz="2400">
                <a:latin typeface="Book Antiqua"/>
                <a:ea typeface="Book Antiqua"/>
                <a:cs typeface="Book Antiqua"/>
                <a:sym typeface="Book Antiqua"/>
              </a:rPr>
              <a:t> attribute and/or </a:t>
            </a:r>
            <a:endParaRPr sz="2400">
              <a:latin typeface="Book Antiqua"/>
              <a:ea typeface="Book Antiqua"/>
              <a:cs typeface="Book Antiqua"/>
              <a:sym typeface="Book Antiqua"/>
            </a:endParaRPr>
          </a:p>
          <a:p>
            <a:pPr indent="-274320" lvl="0" marL="548640" rtl="0" algn="just">
              <a:lnSpc>
                <a:spcPct val="90000"/>
              </a:lnSpc>
              <a:spcBef>
                <a:spcPts val="600"/>
              </a:spcBef>
              <a:spcAft>
                <a:spcPts val="0"/>
              </a:spcAft>
              <a:buClr>
                <a:schemeClr val="dk1"/>
              </a:buClr>
              <a:buSzPct val="100000"/>
              <a:buFont typeface="Courier New"/>
              <a:buChar char="o"/>
            </a:pPr>
            <a:r>
              <a:rPr lang="en-US" sz="2400">
                <a:latin typeface="Book Antiqua"/>
                <a:ea typeface="Book Antiqua"/>
                <a:cs typeface="Book Antiqua"/>
                <a:sym typeface="Book Antiqua"/>
              </a:rPr>
              <a:t>the </a:t>
            </a:r>
            <a:r>
              <a:rPr i="1" lang="en-US" sz="2400">
                <a:latin typeface="Book Antiqua"/>
                <a:ea typeface="Book Antiqua"/>
                <a:cs typeface="Book Antiqua"/>
                <a:sym typeface="Book Antiqua"/>
              </a:rPr>
              <a:t>sName</a:t>
            </a:r>
            <a:r>
              <a:rPr lang="en-US" sz="2400">
                <a:latin typeface="Book Antiqua"/>
                <a:ea typeface="Book Antiqua"/>
                <a:cs typeface="Book Antiqua"/>
                <a:sym typeface="Book Antiqua"/>
              </a:rPr>
              <a:t> attribute functionally determines the </a:t>
            </a:r>
            <a:r>
              <a:rPr i="1" lang="en-US" sz="2400">
                <a:latin typeface="Book Antiqua"/>
                <a:ea typeface="Book Antiqua"/>
                <a:cs typeface="Book Antiqua"/>
                <a:sym typeface="Book Antiqua"/>
              </a:rPr>
              <a:t>staffNo</a:t>
            </a:r>
            <a:r>
              <a:rPr lang="en-US" sz="2400">
                <a:latin typeface="Book Antiqua"/>
                <a:ea typeface="Book Antiqua"/>
                <a:cs typeface="Book Antiqua"/>
                <a:sym typeface="Book Antiqua"/>
              </a:rPr>
              <a:t> attribute? </a:t>
            </a:r>
            <a:endParaRPr sz="2400">
              <a:latin typeface="Book Antiqua"/>
              <a:ea typeface="Book Antiqua"/>
              <a:cs typeface="Book Antiqua"/>
              <a:sym typeface="Book Antiqua"/>
            </a:endParaRPr>
          </a:p>
          <a:p>
            <a:pPr indent="-274320" lvl="0" marL="274320" rtl="0" algn="just">
              <a:lnSpc>
                <a:spcPct val="90000"/>
              </a:lnSpc>
              <a:spcBef>
                <a:spcPts val="600"/>
              </a:spcBef>
              <a:spcAft>
                <a:spcPts val="0"/>
              </a:spcAft>
              <a:buClr>
                <a:schemeClr val="dk1"/>
              </a:buClr>
              <a:buSzPct val="100000"/>
              <a:buFont typeface="Noto Sans Symbols"/>
              <a:buChar char="▪"/>
            </a:pPr>
            <a:r>
              <a:rPr lang="en-US" sz="2400">
                <a:latin typeface="Book Antiqua"/>
                <a:ea typeface="Book Antiqua"/>
                <a:cs typeface="Book Antiqua"/>
                <a:sym typeface="Book Antiqua"/>
              </a:rPr>
              <a:t>If the values shown in the Staff relation of Fig 3 represent the </a:t>
            </a:r>
            <a:r>
              <a:rPr i="1" lang="en-US" sz="2400">
                <a:latin typeface="Book Antiqua"/>
                <a:ea typeface="Book Antiqua"/>
                <a:cs typeface="Book Antiqua"/>
                <a:sym typeface="Book Antiqua"/>
              </a:rPr>
              <a:t>set of all possible values </a:t>
            </a:r>
            <a:r>
              <a:rPr lang="en-US" sz="2400">
                <a:latin typeface="Book Antiqua"/>
                <a:ea typeface="Book Antiqua"/>
                <a:cs typeface="Book Antiqua"/>
                <a:sym typeface="Book Antiqua"/>
              </a:rPr>
              <a:t>for </a:t>
            </a:r>
            <a:r>
              <a:rPr i="1" lang="en-US" sz="2400">
                <a:latin typeface="Book Antiqua"/>
                <a:ea typeface="Book Antiqua"/>
                <a:cs typeface="Book Antiqua"/>
                <a:sym typeface="Book Antiqua"/>
              </a:rPr>
              <a:t>staffNo</a:t>
            </a:r>
            <a:r>
              <a:rPr lang="en-US" sz="2400">
                <a:latin typeface="Book Antiqua"/>
                <a:ea typeface="Book Antiqua"/>
                <a:cs typeface="Book Antiqua"/>
                <a:sym typeface="Book Antiqua"/>
              </a:rPr>
              <a:t> and </a:t>
            </a:r>
            <a:r>
              <a:rPr i="1" lang="en-US" sz="2400">
                <a:latin typeface="Book Antiqua"/>
                <a:ea typeface="Book Antiqua"/>
                <a:cs typeface="Book Antiqua"/>
                <a:sym typeface="Book Antiqua"/>
              </a:rPr>
              <a:t>sName</a:t>
            </a:r>
            <a:r>
              <a:rPr lang="en-US" sz="2400">
                <a:latin typeface="Book Antiqua"/>
                <a:ea typeface="Book Antiqua"/>
                <a:cs typeface="Book Antiqua"/>
                <a:sym typeface="Book Antiqua"/>
              </a:rPr>
              <a:t> attributes then the following FDs hold:</a:t>
            </a:r>
            <a:endParaRPr/>
          </a:p>
          <a:p>
            <a:pPr indent="0" lvl="0" marL="0" rtl="0" algn="ctr">
              <a:lnSpc>
                <a:spcPct val="90000"/>
              </a:lnSpc>
              <a:spcBef>
                <a:spcPts val="750"/>
              </a:spcBef>
              <a:spcAft>
                <a:spcPts val="0"/>
              </a:spcAft>
              <a:buClr>
                <a:schemeClr val="dk1"/>
              </a:buClr>
              <a:buSzPct val="100000"/>
              <a:buNone/>
            </a:pPr>
            <a:r>
              <a:rPr lang="en-US" sz="2400">
                <a:latin typeface="Book Antiqua"/>
                <a:ea typeface="Book Antiqua"/>
                <a:cs typeface="Book Antiqua"/>
                <a:sym typeface="Book Antiqua"/>
              </a:rPr>
              <a:t>staffNo → sName</a:t>
            </a:r>
            <a:endParaRPr sz="2400">
              <a:latin typeface="Book Antiqua"/>
              <a:ea typeface="Book Antiqua"/>
              <a:cs typeface="Book Antiqua"/>
              <a:sym typeface="Book Antiqua"/>
            </a:endParaRPr>
          </a:p>
          <a:p>
            <a:pPr indent="0" lvl="0" marL="0" rtl="0" algn="ctr">
              <a:lnSpc>
                <a:spcPct val="90000"/>
              </a:lnSpc>
              <a:spcBef>
                <a:spcPts val="750"/>
              </a:spcBef>
              <a:spcAft>
                <a:spcPts val="0"/>
              </a:spcAft>
              <a:buClr>
                <a:schemeClr val="dk1"/>
              </a:buClr>
              <a:buSzPct val="100000"/>
              <a:buNone/>
            </a:pPr>
            <a:r>
              <a:rPr lang="en-US" sz="2400">
                <a:latin typeface="Book Antiqua"/>
                <a:ea typeface="Book Antiqua"/>
                <a:cs typeface="Book Antiqua"/>
                <a:sym typeface="Book Antiqua"/>
              </a:rPr>
              <a:t>sName → staffNo</a:t>
            </a:r>
            <a:endParaRPr sz="2400">
              <a:latin typeface="Book Antiqua"/>
              <a:ea typeface="Book Antiqua"/>
              <a:cs typeface="Book Antiqua"/>
              <a:sym typeface="Book Antiqua"/>
            </a:endParaRPr>
          </a:p>
          <a:p>
            <a:pPr indent="-274320" lvl="0" marL="274320" rtl="0" algn="just">
              <a:lnSpc>
                <a:spcPct val="90000"/>
              </a:lnSpc>
              <a:spcBef>
                <a:spcPts val="600"/>
              </a:spcBef>
              <a:spcAft>
                <a:spcPts val="0"/>
              </a:spcAft>
              <a:buClr>
                <a:schemeClr val="dk1"/>
              </a:buClr>
              <a:buSzPct val="100000"/>
              <a:buFont typeface="Noto Sans Symbols"/>
              <a:buChar char="▪"/>
            </a:pPr>
            <a:r>
              <a:rPr lang="en-US" sz="2400">
                <a:latin typeface="Book Antiqua"/>
                <a:ea typeface="Book Antiqua"/>
                <a:cs typeface="Book Antiqua"/>
                <a:sym typeface="Book Antiqua"/>
              </a:rPr>
              <a:t>However we want to identify FDs that hold for all possible values for attributes of a relation. </a:t>
            </a:r>
            <a:endParaRPr/>
          </a:p>
          <a:p>
            <a:pPr indent="-274320" lvl="0" marL="274320" rtl="0" algn="just">
              <a:lnSpc>
                <a:spcPct val="90000"/>
              </a:lnSpc>
              <a:spcBef>
                <a:spcPts val="600"/>
              </a:spcBef>
              <a:spcAft>
                <a:spcPts val="0"/>
              </a:spcAft>
              <a:buClr>
                <a:schemeClr val="dk1"/>
              </a:buClr>
              <a:buSzPct val="100000"/>
              <a:buFont typeface="Noto Sans Symbols"/>
              <a:buChar char="▪"/>
            </a:pPr>
            <a:r>
              <a:rPr lang="en-US" sz="2400">
                <a:latin typeface="Book Antiqua"/>
                <a:ea typeface="Book Antiqua"/>
                <a:cs typeface="Book Antiqua"/>
                <a:sym typeface="Book Antiqua"/>
              </a:rPr>
              <a:t>For this, we should clearly understand the purpose of each attribute in that relation. </a:t>
            </a:r>
            <a:endParaRPr/>
          </a:p>
        </p:txBody>
      </p:sp>
      <p:sp>
        <p:nvSpPr>
          <p:cNvPr id="216" name="Google Shape;216;p17"/>
          <p:cNvSpPr txBox="1"/>
          <p:nvPr>
            <p:ph idx="12" type="sldNum"/>
          </p:nvPr>
        </p:nvSpPr>
        <p:spPr>
          <a:xfrm>
            <a:off x="8534400" y="6248400"/>
            <a:ext cx="431800" cy="4254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
        <p:nvSpPr>
          <p:cNvPr id="217" name="Google Shape;217;p17"/>
          <p:cNvSpPr txBox="1"/>
          <p:nvPr/>
        </p:nvSpPr>
        <p:spPr>
          <a:xfrm>
            <a:off x="50800" y="210543"/>
            <a:ext cx="9067800" cy="49331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600">
                <a:solidFill>
                  <a:srgbClr val="FF0000"/>
                </a:solidFill>
                <a:latin typeface="Book Antiqua"/>
                <a:ea typeface="Book Antiqua"/>
                <a:cs typeface="Book Antiqua"/>
                <a:sym typeface="Book Antiqua"/>
              </a:rPr>
              <a:t>Example 2: Functional Dependency that holds for all time </a:t>
            </a:r>
            <a:endParaRPr sz="2600">
              <a:solidFill>
                <a:srgbClr val="FF0000"/>
              </a:solidFill>
              <a:latin typeface="Book Antiqua"/>
              <a:ea typeface="Book Antiqua"/>
              <a:cs typeface="Book Antiqua"/>
              <a:sym typeface="Book Antiqua"/>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8"/>
          <p:cNvSpPr txBox="1"/>
          <p:nvPr>
            <p:ph idx="1" type="body"/>
          </p:nvPr>
        </p:nvSpPr>
        <p:spPr>
          <a:xfrm>
            <a:off x="228600" y="1066800"/>
            <a:ext cx="8610600" cy="4922351"/>
          </a:xfrm>
          <a:prstGeom prst="rect">
            <a:avLst/>
          </a:prstGeom>
          <a:noFill/>
          <a:ln>
            <a:noFill/>
          </a:ln>
        </p:spPr>
        <p:txBody>
          <a:bodyPr anchorCtr="0" anchor="t" bIns="45700" lIns="91425" spcFirstLastPara="1" rIns="91425" wrap="square" tIns="45700">
            <a:normAutofit/>
          </a:bodyPr>
          <a:lstStyle/>
          <a:p>
            <a:pPr indent="-171450" lvl="0" marL="171450" rtl="0" algn="just">
              <a:lnSpc>
                <a:spcPct val="90000"/>
              </a:lnSpc>
              <a:spcBef>
                <a:spcPts val="0"/>
              </a:spcBef>
              <a:spcAft>
                <a:spcPts val="0"/>
              </a:spcAft>
              <a:buClr>
                <a:schemeClr val="dk1"/>
              </a:buClr>
              <a:buSzPts val="2600"/>
              <a:buFont typeface="Noto Sans Symbols"/>
              <a:buChar char="▪"/>
            </a:pPr>
            <a:r>
              <a:rPr lang="en-US" sz="2600">
                <a:latin typeface="Book Antiqua"/>
                <a:ea typeface="Book Antiqua"/>
                <a:cs typeface="Book Antiqua"/>
                <a:sym typeface="Book Antiqua"/>
              </a:rPr>
              <a:t>For example, the purpose of </a:t>
            </a:r>
            <a:r>
              <a:rPr i="1" lang="en-US" sz="2600">
                <a:latin typeface="Book Antiqua"/>
                <a:ea typeface="Book Antiqua"/>
                <a:cs typeface="Book Antiqua"/>
                <a:sym typeface="Book Antiqua"/>
              </a:rPr>
              <a:t>staffNo</a:t>
            </a:r>
            <a:r>
              <a:rPr lang="en-US" sz="2600">
                <a:latin typeface="Book Antiqua"/>
                <a:ea typeface="Book Antiqua"/>
                <a:cs typeface="Book Antiqua"/>
                <a:sym typeface="Book Antiqua"/>
              </a:rPr>
              <a:t> attribute is to uniquely identify each member of staff, whereas the purpose </a:t>
            </a:r>
            <a:r>
              <a:rPr i="1" lang="en-US" sz="2600">
                <a:latin typeface="Book Antiqua"/>
                <a:ea typeface="Book Antiqua"/>
                <a:cs typeface="Book Antiqua"/>
                <a:sym typeface="Book Antiqua"/>
              </a:rPr>
              <a:t>sName</a:t>
            </a:r>
            <a:r>
              <a:rPr lang="en-US" sz="2600">
                <a:latin typeface="Book Antiqua"/>
                <a:ea typeface="Book Antiqua"/>
                <a:cs typeface="Book Antiqua"/>
                <a:sym typeface="Book Antiqua"/>
              </a:rPr>
              <a:t> attribute is to hold the names of members of staff. </a:t>
            </a:r>
            <a:endParaRPr sz="2600">
              <a:latin typeface="Book Antiqua"/>
              <a:ea typeface="Book Antiqua"/>
              <a:cs typeface="Book Antiqua"/>
              <a:sym typeface="Book Antiqua"/>
            </a:endParaRPr>
          </a:p>
          <a:p>
            <a:pPr indent="-171450" lvl="0" marL="171450" rtl="0" algn="just">
              <a:lnSpc>
                <a:spcPct val="90000"/>
              </a:lnSpc>
              <a:spcBef>
                <a:spcPts val="750"/>
              </a:spcBef>
              <a:spcAft>
                <a:spcPts val="0"/>
              </a:spcAft>
              <a:buClr>
                <a:schemeClr val="dk1"/>
              </a:buClr>
              <a:buSzPts val="2600"/>
              <a:buFont typeface="Noto Sans Symbols"/>
              <a:buChar char="▪"/>
            </a:pPr>
            <a:r>
              <a:rPr lang="en-US" sz="2600">
                <a:latin typeface="Book Antiqua"/>
                <a:ea typeface="Book Antiqua"/>
                <a:cs typeface="Book Antiqua"/>
                <a:sym typeface="Book Antiqua"/>
              </a:rPr>
              <a:t>Clearly, if we know the staff number (</a:t>
            </a:r>
            <a:r>
              <a:rPr i="1" lang="en-US" sz="2600">
                <a:latin typeface="Book Antiqua"/>
                <a:ea typeface="Book Antiqua"/>
                <a:cs typeface="Book Antiqua"/>
                <a:sym typeface="Book Antiqua"/>
              </a:rPr>
              <a:t>staffNo</a:t>
            </a:r>
            <a:r>
              <a:rPr lang="en-US" sz="2600">
                <a:latin typeface="Book Antiqua"/>
                <a:ea typeface="Book Antiqua"/>
                <a:cs typeface="Book Antiqua"/>
                <a:sym typeface="Book Antiqua"/>
              </a:rPr>
              <a:t>) of a member of staff, we can determine the name of the member of staff (</a:t>
            </a:r>
            <a:r>
              <a:rPr i="1" lang="en-US" sz="2600">
                <a:latin typeface="Book Antiqua"/>
                <a:ea typeface="Book Antiqua"/>
                <a:cs typeface="Book Antiqua"/>
                <a:sym typeface="Book Antiqua"/>
              </a:rPr>
              <a:t>sName</a:t>
            </a:r>
            <a:r>
              <a:rPr lang="en-US" sz="2600">
                <a:latin typeface="Book Antiqua"/>
                <a:ea typeface="Book Antiqua"/>
                <a:cs typeface="Book Antiqua"/>
                <a:sym typeface="Book Antiqua"/>
              </a:rPr>
              <a:t>). </a:t>
            </a:r>
            <a:endParaRPr/>
          </a:p>
          <a:p>
            <a:pPr indent="-274320" lvl="0" marL="274320" rtl="0" algn="just">
              <a:lnSpc>
                <a:spcPct val="90000"/>
              </a:lnSpc>
              <a:spcBef>
                <a:spcPts val="0"/>
              </a:spcBef>
              <a:spcAft>
                <a:spcPts val="0"/>
              </a:spcAft>
              <a:buClr>
                <a:schemeClr val="dk1"/>
              </a:buClr>
              <a:buSzPts val="2600"/>
              <a:buFont typeface="Noto Sans Symbols"/>
              <a:buChar char="▪"/>
            </a:pPr>
            <a:r>
              <a:rPr lang="en-US" sz="2600">
                <a:latin typeface="Book Antiqua"/>
                <a:ea typeface="Book Antiqua"/>
                <a:cs typeface="Book Antiqua"/>
                <a:sym typeface="Book Antiqua"/>
              </a:rPr>
              <a:t>However, as it is possible for the </a:t>
            </a:r>
            <a:r>
              <a:rPr i="1" lang="en-US" sz="2600">
                <a:latin typeface="Book Antiqua"/>
                <a:ea typeface="Book Antiqua"/>
                <a:cs typeface="Book Antiqua"/>
                <a:sym typeface="Book Antiqua"/>
              </a:rPr>
              <a:t>sName</a:t>
            </a:r>
            <a:r>
              <a:rPr lang="en-US" sz="2600">
                <a:latin typeface="Book Antiqua"/>
                <a:ea typeface="Book Antiqua"/>
                <a:cs typeface="Book Antiqua"/>
                <a:sym typeface="Book Antiqua"/>
              </a:rPr>
              <a:t> attribute to hold identical values for members of staff with the same name, </a:t>
            </a:r>
            <a:endParaRPr/>
          </a:p>
          <a:p>
            <a:pPr indent="-274320" lvl="0" marL="548640" rtl="0" algn="just">
              <a:lnSpc>
                <a:spcPct val="90000"/>
              </a:lnSpc>
              <a:spcBef>
                <a:spcPts val="0"/>
              </a:spcBef>
              <a:spcAft>
                <a:spcPts val="0"/>
              </a:spcAft>
              <a:buClr>
                <a:schemeClr val="dk1"/>
              </a:buClr>
              <a:buSzPts val="2600"/>
              <a:buFont typeface="Courier New"/>
              <a:buChar char="o"/>
            </a:pPr>
            <a:r>
              <a:rPr lang="en-US" sz="2600">
                <a:latin typeface="Book Antiqua"/>
                <a:ea typeface="Book Antiqua"/>
                <a:cs typeface="Book Antiqua"/>
                <a:sym typeface="Book Antiqua"/>
              </a:rPr>
              <a:t>then for some members of staff we would not be able to determine their staff number (</a:t>
            </a:r>
            <a:r>
              <a:rPr i="1" lang="en-US" sz="2600">
                <a:latin typeface="Book Antiqua"/>
                <a:ea typeface="Book Antiqua"/>
                <a:cs typeface="Book Antiqua"/>
                <a:sym typeface="Book Antiqua"/>
              </a:rPr>
              <a:t>staffNo</a:t>
            </a:r>
            <a:r>
              <a:rPr lang="en-US" sz="2600">
                <a:latin typeface="Book Antiqua"/>
                <a:ea typeface="Book Antiqua"/>
                <a:cs typeface="Book Antiqua"/>
                <a:sym typeface="Book Antiqua"/>
              </a:rPr>
              <a:t>). </a:t>
            </a:r>
            <a:endParaRPr/>
          </a:p>
        </p:txBody>
      </p:sp>
      <p:sp>
        <p:nvSpPr>
          <p:cNvPr id="223" name="Google Shape;223;p18"/>
          <p:cNvSpPr txBox="1"/>
          <p:nvPr>
            <p:ph idx="12" type="sldNum"/>
          </p:nvPr>
        </p:nvSpPr>
        <p:spPr>
          <a:xfrm>
            <a:off x="8572500" y="6324600"/>
            <a:ext cx="3810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
        <p:nvSpPr>
          <p:cNvPr id="224" name="Google Shape;224;p18"/>
          <p:cNvSpPr txBox="1"/>
          <p:nvPr/>
        </p:nvSpPr>
        <p:spPr>
          <a:xfrm>
            <a:off x="0" y="298911"/>
            <a:ext cx="9067800" cy="49331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600">
                <a:solidFill>
                  <a:srgbClr val="FF0000"/>
                </a:solidFill>
                <a:latin typeface="Book Antiqua"/>
                <a:ea typeface="Book Antiqua"/>
                <a:cs typeface="Book Antiqua"/>
                <a:sym typeface="Book Antiqua"/>
              </a:rPr>
              <a:t>Example 2: Functional Dependency that holds for all time </a:t>
            </a:r>
            <a:endParaRPr sz="2600">
              <a:solidFill>
                <a:srgbClr val="FF0000"/>
              </a:solidFill>
              <a:latin typeface="Book Antiqua"/>
              <a:ea typeface="Book Antiqua"/>
              <a:cs typeface="Book Antiqua"/>
              <a:sym typeface="Book Antiqua"/>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9"/>
          <p:cNvSpPr txBox="1"/>
          <p:nvPr>
            <p:ph idx="1" type="body"/>
          </p:nvPr>
        </p:nvSpPr>
        <p:spPr>
          <a:xfrm>
            <a:off x="304800" y="1600200"/>
            <a:ext cx="8458200" cy="4114800"/>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800"/>
              <a:buFont typeface="Noto Sans Symbols"/>
              <a:buChar char="▪"/>
            </a:pPr>
            <a:r>
              <a:rPr lang="en-US" sz="2800">
                <a:latin typeface="Book Antiqua"/>
                <a:ea typeface="Book Antiqua"/>
                <a:cs typeface="Book Antiqua"/>
                <a:sym typeface="Book Antiqua"/>
              </a:rPr>
              <a:t>The relationship between </a:t>
            </a:r>
            <a:r>
              <a:rPr i="1" lang="en-US" sz="2800">
                <a:latin typeface="Book Antiqua"/>
                <a:ea typeface="Book Antiqua"/>
                <a:cs typeface="Book Antiqua"/>
                <a:sym typeface="Book Antiqua"/>
              </a:rPr>
              <a:t>staffNo</a:t>
            </a:r>
            <a:r>
              <a:rPr lang="en-US" sz="2800">
                <a:latin typeface="Book Antiqua"/>
                <a:ea typeface="Book Antiqua"/>
                <a:cs typeface="Book Antiqua"/>
                <a:sym typeface="Book Antiqua"/>
              </a:rPr>
              <a:t> and </a:t>
            </a:r>
            <a:r>
              <a:rPr i="1" lang="en-US" sz="2800">
                <a:latin typeface="Book Antiqua"/>
                <a:ea typeface="Book Antiqua"/>
                <a:cs typeface="Book Antiqua"/>
                <a:sym typeface="Book Antiqua"/>
              </a:rPr>
              <a:t>sName</a:t>
            </a:r>
            <a:r>
              <a:rPr lang="en-US" sz="2800">
                <a:latin typeface="Book Antiqua"/>
                <a:ea typeface="Book Antiqua"/>
                <a:cs typeface="Book Antiqua"/>
                <a:sym typeface="Book Antiqua"/>
              </a:rPr>
              <a:t> is one-to-one (</a:t>
            </a:r>
            <a:r>
              <a:rPr b="1" lang="en-US" sz="2800">
                <a:solidFill>
                  <a:srgbClr val="00B050"/>
                </a:solidFill>
                <a:latin typeface="Book Antiqua"/>
                <a:ea typeface="Book Antiqua"/>
                <a:cs typeface="Book Antiqua"/>
                <a:sym typeface="Book Antiqua"/>
              </a:rPr>
              <a:t>1:1</a:t>
            </a:r>
            <a:r>
              <a:rPr lang="en-US" sz="2800">
                <a:latin typeface="Book Antiqua"/>
                <a:ea typeface="Book Antiqua"/>
                <a:cs typeface="Book Antiqua"/>
                <a:sym typeface="Book Antiqua"/>
              </a:rPr>
              <a:t>).</a:t>
            </a:r>
            <a:endParaRPr/>
          </a:p>
          <a:p>
            <a:pPr indent="-274320" lvl="0" marL="274320" rtl="0" algn="just">
              <a:lnSpc>
                <a:spcPct val="90000"/>
              </a:lnSpc>
              <a:spcBef>
                <a:spcPts val="1200"/>
              </a:spcBef>
              <a:spcAft>
                <a:spcPts val="0"/>
              </a:spcAft>
              <a:buClr>
                <a:schemeClr val="dk1"/>
              </a:buClr>
              <a:buSzPts val="2800"/>
              <a:buFont typeface="Noto Sans Symbols"/>
              <a:buChar char="▪"/>
            </a:pPr>
            <a:r>
              <a:rPr lang="en-US" sz="2800">
                <a:latin typeface="Book Antiqua"/>
                <a:ea typeface="Book Antiqua"/>
                <a:cs typeface="Book Antiqua"/>
                <a:sym typeface="Book Antiqua"/>
              </a:rPr>
              <a:t>On the other hand, the relationship between </a:t>
            </a:r>
            <a:r>
              <a:rPr i="1" lang="en-US" sz="2800">
                <a:latin typeface="Book Antiqua"/>
                <a:ea typeface="Book Antiqua"/>
                <a:cs typeface="Book Antiqua"/>
                <a:sym typeface="Book Antiqua"/>
              </a:rPr>
              <a:t>sName</a:t>
            </a:r>
            <a:r>
              <a:rPr lang="en-US" sz="2800">
                <a:latin typeface="Book Antiqua"/>
                <a:ea typeface="Book Antiqua"/>
                <a:cs typeface="Book Antiqua"/>
                <a:sym typeface="Book Antiqua"/>
              </a:rPr>
              <a:t> and </a:t>
            </a:r>
            <a:r>
              <a:rPr i="1" lang="en-US" sz="2800">
                <a:latin typeface="Book Antiqua"/>
                <a:ea typeface="Book Antiqua"/>
                <a:cs typeface="Book Antiqua"/>
                <a:sym typeface="Book Antiqua"/>
              </a:rPr>
              <a:t>staffNo</a:t>
            </a:r>
            <a:r>
              <a:rPr lang="en-US" sz="2800">
                <a:latin typeface="Book Antiqua"/>
                <a:ea typeface="Book Antiqua"/>
                <a:cs typeface="Book Antiqua"/>
                <a:sym typeface="Book Antiqua"/>
              </a:rPr>
              <a:t> is one-to-many (</a:t>
            </a:r>
            <a:r>
              <a:rPr b="1" lang="en-US" sz="2800">
                <a:solidFill>
                  <a:srgbClr val="00B050"/>
                </a:solidFill>
                <a:latin typeface="Book Antiqua"/>
                <a:ea typeface="Book Antiqua"/>
                <a:cs typeface="Book Antiqua"/>
                <a:sym typeface="Book Antiqua"/>
              </a:rPr>
              <a:t>1:*</a:t>
            </a:r>
            <a:r>
              <a:rPr lang="en-US" sz="2800">
                <a:latin typeface="Book Antiqua"/>
                <a:ea typeface="Book Antiqua"/>
                <a:cs typeface="Book Antiqua"/>
                <a:sym typeface="Book Antiqua"/>
              </a:rPr>
              <a:t>).</a:t>
            </a:r>
            <a:endParaRPr/>
          </a:p>
          <a:p>
            <a:pPr indent="-274320" lvl="0" marL="274320" rtl="0" algn="just">
              <a:lnSpc>
                <a:spcPct val="90000"/>
              </a:lnSpc>
              <a:spcBef>
                <a:spcPts val="1200"/>
              </a:spcBef>
              <a:spcAft>
                <a:spcPts val="0"/>
              </a:spcAft>
              <a:buClr>
                <a:schemeClr val="dk1"/>
              </a:buClr>
              <a:buSzPts val="2800"/>
              <a:buFont typeface="Noto Sans Symbols"/>
              <a:buChar char="▪"/>
            </a:pPr>
            <a:r>
              <a:rPr lang="en-US" sz="2800">
                <a:latin typeface="Book Antiqua"/>
                <a:ea typeface="Book Antiqua"/>
                <a:cs typeface="Book Antiqua"/>
                <a:sym typeface="Book Antiqua"/>
              </a:rPr>
              <a:t>The FD that remains true after consideration of all possible values for the </a:t>
            </a:r>
            <a:r>
              <a:rPr i="1" lang="en-US" sz="2800">
                <a:latin typeface="Book Antiqua"/>
                <a:ea typeface="Book Antiqua"/>
                <a:cs typeface="Book Antiqua"/>
                <a:sym typeface="Book Antiqua"/>
              </a:rPr>
              <a:t>staffNo</a:t>
            </a:r>
            <a:r>
              <a:rPr lang="en-US" sz="2800">
                <a:latin typeface="Book Antiqua"/>
                <a:ea typeface="Book Antiqua"/>
                <a:cs typeface="Book Antiqua"/>
                <a:sym typeface="Book Antiqua"/>
              </a:rPr>
              <a:t> and </a:t>
            </a:r>
            <a:r>
              <a:rPr i="1" lang="en-US" sz="2800">
                <a:latin typeface="Book Antiqua"/>
                <a:ea typeface="Book Antiqua"/>
                <a:cs typeface="Book Antiqua"/>
                <a:sym typeface="Book Antiqua"/>
              </a:rPr>
              <a:t>sName</a:t>
            </a:r>
            <a:r>
              <a:rPr lang="en-US" sz="2800">
                <a:latin typeface="Book Antiqua"/>
                <a:ea typeface="Book Antiqua"/>
                <a:cs typeface="Book Antiqua"/>
                <a:sym typeface="Book Antiqua"/>
              </a:rPr>
              <a:t> attributes of the </a:t>
            </a:r>
            <a:r>
              <a:rPr i="1" lang="en-US" sz="2800">
                <a:latin typeface="Book Antiqua"/>
                <a:ea typeface="Book Antiqua"/>
                <a:cs typeface="Book Antiqua"/>
                <a:sym typeface="Book Antiqua"/>
              </a:rPr>
              <a:t>Staff</a:t>
            </a:r>
            <a:r>
              <a:rPr lang="en-US" sz="2800">
                <a:latin typeface="Book Antiqua"/>
                <a:ea typeface="Book Antiqua"/>
                <a:cs typeface="Book Antiqua"/>
                <a:sym typeface="Book Antiqua"/>
              </a:rPr>
              <a:t> relation is:</a:t>
            </a:r>
            <a:endParaRPr sz="2800">
              <a:latin typeface="Book Antiqua"/>
              <a:ea typeface="Book Antiqua"/>
              <a:cs typeface="Book Antiqua"/>
              <a:sym typeface="Book Antiqua"/>
            </a:endParaRPr>
          </a:p>
          <a:p>
            <a:pPr indent="0" lvl="0" marL="0" rtl="0" algn="ctr">
              <a:lnSpc>
                <a:spcPct val="90000"/>
              </a:lnSpc>
              <a:spcBef>
                <a:spcPts val="1200"/>
              </a:spcBef>
              <a:spcAft>
                <a:spcPts val="0"/>
              </a:spcAft>
              <a:buClr>
                <a:schemeClr val="dk1"/>
              </a:buClr>
              <a:buSzPts val="2800"/>
              <a:buNone/>
            </a:pPr>
            <a:r>
              <a:rPr lang="en-US" sz="2800">
                <a:latin typeface="Book Antiqua"/>
                <a:ea typeface="Book Antiqua"/>
                <a:cs typeface="Book Antiqua"/>
                <a:sym typeface="Book Antiqua"/>
              </a:rPr>
              <a:t>staffNo → sName</a:t>
            </a:r>
            <a:endParaRPr sz="2800">
              <a:latin typeface="Book Antiqua"/>
              <a:ea typeface="Book Antiqua"/>
              <a:cs typeface="Book Antiqua"/>
              <a:sym typeface="Book Antiqua"/>
            </a:endParaRPr>
          </a:p>
          <a:p>
            <a:pPr indent="0" lvl="0" marL="0" rtl="0" algn="just">
              <a:lnSpc>
                <a:spcPct val="90000"/>
              </a:lnSpc>
              <a:spcBef>
                <a:spcPts val="600"/>
              </a:spcBef>
              <a:spcAft>
                <a:spcPts val="0"/>
              </a:spcAft>
              <a:buClr>
                <a:schemeClr val="dk1"/>
              </a:buClr>
              <a:buSzPts val="2800"/>
              <a:buNone/>
            </a:pPr>
            <a:r>
              <a:t/>
            </a:r>
            <a:endParaRPr sz="2800">
              <a:latin typeface="Book Antiqua"/>
              <a:ea typeface="Book Antiqua"/>
              <a:cs typeface="Book Antiqua"/>
              <a:sym typeface="Book Antiqua"/>
            </a:endParaRPr>
          </a:p>
        </p:txBody>
      </p:sp>
      <p:sp>
        <p:nvSpPr>
          <p:cNvPr id="230" name="Google Shape;230;p19"/>
          <p:cNvSpPr txBox="1"/>
          <p:nvPr>
            <p:ph idx="12" type="sldNum"/>
          </p:nvPr>
        </p:nvSpPr>
        <p:spPr>
          <a:xfrm>
            <a:off x="8229600" y="6096000"/>
            <a:ext cx="6858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
        <p:nvSpPr>
          <p:cNvPr id="231" name="Google Shape;231;p19"/>
          <p:cNvSpPr txBox="1"/>
          <p:nvPr/>
        </p:nvSpPr>
        <p:spPr>
          <a:xfrm>
            <a:off x="-5255" y="562113"/>
            <a:ext cx="9067800" cy="49331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600">
                <a:solidFill>
                  <a:srgbClr val="FF0000"/>
                </a:solidFill>
                <a:latin typeface="Book Antiqua"/>
                <a:ea typeface="Book Antiqua"/>
                <a:cs typeface="Book Antiqua"/>
                <a:sym typeface="Book Antiqua"/>
              </a:rPr>
              <a:t>Example 2: Functional Dependency that holds for all time </a:t>
            </a:r>
            <a:endParaRPr sz="2600">
              <a:solidFill>
                <a:srgbClr val="FF0000"/>
              </a:solidFill>
              <a:latin typeface="Book Antiqua"/>
              <a:ea typeface="Book Antiqua"/>
              <a:cs typeface="Book Antiqua"/>
              <a:sym typeface="Book Antiqua"/>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0"/>
          <p:cNvSpPr txBox="1"/>
          <p:nvPr>
            <p:ph type="title"/>
          </p:nvPr>
        </p:nvSpPr>
        <p:spPr>
          <a:xfrm>
            <a:off x="1905000" y="188953"/>
            <a:ext cx="4724400" cy="4802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2800"/>
              <a:buFont typeface="Book Antiqua"/>
              <a:buNone/>
            </a:pPr>
            <a:r>
              <a:rPr b="1" lang="en-US" sz="2800">
                <a:solidFill>
                  <a:srgbClr val="FF0000"/>
                </a:solidFill>
                <a:latin typeface="Book Antiqua"/>
                <a:ea typeface="Book Antiqua"/>
                <a:cs typeface="Book Antiqua"/>
                <a:sym typeface="Book Antiqua"/>
              </a:rPr>
              <a:t>Full Vs Partial dependency</a:t>
            </a:r>
            <a:endParaRPr sz="2800">
              <a:solidFill>
                <a:srgbClr val="FF0000"/>
              </a:solidFill>
              <a:latin typeface="Book Antiqua"/>
              <a:ea typeface="Book Antiqua"/>
              <a:cs typeface="Book Antiqua"/>
              <a:sym typeface="Book Antiqua"/>
            </a:endParaRPr>
          </a:p>
        </p:txBody>
      </p:sp>
      <p:sp>
        <p:nvSpPr>
          <p:cNvPr id="237" name="Google Shape;237;p20"/>
          <p:cNvSpPr txBox="1"/>
          <p:nvPr>
            <p:ph idx="1" type="body"/>
          </p:nvPr>
        </p:nvSpPr>
        <p:spPr>
          <a:xfrm>
            <a:off x="152400" y="682625"/>
            <a:ext cx="8686800" cy="5565775"/>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rgbClr val="3333FF"/>
              </a:buClr>
              <a:buSzPts val="2600"/>
              <a:buFont typeface="Noto Sans Symbols"/>
              <a:buChar char="▪"/>
            </a:pPr>
            <a:r>
              <a:rPr b="1" lang="en-US" sz="2600">
                <a:solidFill>
                  <a:srgbClr val="3333FF"/>
                </a:solidFill>
                <a:latin typeface="Book Antiqua"/>
                <a:ea typeface="Book Antiqua"/>
                <a:cs typeface="Book Antiqua"/>
                <a:sym typeface="Book Antiqua"/>
              </a:rPr>
              <a:t>Full functional dependency </a:t>
            </a:r>
            <a:r>
              <a:rPr lang="en-US" sz="2600">
                <a:latin typeface="Book Antiqua"/>
                <a:ea typeface="Book Antiqua"/>
                <a:cs typeface="Book Antiqua"/>
                <a:sym typeface="Book Antiqua"/>
              </a:rPr>
              <a:t>If A and B are set of attributes of a relation, B is fully functionally dependent on A if B is dependent on A, but not on any proper subset of A. </a:t>
            </a:r>
            <a:endParaRPr/>
          </a:p>
          <a:p>
            <a:pPr indent="-274320" lvl="0" marL="274320" rtl="0" algn="just">
              <a:lnSpc>
                <a:spcPct val="90000"/>
              </a:lnSpc>
              <a:spcBef>
                <a:spcPts val="1200"/>
              </a:spcBef>
              <a:spcAft>
                <a:spcPts val="0"/>
              </a:spcAft>
              <a:buClr>
                <a:srgbClr val="3333FF"/>
              </a:buClr>
              <a:buSzPts val="2600"/>
              <a:buFont typeface="Noto Sans Symbols"/>
              <a:buChar char="▪"/>
            </a:pPr>
            <a:r>
              <a:rPr b="1" lang="en-US" sz="2600">
                <a:solidFill>
                  <a:srgbClr val="3333FF"/>
                </a:solidFill>
                <a:latin typeface="Book Antiqua"/>
                <a:ea typeface="Book Antiqua"/>
                <a:cs typeface="Book Antiqua"/>
                <a:sym typeface="Book Antiqua"/>
              </a:rPr>
              <a:t>Partial functional dependency </a:t>
            </a:r>
            <a:r>
              <a:rPr lang="en-US" sz="2600">
                <a:latin typeface="Book Antiqua"/>
                <a:ea typeface="Book Antiqua"/>
                <a:cs typeface="Book Antiqua"/>
                <a:sym typeface="Book Antiqua"/>
              </a:rPr>
              <a:t>A functional dependency </a:t>
            </a:r>
            <a:r>
              <a:rPr b="1" lang="en-US" sz="2600">
                <a:solidFill>
                  <a:srgbClr val="00B050"/>
                </a:solidFill>
                <a:latin typeface="Book Antiqua"/>
                <a:ea typeface="Book Antiqua"/>
                <a:cs typeface="Book Antiqua"/>
                <a:sym typeface="Book Antiqua"/>
              </a:rPr>
              <a:t>A → B</a:t>
            </a:r>
            <a:r>
              <a:rPr lang="en-US" sz="2600">
                <a:latin typeface="Book Antiqua"/>
                <a:ea typeface="Book Antiqua"/>
                <a:cs typeface="Book Antiqua"/>
                <a:sym typeface="Book Antiqua"/>
              </a:rPr>
              <a:t> is a </a:t>
            </a:r>
            <a:r>
              <a:rPr b="1" lang="en-US" sz="2600">
                <a:latin typeface="Book Antiqua"/>
                <a:ea typeface="Book Antiqua"/>
                <a:cs typeface="Book Antiqua"/>
                <a:sym typeface="Book Antiqua"/>
              </a:rPr>
              <a:t>partial dependency </a:t>
            </a:r>
            <a:r>
              <a:rPr lang="en-US" sz="2600">
                <a:latin typeface="Book Antiqua"/>
                <a:ea typeface="Book Antiqua"/>
                <a:cs typeface="Book Antiqua"/>
                <a:sym typeface="Book Antiqua"/>
              </a:rPr>
              <a:t>if there is some attribute that can be removed from A and yet the dependency still holds. </a:t>
            </a:r>
            <a:endParaRPr sz="2600">
              <a:latin typeface="Book Antiqua"/>
              <a:ea typeface="Book Antiqua"/>
              <a:cs typeface="Book Antiqua"/>
              <a:sym typeface="Book Antiqua"/>
            </a:endParaRPr>
          </a:p>
          <a:p>
            <a:pPr indent="-274320" lvl="0" marL="274320" rtl="0" algn="just">
              <a:lnSpc>
                <a:spcPct val="90000"/>
              </a:lnSpc>
              <a:spcBef>
                <a:spcPts val="1200"/>
              </a:spcBef>
              <a:spcAft>
                <a:spcPts val="0"/>
              </a:spcAft>
              <a:buClr>
                <a:schemeClr val="dk1"/>
              </a:buClr>
              <a:buSzPts val="2600"/>
              <a:buFont typeface="Noto Sans Symbols"/>
              <a:buChar char="▪"/>
            </a:pPr>
            <a:r>
              <a:rPr lang="en-US" sz="2600">
                <a:latin typeface="Book Antiqua"/>
                <a:ea typeface="Book Antiqua"/>
                <a:cs typeface="Book Antiqua"/>
                <a:sym typeface="Book Antiqua"/>
              </a:rPr>
              <a:t>Consider the following FD that exists in the Staff relation </a:t>
            </a:r>
            <a:endParaRPr sz="2600">
              <a:latin typeface="Book Antiqua"/>
              <a:ea typeface="Book Antiqua"/>
              <a:cs typeface="Book Antiqua"/>
              <a:sym typeface="Book Antiqua"/>
            </a:endParaRPr>
          </a:p>
          <a:p>
            <a:pPr indent="0" lvl="0" marL="0" rtl="0" algn="ctr">
              <a:lnSpc>
                <a:spcPct val="90000"/>
              </a:lnSpc>
              <a:spcBef>
                <a:spcPts val="1200"/>
              </a:spcBef>
              <a:spcAft>
                <a:spcPts val="0"/>
              </a:spcAft>
              <a:buClr>
                <a:schemeClr val="dk1"/>
              </a:buClr>
              <a:buSzPts val="2600"/>
              <a:buNone/>
            </a:pPr>
            <a:r>
              <a:rPr lang="en-US" sz="2600">
                <a:latin typeface="Book Antiqua"/>
                <a:ea typeface="Book Antiqua"/>
                <a:cs typeface="Book Antiqua"/>
                <a:sym typeface="Book Antiqua"/>
              </a:rPr>
              <a:t>staffNo, sName → branchNo</a:t>
            </a:r>
            <a:endParaRPr sz="2600">
              <a:latin typeface="Book Antiqua"/>
              <a:ea typeface="Book Antiqua"/>
              <a:cs typeface="Book Antiqua"/>
              <a:sym typeface="Book Antiqua"/>
            </a:endParaRPr>
          </a:p>
          <a:p>
            <a:pPr indent="-274320" lvl="0" marL="274320" rtl="0" algn="just">
              <a:lnSpc>
                <a:spcPct val="90000"/>
              </a:lnSpc>
              <a:spcBef>
                <a:spcPts val="1200"/>
              </a:spcBef>
              <a:spcAft>
                <a:spcPts val="0"/>
              </a:spcAft>
              <a:buClr>
                <a:schemeClr val="dk1"/>
              </a:buClr>
              <a:buSzPts val="2600"/>
              <a:buFont typeface="Noto Sans Symbols"/>
              <a:buChar char="▪"/>
            </a:pPr>
            <a:r>
              <a:rPr lang="en-US" sz="2600">
                <a:latin typeface="Book Antiqua"/>
                <a:ea typeface="Book Antiqua"/>
                <a:cs typeface="Book Antiqua"/>
                <a:sym typeface="Book Antiqua"/>
              </a:rPr>
              <a:t>It is correct to say that each value of (staffNo, sName) is associated with a single value of branchNo. </a:t>
            </a:r>
            <a:endParaRPr sz="2600">
              <a:latin typeface="Book Antiqua"/>
              <a:ea typeface="Book Antiqua"/>
              <a:cs typeface="Book Antiqua"/>
              <a:sym typeface="Book Antiqua"/>
            </a:endParaRPr>
          </a:p>
        </p:txBody>
      </p:sp>
      <p:sp>
        <p:nvSpPr>
          <p:cNvPr id="238" name="Google Shape;238;p20"/>
          <p:cNvSpPr txBox="1"/>
          <p:nvPr>
            <p:ph idx="12" type="sldNum"/>
          </p:nvPr>
        </p:nvSpPr>
        <p:spPr>
          <a:xfrm>
            <a:off x="8229600" y="6248400"/>
            <a:ext cx="609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1"/>
          <p:cNvSpPr txBox="1"/>
          <p:nvPr>
            <p:ph type="title"/>
          </p:nvPr>
        </p:nvSpPr>
        <p:spPr>
          <a:xfrm>
            <a:off x="1905000" y="228600"/>
            <a:ext cx="4724400" cy="4802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2800"/>
              <a:buFont typeface="Book Antiqua"/>
              <a:buNone/>
            </a:pPr>
            <a:r>
              <a:rPr b="1" lang="en-US" sz="2800">
                <a:solidFill>
                  <a:srgbClr val="FF0000"/>
                </a:solidFill>
                <a:latin typeface="Book Antiqua"/>
                <a:ea typeface="Book Antiqua"/>
                <a:cs typeface="Book Antiqua"/>
                <a:sym typeface="Book Antiqua"/>
              </a:rPr>
              <a:t>Full Vs Partial dependency</a:t>
            </a:r>
            <a:endParaRPr sz="2800">
              <a:solidFill>
                <a:srgbClr val="FF0000"/>
              </a:solidFill>
              <a:latin typeface="Book Antiqua"/>
              <a:ea typeface="Book Antiqua"/>
              <a:cs typeface="Book Antiqua"/>
              <a:sym typeface="Book Antiqua"/>
            </a:endParaRPr>
          </a:p>
        </p:txBody>
      </p:sp>
      <p:sp>
        <p:nvSpPr>
          <p:cNvPr id="244" name="Google Shape;244;p21"/>
          <p:cNvSpPr txBox="1"/>
          <p:nvPr>
            <p:ph idx="1" type="body"/>
          </p:nvPr>
        </p:nvSpPr>
        <p:spPr>
          <a:xfrm>
            <a:off x="139262" y="1003189"/>
            <a:ext cx="8763000" cy="5181600"/>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800"/>
              <a:buFont typeface="Noto Sans Symbols"/>
              <a:buChar char="▪"/>
            </a:pPr>
            <a:r>
              <a:rPr lang="en-US" sz="2800">
                <a:latin typeface="Book Antiqua"/>
                <a:ea typeface="Book Antiqua"/>
                <a:cs typeface="Book Antiqua"/>
                <a:sym typeface="Book Antiqua"/>
              </a:rPr>
              <a:t>However, it is not a full functional dependency because </a:t>
            </a:r>
            <a:r>
              <a:rPr i="1" lang="en-US" sz="2800">
                <a:latin typeface="Book Antiqua"/>
                <a:ea typeface="Book Antiqua"/>
                <a:cs typeface="Book Antiqua"/>
                <a:sym typeface="Book Antiqua"/>
              </a:rPr>
              <a:t>branchNo</a:t>
            </a:r>
            <a:r>
              <a:rPr lang="en-US" sz="2800">
                <a:latin typeface="Book Antiqua"/>
                <a:ea typeface="Book Antiqua"/>
                <a:cs typeface="Book Antiqua"/>
                <a:sym typeface="Book Antiqua"/>
              </a:rPr>
              <a:t> is also functionally dependent on a proper subset of (staffNo, sName), namely staffNo. </a:t>
            </a:r>
            <a:endParaRPr/>
          </a:p>
          <a:p>
            <a:pPr indent="-274320" lvl="0" marL="274320" rtl="0" algn="just">
              <a:lnSpc>
                <a:spcPct val="90000"/>
              </a:lnSpc>
              <a:spcBef>
                <a:spcPts val="1200"/>
              </a:spcBef>
              <a:spcAft>
                <a:spcPts val="0"/>
              </a:spcAft>
              <a:buClr>
                <a:schemeClr val="dk1"/>
              </a:buClr>
              <a:buSzPts val="2800"/>
              <a:buFont typeface="Noto Sans Symbols"/>
              <a:buChar char="▪"/>
            </a:pPr>
            <a:r>
              <a:rPr lang="en-US" sz="2800">
                <a:latin typeface="Book Antiqua"/>
                <a:ea typeface="Book Antiqua"/>
                <a:cs typeface="Book Antiqua"/>
                <a:sym typeface="Book Antiqua"/>
              </a:rPr>
              <a:t>In other words, the functional dependency shown above is an example of a partial dependency. </a:t>
            </a:r>
            <a:endParaRPr/>
          </a:p>
          <a:p>
            <a:pPr indent="-177800" lvl="0" marL="171450" rtl="0" algn="l">
              <a:lnSpc>
                <a:spcPct val="90000"/>
              </a:lnSpc>
              <a:spcBef>
                <a:spcPts val="1200"/>
              </a:spcBef>
              <a:spcAft>
                <a:spcPts val="0"/>
              </a:spcAft>
              <a:buClr>
                <a:schemeClr val="dk1"/>
              </a:buClr>
              <a:buSzPts val="2800"/>
              <a:buFont typeface="Noto Sans Symbols"/>
              <a:buChar char="▪"/>
            </a:pPr>
            <a:r>
              <a:rPr lang="en-US" sz="2800">
                <a:latin typeface="Book Antiqua"/>
                <a:ea typeface="Book Antiqua"/>
                <a:cs typeface="Book Antiqua"/>
                <a:sym typeface="Book Antiqua"/>
              </a:rPr>
              <a:t>The type of FDs that we are interested in identifying is a full FD as shown below:-</a:t>
            </a:r>
            <a:endParaRPr/>
          </a:p>
          <a:p>
            <a:pPr indent="0" lvl="0" marL="0" rtl="0" algn="ctr">
              <a:lnSpc>
                <a:spcPct val="90000"/>
              </a:lnSpc>
              <a:spcBef>
                <a:spcPts val="600"/>
              </a:spcBef>
              <a:spcAft>
                <a:spcPts val="0"/>
              </a:spcAft>
              <a:buClr>
                <a:schemeClr val="dk1"/>
              </a:buClr>
              <a:buSzPts val="2800"/>
              <a:buNone/>
            </a:pPr>
            <a:r>
              <a:rPr lang="en-US" sz="2800">
                <a:latin typeface="Book Antiqua"/>
                <a:ea typeface="Book Antiqua"/>
                <a:cs typeface="Book Antiqua"/>
                <a:sym typeface="Book Antiqua"/>
              </a:rPr>
              <a:t>staffNo → branchNo</a:t>
            </a:r>
            <a:endParaRPr sz="2800">
              <a:latin typeface="Book Antiqua"/>
              <a:ea typeface="Book Antiqua"/>
              <a:cs typeface="Book Antiqua"/>
              <a:sym typeface="Book Antiqua"/>
            </a:endParaRPr>
          </a:p>
          <a:p>
            <a:pPr indent="0" lvl="0" marL="0" rtl="0" algn="ctr">
              <a:lnSpc>
                <a:spcPct val="90000"/>
              </a:lnSpc>
              <a:spcBef>
                <a:spcPts val="600"/>
              </a:spcBef>
              <a:spcAft>
                <a:spcPts val="0"/>
              </a:spcAft>
              <a:buClr>
                <a:schemeClr val="dk1"/>
              </a:buClr>
              <a:buSzPts val="2800"/>
              <a:buNone/>
            </a:pPr>
            <a:r>
              <a:rPr lang="en-US" sz="2800">
                <a:latin typeface="Book Antiqua"/>
                <a:ea typeface="Book Antiqua"/>
                <a:cs typeface="Book Antiqua"/>
                <a:sym typeface="Book Antiqua"/>
              </a:rPr>
              <a:t>AcctNum, CustID → AccessDate</a:t>
            </a:r>
            <a:endParaRPr sz="2800">
              <a:latin typeface="Book Antiqua"/>
              <a:ea typeface="Book Antiqua"/>
              <a:cs typeface="Book Antiqua"/>
              <a:sym typeface="Book Antiqua"/>
            </a:endParaRPr>
          </a:p>
        </p:txBody>
      </p:sp>
      <p:sp>
        <p:nvSpPr>
          <p:cNvPr id="245" name="Google Shape;245;p21"/>
          <p:cNvSpPr txBox="1"/>
          <p:nvPr>
            <p:ph idx="12" type="sldNum"/>
          </p:nvPr>
        </p:nvSpPr>
        <p:spPr>
          <a:xfrm>
            <a:off x="8292662" y="6218948"/>
            <a:ext cx="609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2"/>
          <p:cNvSpPr txBox="1"/>
          <p:nvPr>
            <p:ph type="title"/>
          </p:nvPr>
        </p:nvSpPr>
        <p:spPr>
          <a:xfrm>
            <a:off x="1828800" y="129381"/>
            <a:ext cx="4724400" cy="4802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2800"/>
              <a:buFont typeface="Book Antiqua"/>
              <a:buNone/>
            </a:pPr>
            <a:r>
              <a:rPr b="1" lang="en-US" sz="2800">
                <a:solidFill>
                  <a:srgbClr val="FF0000"/>
                </a:solidFill>
                <a:latin typeface="Book Antiqua"/>
                <a:ea typeface="Book Antiqua"/>
                <a:cs typeface="Book Antiqua"/>
                <a:sym typeface="Book Antiqua"/>
              </a:rPr>
              <a:t>Transitive Dependency</a:t>
            </a:r>
            <a:endParaRPr sz="2800">
              <a:solidFill>
                <a:srgbClr val="FF0000"/>
              </a:solidFill>
              <a:latin typeface="Book Antiqua"/>
              <a:ea typeface="Book Antiqua"/>
              <a:cs typeface="Book Antiqua"/>
              <a:sym typeface="Book Antiqua"/>
            </a:endParaRPr>
          </a:p>
        </p:txBody>
      </p:sp>
      <p:sp>
        <p:nvSpPr>
          <p:cNvPr id="251" name="Google Shape;251;p22"/>
          <p:cNvSpPr txBox="1"/>
          <p:nvPr>
            <p:ph idx="1" type="body"/>
          </p:nvPr>
        </p:nvSpPr>
        <p:spPr>
          <a:xfrm>
            <a:off x="152400" y="609600"/>
            <a:ext cx="8763000" cy="4426744"/>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just">
              <a:lnSpc>
                <a:spcPct val="90000"/>
              </a:lnSpc>
              <a:spcBef>
                <a:spcPts val="0"/>
              </a:spcBef>
              <a:spcAft>
                <a:spcPts val="0"/>
              </a:spcAft>
              <a:buClr>
                <a:schemeClr val="dk1"/>
              </a:buClr>
              <a:buSzPct val="100000"/>
              <a:buFont typeface="Noto Sans Symbols"/>
              <a:buChar char="▪"/>
            </a:pPr>
            <a:r>
              <a:rPr lang="en-US" sz="2600">
                <a:latin typeface="Book Antiqua"/>
                <a:ea typeface="Book Antiqua"/>
                <a:cs typeface="Book Antiqua"/>
                <a:sym typeface="Book Antiqua"/>
              </a:rPr>
              <a:t>Transitive dependency is necessary to recognize because its existence in a relation can potentially cause different types of update anomalies. </a:t>
            </a:r>
            <a:endParaRPr sz="2600">
              <a:latin typeface="Book Antiqua"/>
              <a:ea typeface="Book Antiqua"/>
              <a:cs typeface="Book Antiqua"/>
              <a:sym typeface="Book Antiqua"/>
            </a:endParaRPr>
          </a:p>
          <a:p>
            <a:pPr indent="-274320" lvl="0" marL="274320" rtl="0" algn="just">
              <a:lnSpc>
                <a:spcPct val="90000"/>
              </a:lnSpc>
              <a:spcBef>
                <a:spcPts val="600"/>
              </a:spcBef>
              <a:spcAft>
                <a:spcPts val="0"/>
              </a:spcAft>
              <a:buClr>
                <a:srgbClr val="3333FF"/>
              </a:buClr>
              <a:buSzPct val="100000"/>
              <a:buFont typeface="Noto Sans Symbols"/>
              <a:buChar char="▪"/>
            </a:pPr>
            <a:r>
              <a:rPr b="1" lang="en-US" sz="2600">
                <a:solidFill>
                  <a:srgbClr val="3333FF"/>
                </a:solidFill>
                <a:latin typeface="Book Antiqua"/>
                <a:ea typeface="Book Antiqua"/>
                <a:cs typeface="Book Antiqua"/>
                <a:sym typeface="Book Antiqua"/>
              </a:rPr>
              <a:t>Transitive Dependency </a:t>
            </a:r>
            <a:r>
              <a:rPr lang="en-US" sz="2600">
                <a:latin typeface="Book Antiqua"/>
                <a:ea typeface="Book Antiqua"/>
                <a:cs typeface="Book Antiqua"/>
                <a:sym typeface="Book Antiqua"/>
              </a:rPr>
              <a:t>Suppose A, B, and C are attributes of a relation such that </a:t>
            </a:r>
            <a:endParaRPr sz="2600">
              <a:latin typeface="Book Antiqua"/>
              <a:ea typeface="Book Antiqua"/>
              <a:cs typeface="Book Antiqua"/>
              <a:sym typeface="Book Antiqua"/>
            </a:endParaRPr>
          </a:p>
          <a:p>
            <a:pPr indent="0" lvl="0" marL="0" rtl="0" algn="ctr">
              <a:lnSpc>
                <a:spcPct val="90000"/>
              </a:lnSpc>
              <a:spcBef>
                <a:spcPts val="750"/>
              </a:spcBef>
              <a:spcAft>
                <a:spcPts val="0"/>
              </a:spcAft>
              <a:buClr>
                <a:schemeClr val="dk1"/>
              </a:buClr>
              <a:buSzPct val="100000"/>
              <a:buNone/>
            </a:pPr>
            <a:r>
              <a:rPr lang="en-US" sz="2600">
                <a:latin typeface="Book Antiqua"/>
                <a:ea typeface="Book Antiqua"/>
                <a:cs typeface="Book Antiqua"/>
                <a:sym typeface="Book Antiqua"/>
              </a:rPr>
              <a:t>A → B and B → C, </a:t>
            </a:r>
            <a:endParaRPr sz="2600">
              <a:latin typeface="Book Antiqua"/>
              <a:ea typeface="Book Antiqua"/>
              <a:cs typeface="Book Antiqua"/>
              <a:sym typeface="Book Antiqua"/>
            </a:endParaRPr>
          </a:p>
          <a:p>
            <a:pPr indent="-274320" lvl="0" marL="548640" rtl="0" algn="just">
              <a:lnSpc>
                <a:spcPct val="90000"/>
              </a:lnSpc>
              <a:spcBef>
                <a:spcPts val="0"/>
              </a:spcBef>
              <a:spcAft>
                <a:spcPts val="0"/>
              </a:spcAft>
              <a:buClr>
                <a:schemeClr val="dk1"/>
              </a:buClr>
              <a:buSzPct val="100000"/>
              <a:buFont typeface="Courier New"/>
              <a:buChar char="o"/>
            </a:pPr>
            <a:r>
              <a:rPr lang="en-US" sz="2600">
                <a:latin typeface="Book Antiqua"/>
                <a:ea typeface="Book Antiqua"/>
                <a:cs typeface="Book Antiqua"/>
                <a:sym typeface="Book Antiqua"/>
              </a:rPr>
              <a:t>then C is transitively dependent on A via B</a:t>
            </a:r>
            <a:endParaRPr sz="2600">
              <a:latin typeface="Book Antiqua"/>
              <a:ea typeface="Book Antiqua"/>
              <a:cs typeface="Book Antiqua"/>
              <a:sym typeface="Book Antiqua"/>
            </a:endParaRPr>
          </a:p>
          <a:p>
            <a:pPr indent="-274320" lvl="0" marL="274320" rtl="0" algn="l">
              <a:lnSpc>
                <a:spcPct val="90000"/>
              </a:lnSpc>
              <a:spcBef>
                <a:spcPts val="750"/>
              </a:spcBef>
              <a:spcAft>
                <a:spcPts val="0"/>
              </a:spcAft>
              <a:buClr>
                <a:srgbClr val="3333FF"/>
              </a:buClr>
              <a:buSzPct val="100000"/>
              <a:buFont typeface="Noto Sans Symbols"/>
              <a:buChar char="▪"/>
            </a:pPr>
            <a:r>
              <a:rPr b="1" lang="en-US" sz="2600">
                <a:solidFill>
                  <a:srgbClr val="3333FF"/>
                </a:solidFill>
                <a:latin typeface="Book Antiqua"/>
                <a:ea typeface="Book Antiqua"/>
                <a:cs typeface="Book Antiqua"/>
                <a:sym typeface="Book Antiqua"/>
              </a:rPr>
              <a:t>Example</a:t>
            </a:r>
            <a:r>
              <a:rPr b="1" lang="en-US" sz="2600">
                <a:latin typeface="Book Antiqua"/>
                <a:ea typeface="Book Antiqua"/>
                <a:cs typeface="Book Antiqua"/>
                <a:sym typeface="Book Antiqua"/>
              </a:rPr>
              <a:t> </a:t>
            </a:r>
            <a:r>
              <a:rPr lang="en-US" sz="2550">
                <a:latin typeface="Book Antiqua"/>
                <a:ea typeface="Book Antiqua"/>
                <a:cs typeface="Book Antiqua"/>
                <a:sym typeface="Book Antiqua"/>
              </a:rPr>
              <a:t>Consider the following functional dependencies within the StaffBranch relation</a:t>
            </a:r>
            <a:endParaRPr sz="2550">
              <a:latin typeface="Book Antiqua"/>
              <a:ea typeface="Book Antiqua"/>
              <a:cs typeface="Book Antiqua"/>
              <a:sym typeface="Book Antiqua"/>
            </a:endParaRPr>
          </a:p>
          <a:p>
            <a:pPr indent="-274352" lvl="0" marL="548640" rtl="0" algn="l">
              <a:lnSpc>
                <a:spcPct val="90000"/>
              </a:lnSpc>
              <a:spcBef>
                <a:spcPts val="600"/>
              </a:spcBef>
              <a:spcAft>
                <a:spcPts val="0"/>
              </a:spcAft>
              <a:buClr>
                <a:schemeClr val="dk1"/>
              </a:buClr>
              <a:buSzPct val="100000"/>
              <a:buFont typeface="Courier New"/>
              <a:buChar char="o"/>
            </a:pPr>
            <a:r>
              <a:rPr lang="en-US" sz="2500">
                <a:latin typeface="Book Antiqua"/>
                <a:ea typeface="Book Antiqua"/>
                <a:cs typeface="Book Antiqua"/>
                <a:sym typeface="Book Antiqua"/>
              </a:rPr>
              <a:t>staffNo → sName, position, salary, branchNo, bAddress</a:t>
            </a:r>
            <a:endParaRPr sz="2500">
              <a:latin typeface="Book Antiqua"/>
              <a:ea typeface="Book Antiqua"/>
              <a:cs typeface="Book Antiqua"/>
              <a:sym typeface="Book Antiqua"/>
            </a:endParaRPr>
          </a:p>
          <a:p>
            <a:pPr indent="-274352" lvl="0" marL="548640" rtl="0" algn="l">
              <a:lnSpc>
                <a:spcPct val="90000"/>
              </a:lnSpc>
              <a:spcBef>
                <a:spcPts val="600"/>
              </a:spcBef>
              <a:spcAft>
                <a:spcPts val="0"/>
              </a:spcAft>
              <a:buClr>
                <a:schemeClr val="dk1"/>
              </a:buClr>
              <a:buSzPct val="100000"/>
              <a:buFont typeface="Courier New"/>
              <a:buChar char="o"/>
            </a:pPr>
            <a:r>
              <a:rPr lang="en-US" sz="2500">
                <a:latin typeface="Book Antiqua"/>
                <a:ea typeface="Book Antiqua"/>
                <a:cs typeface="Book Antiqua"/>
                <a:sym typeface="Book Antiqua"/>
              </a:rPr>
              <a:t>branchNo → bAddress</a:t>
            </a:r>
            <a:endParaRPr sz="2500">
              <a:latin typeface="Book Antiqua"/>
              <a:ea typeface="Book Antiqua"/>
              <a:cs typeface="Book Antiqua"/>
              <a:sym typeface="Book Antiqua"/>
            </a:endParaRPr>
          </a:p>
          <a:p>
            <a:pPr indent="-171450" lvl="0" marL="171450" rtl="0" algn="just">
              <a:lnSpc>
                <a:spcPct val="90000"/>
              </a:lnSpc>
              <a:spcBef>
                <a:spcPts val="750"/>
              </a:spcBef>
              <a:spcAft>
                <a:spcPts val="0"/>
              </a:spcAft>
              <a:buClr>
                <a:schemeClr val="dk1"/>
              </a:buClr>
              <a:buSzPct val="100000"/>
              <a:buChar char="•"/>
            </a:pPr>
            <a:r>
              <a:rPr lang="en-US" sz="2600">
                <a:latin typeface="Book Antiqua"/>
                <a:ea typeface="Book Antiqua"/>
                <a:cs typeface="Book Antiqua"/>
                <a:sym typeface="Book Antiqua"/>
              </a:rPr>
              <a:t>The transitive dependency </a:t>
            </a:r>
            <a:r>
              <a:rPr b="1" lang="en-US" sz="2600">
                <a:solidFill>
                  <a:srgbClr val="CC6600"/>
                </a:solidFill>
                <a:latin typeface="Book Antiqua"/>
                <a:ea typeface="Book Antiqua"/>
                <a:cs typeface="Book Antiqua"/>
                <a:sym typeface="Book Antiqua"/>
              </a:rPr>
              <a:t>staffNo → bAddress</a:t>
            </a:r>
            <a:r>
              <a:rPr lang="en-US" sz="2600">
                <a:latin typeface="Book Antiqua"/>
                <a:ea typeface="Book Antiqua"/>
                <a:cs typeface="Book Antiqua"/>
                <a:sym typeface="Book Antiqua"/>
              </a:rPr>
              <a:t> exists on staffNo via branchNo. </a:t>
            </a:r>
            <a:endParaRPr/>
          </a:p>
        </p:txBody>
      </p:sp>
      <p:sp>
        <p:nvSpPr>
          <p:cNvPr id="252" name="Google Shape;252;p2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3"/>
          <p:cNvSpPr txBox="1"/>
          <p:nvPr>
            <p:ph type="title"/>
          </p:nvPr>
        </p:nvSpPr>
        <p:spPr>
          <a:xfrm>
            <a:off x="1600200" y="109935"/>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The Process of Normalization</a:t>
            </a:r>
            <a:endParaRPr sz="2800">
              <a:solidFill>
                <a:srgbClr val="FF0000"/>
              </a:solidFill>
              <a:latin typeface="Book Antiqua"/>
              <a:ea typeface="Book Antiqua"/>
              <a:cs typeface="Book Antiqua"/>
              <a:sym typeface="Book Antiqua"/>
            </a:endParaRPr>
          </a:p>
        </p:txBody>
      </p:sp>
      <p:sp>
        <p:nvSpPr>
          <p:cNvPr id="258" name="Google Shape;258;p23"/>
          <p:cNvSpPr txBox="1"/>
          <p:nvPr>
            <p:ph idx="1" type="body"/>
          </p:nvPr>
        </p:nvSpPr>
        <p:spPr>
          <a:xfrm>
            <a:off x="279400" y="532210"/>
            <a:ext cx="8610600" cy="5979715"/>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500"/>
              <a:buFont typeface="Noto Sans Symbols"/>
              <a:buChar char="▪"/>
            </a:pPr>
            <a:r>
              <a:rPr lang="en-US" sz="2500">
                <a:latin typeface="Book Antiqua"/>
                <a:ea typeface="Book Antiqua"/>
                <a:cs typeface="Book Antiqua"/>
                <a:sym typeface="Book Antiqua"/>
              </a:rPr>
              <a:t>Normalization is a </a:t>
            </a:r>
            <a:r>
              <a:rPr b="1" i="1" lang="en-US" sz="2500">
                <a:solidFill>
                  <a:srgbClr val="00B050"/>
                </a:solidFill>
                <a:latin typeface="Book Antiqua"/>
                <a:ea typeface="Book Antiqua"/>
                <a:cs typeface="Book Antiqua"/>
                <a:sym typeface="Book Antiqua"/>
              </a:rPr>
              <a:t>formal technique</a:t>
            </a:r>
            <a:r>
              <a:rPr lang="en-US" sz="2500">
                <a:latin typeface="Book Antiqua"/>
                <a:ea typeface="Book Antiqua"/>
                <a:cs typeface="Book Antiqua"/>
                <a:sym typeface="Book Antiqua"/>
              </a:rPr>
              <a:t> for analyzing relations based on </a:t>
            </a:r>
            <a:endParaRPr sz="2500">
              <a:latin typeface="Book Antiqua"/>
              <a:ea typeface="Book Antiqua"/>
              <a:cs typeface="Book Antiqua"/>
              <a:sym typeface="Book Antiqua"/>
            </a:endParaRPr>
          </a:p>
          <a:p>
            <a:pPr indent="-274320" lvl="0" marL="548640" rtl="0" algn="just">
              <a:lnSpc>
                <a:spcPct val="90000"/>
              </a:lnSpc>
              <a:spcBef>
                <a:spcPts val="0"/>
              </a:spcBef>
              <a:spcAft>
                <a:spcPts val="0"/>
              </a:spcAft>
              <a:buClr>
                <a:schemeClr val="dk1"/>
              </a:buClr>
              <a:buSzPts val="2500"/>
              <a:buFont typeface="Courier New"/>
              <a:buChar char="o"/>
            </a:pPr>
            <a:r>
              <a:rPr lang="en-US" sz="2500">
                <a:latin typeface="Book Antiqua"/>
                <a:ea typeface="Book Antiqua"/>
                <a:cs typeface="Book Antiqua"/>
                <a:sym typeface="Book Antiqua"/>
              </a:rPr>
              <a:t>their primary key (or candidate keys) and </a:t>
            </a:r>
            <a:endParaRPr sz="2500">
              <a:latin typeface="Book Antiqua"/>
              <a:ea typeface="Book Antiqua"/>
              <a:cs typeface="Book Antiqua"/>
              <a:sym typeface="Book Antiqua"/>
            </a:endParaRPr>
          </a:p>
          <a:p>
            <a:pPr indent="-274320" lvl="0" marL="548640" rtl="0" algn="just">
              <a:lnSpc>
                <a:spcPct val="90000"/>
              </a:lnSpc>
              <a:spcBef>
                <a:spcPts val="0"/>
              </a:spcBef>
              <a:spcAft>
                <a:spcPts val="0"/>
              </a:spcAft>
              <a:buClr>
                <a:schemeClr val="dk1"/>
              </a:buClr>
              <a:buSzPts val="2500"/>
              <a:buFont typeface="Courier New"/>
              <a:buChar char="o"/>
            </a:pPr>
            <a:r>
              <a:rPr lang="en-US" sz="2500">
                <a:latin typeface="Book Antiqua"/>
                <a:ea typeface="Book Antiqua"/>
                <a:cs typeface="Book Antiqua"/>
                <a:sym typeface="Book Antiqua"/>
              </a:rPr>
              <a:t>functional dependencies (Codd, 1972b). </a:t>
            </a:r>
            <a:endParaRPr sz="2500">
              <a:latin typeface="Book Antiqua"/>
              <a:ea typeface="Book Antiqua"/>
              <a:cs typeface="Book Antiqua"/>
              <a:sym typeface="Book Antiqua"/>
            </a:endParaRPr>
          </a:p>
          <a:p>
            <a:pPr indent="-274320" lvl="0" marL="274320" rtl="0" algn="just">
              <a:lnSpc>
                <a:spcPct val="90000"/>
              </a:lnSpc>
              <a:spcBef>
                <a:spcPts val="600"/>
              </a:spcBef>
              <a:spcAft>
                <a:spcPts val="0"/>
              </a:spcAft>
              <a:buClr>
                <a:schemeClr val="dk1"/>
              </a:buClr>
              <a:buSzPts val="2500"/>
              <a:buFont typeface="Noto Sans Symbols"/>
              <a:buChar char="▪"/>
            </a:pPr>
            <a:r>
              <a:rPr lang="en-US" sz="2500">
                <a:latin typeface="Book Antiqua"/>
                <a:ea typeface="Book Antiqua"/>
                <a:cs typeface="Book Antiqua"/>
                <a:sym typeface="Book Antiqua"/>
              </a:rPr>
              <a:t>Normalization is often executed as a </a:t>
            </a:r>
            <a:r>
              <a:rPr b="1" i="1" lang="en-US" sz="2500">
                <a:solidFill>
                  <a:srgbClr val="00B050"/>
                </a:solidFill>
                <a:latin typeface="Book Antiqua"/>
                <a:ea typeface="Book Antiqua"/>
                <a:cs typeface="Book Antiqua"/>
                <a:sym typeface="Book Antiqua"/>
              </a:rPr>
              <a:t>series of steps</a:t>
            </a:r>
            <a:r>
              <a:rPr lang="en-US" sz="2500">
                <a:latin typeface="Book Antiqua"/>
                <a:ea typeface="Book Antiqua"/>
                <a:cs typeface="Book Antiqua"/>
                <a:sym typeface="Book Antiqua"/>
              </a:rPr>
              <a:t>. </a:t>
            </a:r>
            <a:endParaRPr/>
          </a:p>
          <a:p>
            <a:pPr indent="-274320" lvl="0" marL="274320" rtl="0" algn="just">
              <a:lnSpc>
                <a:spcPct val="90000"/>
              </a:lnSpc>
              <a:spcBef>
                <a:spcPts val="600"/>
              </a:spcBef>
              <a:spcAft>
                <a:spcPts val="0"/>
              </a:spcAft>
              <a:buClr>
                <a:schemeClr val="dk1"/>
              </a:buClr>
              <a:buSzPts val="2500"/>
              <a:buFont typeface="Noto Sans Symbols"/>
              <a:buChar char="▪"/>
            </a:pPr>
            <a:r>
              <a:rPr lang="en-US" sz="2500">
                <a:latin typeface="Book Antiqua"/>
                <a:ea typeface="Book Antiqua"/>
                <a:cs typeface="Book Antiqua"/>
                <a:sym typeface="Book Antiqua"/>
              </a:rPr>
              <a:t>Each step corresponds to a specific normal form that has known properties. </a:t>
            </a:r>
            <a:endParaRPr sz="2500">
              <a:latin typeface="Book Antiqua"/>
              <a:ea typeface="Book Antiqua"/>
              <a:cs typeface="Book Antiqua"/>
              <a:sym typeface="Book Antiqua"/>
            </a:endParaRPr>
          </a:p>
          <a:p>
            <a:pPr indent="-274320" lvl="0" marL="274320" rtl="0" algn="just">
              <a:lnSpc>
                <a:spcPct val="90000"/>
              </a:lnSpc>
              <a:spcBef>
                <a:spcPts val="750"/>
              </a:spcBef>
              <a:spcAft>
                <a:spcPts val="0"/>
              </a:spcAft>
              <a:buClr>
                <a:schemeClr val="dk1"/>
              </a:buClr>
              <a:buSzPts val="2500"/>
              <a:buFont typeface="Noto Sans Symbols"/>
              <a:buChar char="▪"/>
            </a:pPr>
            <a:r>
              <a:rPr lang="en-US" sz="2500">
                <a:latin typeface="Book Antiqua"/>
                <a:ea typeface="Book Antiqua"/>
                <a:cs typeface="Book Antiqua"/>
                <a:sym typeface="Book Antiqua"/>
              </a:rPr>
              <a:t>Three normal forms were initially proposed called </a:t>
            </a:r>
            <a:endParaRPr/>
          </a:p>
          <a:p>
            <a:pPr indent="-274320" lvl="0" marL="548640" rtl="0" algn="just">
              <a:lnSpc>
                <a:spcPct val="90000"/>
              </a:lnSpc>
              <a:spcBef>
                <a:spcPts val="0"/>
              </a:spcBef>
              <a:spcAft>
                <a:spcPts val="0"/>
              </a:spcAft>
              <a:buClr>
                <a:schemeClr val="dk1"/>
              </a:buClr>
              <a:buSzPts val="2500"/>
              <a:buFont typeface="Courier New"/>
              <a:buChar char="o"/>
            </a:pPr>
            <a:r>
              <a:rPr lang="en-US" sz="2500">
                <a:latin typeface="Book Antiqua"/>
                <a:ea typeface="Book Antiqua"/>
                <a:cs typeface="Book Antiqua"/>
                <a:sym typeface="Book Antiqua"/>
              </a:rPr>
              <a:t>First Normal Form (1NF), </a:t>
            </a:r>
            <a:endParaRPr/>
          </a:p>
          <a:p>
            <a:pPr indent="-274320" lvl="0" marL="548640" rtl="0" algn="just">
              <a:lnSpc>
                <a:spcPct val="90000"/>
              </a:lnSpc>
              <a:spcBef>
                <a:spcPts val="0"/>
              </a:spcBef>
              <a:spcAft>
                <a:spcPts val="0"/>
              </a:spcAft>
              <a:buClr>
                <a:schemeClr val="dk1"/>
              </a:buClr>
              <a:buSzPts val="2500"/>
              <a:buFont typeface="Courier New"/>
              <a:buChar char="o"/>
            </a:pPr>
            <a:r>
              <a:rPr lang="en-US" sz="2500">
                <a:latin typeface="Book Antiqua"/>
                <a:ea typeface="Book Antiqua"/>
                <a:cs typeface="Book Antiqua"/>
                <a:sym typeface="Book Antiqua"/>
              </a:rPr>
              <a:t>Second Normal Form (2NF), and </a:t>
            </a:r>
            <a:endParaRPr/>
          </a:p>
          <a:p>
            <a:pPr indent="-274320" lvl="0" marL="548640" rtl="0" algn="just">
              <a:lnSpc>
                <a:spcPct val="90000"/>
              </a:lnSpc>
              <a:spcBef>
                <a:spcPts val="0"/>
              </a:spcBef>
              <a:spcAft>
                <a:spcPts val="0"/>
              </a:spcAft>
              <a:buClr>
                <a:schemeClr val="dk1"/>
              </a:buClr>
              <a:buSzPts val="2500"/>
              <a:buFont typeface="Courier New"/>
              <a:buChar char="o"/>
            </a:pPr>
            <a:r>
              <a:rPr lang="en-US" sz="2500">
                <a:latin typeface="Book Antiqua"/>
                <a:ea typeface="Book Antiqua"/>
                <a:cs typeface="Book Antiqua"/>
                <a:sym typeface="Book Antiqua"/>
              </a:rPr>
              <a:t>Third Normal Form (3NF). </a:t>
            </a:r>
            <a:endParaRPr/>
          </a:p>
          <a:p>
            <a:pPr indent="-274320" lvl="0" marL="274320" rtl="0" algn="just">
              <a:lnSpc>
                <a:spcPct val="90000"/>
              </a:lnSpc>
              <a:spcBef>
                <a:spcPts val="600"/>
              </a:spcBef>
              <a:spcAft>
                <a:spcPts val="0"/>
              </a:spcAft>
              <a:buClr>
                <a:schemeClr val="dk1"/>
              </a:buClr>
              <a:buSzPts val="2500"/>
              <a:buFont typeface="Noto Sans Symbols"/>
              <a:buChar char="▪"/>
            </a:pPr>
            <a:r>
              <a:rPr lang="en-US" sz="2500">
                <a:latin typeface="Book Antiqua"/>
                <a:ea typeface="Book Antiqua"/>
                <a:cs typeface="Book Antiqua"/>
                <a:sym typeface="Book Antiqua"/>
              </a:rPr>
              <a:t>As normalization proceeds, the relations become progressively more restricted (stronger) in format and also less vulnerable to update anomalies. </a:t>
            </a:r>
            <a:endParaRPr/>
          </a:p>
        </p:txBody>
      </p:sp>
      <p:sp>
        <p:nvSpPr>
          <p:cNvPr id="259" name="Google Shape;259;p23"/>
          <p:cNvSpPr txBox="1"/>
          <p:nvPr>
            <p:ph idx="12" type="sldNum"/>
          </p:nvPr>
        </p:nvSpPr>
        <p:spPr>
          <a:xfrm>
            <a:off x="8382000" y="6248400"/>
            <a:ext cx="5334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4"/>
          <p:cNvSpPr txBox="1"/>
          <p:nvPr>
            <p:ph type="title"/>
          </p:nvPr>
        </p:nvSpPr>
        <p:spPr>
          <a:xfrm>
            <a:off x="1524000" y="297259"/>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The Process of Normalization</a:t>
            </a:r>
            <a:endParaRPr sz="2800">
              <a:solidFill>
                <a:srgbClr val="FF0000"/>
              </a:solidFill>
              <a:latin typeface="Book Antiqua"/>
              <a:ea typeface="Book Antiqua"/>
              <a:cs typeface="Book Antiqua"/>
              <a:sym typeface="Book Antiqua"/>
            </a:endParaRPr>
          </a:p>
        </p:txBody>
      </p:sp>
      <p:sp>
        <p:nvSpPr>
          <p:cNvPr id="265" name="Google Shape;265;p24"/>
          <p:cNvSpPr txBox="1"/>
          <p:nvPr>
            <p:ph idx="1" type="body"/>
          </p:nvPr>
        </p:nvSpPr>
        <p:spPr>
          <a:xfrm>
            <a:off x="304800" y="972343"/>
            <a:ext cx="8610600" cy="5446316"/>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600"/>
              <a:buFont typeface="Noto Sans Symbols"/>
              <a:buChar char="▪"/>
            </a:pPr>
            <a:r>
              <a:rPr lang="en-US" sz="2600">
                <a:latin typeface="Book Antiqua"/>
                <a:ea typeface="Book Antiqua"/>
                <a:cs typeface="Book Antiqua"/>
                <a:sym typeface="Book Antiqua"/>
              </a:rPr>
              <a:t>Subsequently, R. Boyce and E. F. Codd introduced a stronger definition of third normal form called </a:t>
            </a:r>
            <a:r>
              <a:rPr b="1" i="1" lang="en-US" sz="2600">
                <a:solidFill>
                  <a:srgbClr val="00B050"/>
                </a:solidFill>
                <a:latin typeface="Book Antiqua"/>
                <a:ea typeface="Book Antiqua"/>
                <a:cs typeface="Book Antiqua"/>
                <a:sym typeface="Book Antiqua"/>
              </a:rPr>
              <a:t>Boyce–Codd Normal Form (BCNF)</a:t>
            </a:r>
            <a:r>
              <a:rPr lang="en-US" sz="2600">
                <a:latin typeface="Book Antiqua"/>
                <a:ea typeface="Book Antiqua"/>
                <a:cs typeface="Book Antiqua"/>
                <a:sym typeface="Book Antiqua"/>
              </a:rPr>
              <a:t> (Codd, 1974). </a:t>
            </a:r>
            <a:endParaRPr sz="2600">
              <a:latin typeface="Book Antiqua"/>
              <a:ea typeface="Book Antiqua"/>
              <a:cs typeface="Book Antiqua"/>
              <a:sym typeface="Book Antiqua"/>
            </a:endParaRPr>
          </a:p>
          <a:p>
            <a:pPr indent="-274320" lvl="0" marL="274320" rtl="0" algn="just">
              <a:lnSpc>
                <a:spcPct val="90000"/>
              </a:lnSpc>
              <a:spcBef>
                <a:spcPts val="1200"/>
              </a:spcBef>
              <a:spcAft>
                <a:spcPts val="0"/>
              </a:spcAft>
              <a:buClr>
                <a:schemeClr val="dk1"/>
              </a:buClr>
              <a:buSzPts val="2600"/>
              <a:buFont typeface="Noto Sans Symbols"/>
              <a:buChar char="▪"/>
            </a:pPr>
            <a:r>
              <a:rPr lang="en-US" sz="2600">
                <a:latin typeface="Book Antiqua"/>
                <a:ea typeface="Book Antiqua"/>
                <a:cs typeface="Book Antiqua"/>
                <a:sym typeface="Book Antiqua"/>
              </a:rPr>
              <a:t>With the exception of 1NF, all these normal forms are based on functional dependencies among the attributes of a relation (Maier, 1983). </a:t>
            </a:r>
            <a:endParaRPr sz="2600">
              <a:latin typeface="Book Antiqua"/>
              <a:ea typeface="Book Antiqua"/>
              <a:cs typeface="Book Antiqua"/>
              <a:sym typeface="Book Antiqua"/>
            </a:endParaRPr>
          </a:p>
          <a:p>
            <a:pPr indent="-274320" lvl="0" marL="274320" rtl="0" algn="just">
              <a:lnSpc>
                <a:spcPct val="90000"/>
              </a:lnSpc>
              <a:spcBef>
                <a:spcPts val="1200"/>
              </a:spcBef>
              <a:spcAft>
                <a:spcPts val="0"/>
              </a:spcAft>
              <a:buClr>
                <a:schemeClr val="dk1"/>
              </a:buClr>
              <a:buSzPts val="2600"/>
              <a:buFont typeface="Noto Sans Symbols"/>
              <a:buChar char="▪"/>
            </a:pPr>
            <a:r>
              <a:rPr lang="en-US" sz="2600">
                <a:latin typeface="Book Antiqua"/>
                <a:ea typeface="Book Antiqua"/>
                <a:cs typeface="Book Antiqua"/>
                <a:sym typeface="Book Antiqua"/>
              </a:rPr>
              <a:t>Higher normal forms that go beyond BCNF were introduced later such as Fourth Normal Form (4NF) and Fifth Normal Form (5NF) (Fagin, 1977, 1979). </a:t>
            </a:r>
            <a:endParaRPr sz="2600">
              <a:latin typeface="Book Antiqua"/>
              <a:ea typeface="Book Antiqua"/>
              <a:cs typeface="Book Antiqua"/>
              <a:sym typeface="Book Antiqua"/>
            </a:endParaRPr>
          </a:p>
          <a:p>
            <a:pPr indent="-274320" lvl="0" marL="274320" rtl="0" algn="just">
              <a:lnSpc>
                <a:spcPct val="90000"/>
              </a:lnSpc>
              <a:spcBef>
                <a:spcPts val="1200"/>
              </a:spcBef>
              <a:spcAft>
                <a:spcPts val="0"/>
              </a:spcAft>
              <a:buClr>
                <a:schemeClr val="dk1"/>
              </a:buClr>
              <a:buSzPts val="2600"/>
              <a:buFont typeface="Noto Sans Symbols"/>
              <a:buChar char="▪"/>
            </a:pPr>
            <a:r>
              <a:rPr lang="en-US" sz="2600">
                <a:latin typeface="Book Antiqua"/>
                <a:ea typeface="Book Antiqua"/>
                <a:cs typeface="Book Antiqua"/>
                <a:sym typeface="Book Antiqua"/>
              </a:rPr>
              <a:t>However, these later normal forms deal with situations that are very rare. </a:t>
            </a:r>
            <a:endParaRPr sz="2600">
              <a:latin typeface="Book Antiqua"/>
              <a:ea typeface="Book Antiqua"/>
              <a:cs typeface="Book Antiqua"/>
              <a:sym typeface="Book Antiqua"/>
            </a:endParaRPr>
          </a:p>
        </p:txBody>
      </p:sp>
      <p:sp>
        <p:nvSpPr>
          <p:cNvPr id="266" name="Google Shape;266;p2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5"/>
          <p:cNvSpPr txBox="1"/>
          <p:nvPr>
            <p:ph type="title"/>
          </p:nvPr>
        </p:nvSpPr>
        <p:spPr>
          <a:xfrm>
            <a:off x="1524000" y="108404"/>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The Process of Normalization</a:t>
            </a:r>
            <a:endParaRPr sz="2800">
              <a:solidFill>
                <a:srgbClr val="FF0000"/>
              </a:solidFill>
              <a:latin typeface="Book Antiqua"/>
              <a:ea typeface="Book Antiqua"/>
              <a:cs typeface="Book Antiqua"/>
              <a:sym typeface="Book Antiqua"/>
            </a:endParaRPr>
          </a:p>
        </p:txBody>
      </p:sp>
      <p:sp>
        <p:nvSpPr>
          <p:cNvPr id="272" name="Google Shape;272;p25"/>
          <p:cNvSpPr txBox="1"/>
          <p:nvPr>
            <p:ph idx="1" type="body"/>
          </p:nvPr>
        </p:nvSpPr>
        <p:spPr>
          <a:xfrm>
            <a:off x="228600" y="483054"/>
            <a:ext cx="8610600" cy="5714999"/>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400"/>
              <a:buFont typeface="Noto Sans Symbols"/>
              <a:buChar char="▪"/>
            </a:pPr>
            <a:r>
              <a:rPr lang="en-US" sz="2400">
                <a:latin typeface="Book Antiqua"/>
                <a:ea typeface="Book Antiqua"/>
                <a:cs typeface="Book Antiqua"/>
                <a:sym typeface="Book Antiqua"/>
              </a:rPr>
              <a:t>For relational data model, it is only First Normal Form (1NF) that is </a:t>
            </a:r>
            <a:r>
              <a:rPr b="1" i="1" lang="en-US" sz="2400">
                <a:solidFill>
                  <a:srgbClr val="00B050"/>
                </a:solidFill>
                <a:latin typeface="Book Antiqua"/>
                <a:ea typeface="Book Antiqua"/>
                <a:cs typeface="Book Antiqua"/>
                <a:sym typeface="Book Antiqua"/>
              </a:rPr>
              <a:t>critical</a:t>
            </a:r>
            <a:r>
              <a:rPr lang="en-US" sz="2400">
                <a:latin typeface="Book Antiqua"/>
                <a:ea typeface="Book Antiqua"/>
                <a:cs typeface="Book Antiqua"/>
                <a:sym typeface="Book Antiqua"/>
              </a:rPr>
              <a:t> in creating relations; </a:t>
            </a:r>
            <a:endParaRPr/>
          </a:p>
          <a:p>
            <a:pPr indent="-274320" lvl="0" marL="548640" rtl="0" algn="l">
              <a:lnSpc>
                <a:spcPct val="90000"/>
              </a:lnSpc>
              <a:spcBef>
                <a:spcPts val="0"/>
              </a:spcBef>
              <a:spcAft>
                <a:spcPts val="0"/>
              </a:spcAft>
              <a:buClr>
                <a:schemeClr val="dk1"/>
              </a:buClr>
              <a:buSzPts val="2400"/>
              <a:buFont typeface="Courier New"/>
              <a:buChar char="o"/>
            </a:pPr>
            <a:r>
              <a:rPr lang="en-US" sz="2400">
                <a:latin typeface="Book Antiqua"/>
                <a:ea typeface="Book Antiqua"/>
                <a:cs typeface="Book Antiqua"/>
                <a:sym typeface="Book Antiqua"/>
              </a:rPr>
              <a:t>all subsequent normal forms are </a:t>
            </a:r>
            <a:r>
              <a:rPr b="1" i="1" lang="en-US" sz="2400">
                <a:solidFill>
                  <a:srgbClr val="00B050"/>
                </a:solidFill>
                <a:latin typeface="Book Antiqua"/>
                <a:ea typeface="Book Antiqua"/>
                <a:cs typeface="Book Antiqua"/>
                <a:sym typeface="Book Antiqua"/>
              </a:rPr>
              <a:t>optional</a:t>
            </a:r>
            <a:r>
              <a:rPr lang="en-US" sz="2400">
                <a:latin typeface="Book Antiqua"/>
                <a:ea typeface="Book Antiqua"/>
                <a:cs typeface="Book Antiqua"/>
                <a:sym typeface="Book Antiqua"/>
              </a:rPr>
              <a:t>. </a:t>
            </a:r>
            <a:endParaRPr/>
          </a:p>
          <a:p>
            <a:pPr indent="-274320" lvl="0" marL="274320" rtl="0" algn="just">
              <a:lnSpc>
                <a:spcPct val="90000"/>
              </a:lnSpc>
              <a:spcBef>
                <a:spcPts val="600"/>
              </a:spcBef>
              <a:spcAft>
                <a:spcPts val="0"/>
              </a:spcAft>
              <a:buClr>
                <a:schemeClr val="dk1"/>
              </a:buClr>
              <a:buSzPts val="2400"/>
              <a:buFont typeface="Noto Sans Symbols"/>
              <a:buChar char="▪"/>
            </a:pPr>
            <a:r>
              <a:rPr lang="en-US" sz="2400">
                <a:latin typeface="Book Antiqua"/>
                <a:ea typeface="Book Antiqua"/>
                <a:cs typeface="Book Antiqua"/>
                <a:sym typeface="Book Antiqua"/>
              </a:rPr>
              <a:t>However, to avoid update anomalies, it is recommended to proceed to at least Third Normal Form (3NF). </a:t>
            </a:r>
            <a:endParaRPr/>
          </a:p>
          <a:p>
            <a:pPr indent="-274320" lvl="0" marL="274320" rtl="0" algn="just">
              <a:lnSpc>
                <a:spcPct val="90000"/>
              </a:lnSpc>
              <a:spcBef>
                <a:spcPts val="600"/>
              </a:spcBef>
              <a:spcAft>
                <a:spcPts val="0"/>
              </a:spcAft>
              <a:buClr>
                <a:schemeClr val="dk1"/>
              </a:buClr>
              <a:buSzPts val="2600"/>
              <a:buFont typeface="Noto Sans Symbols"/>
              <a:buChar char="▪"/>
            </a:pPr>
            <a:r>
              <a:rPr lang="en-US" sz="2600">
                <a:latin typeface="Book Antiqua"/>
                <a:ea typeface="Book Antiqua"/>
                <a:cs typeface="Book Antiqua"/>
                <a:sym typeface="Book Antiqua"/>
              </a:rPr>
              <a:t>Fig 4 illustrates the relationship between various normal forms. </a:t>
            </a:r>
            <a:endParaRPr/>
          </a:p>
          <a:p>
            <a:pPr indent="-96520" lvl="0" marL="274320" rtl="0" algn="l">
              <a:lnSpc>
                <a:spcPct val="90000"/>
              </a:lnSpc>
              <a:spcBef>
                <a:spcPts val="600"/>
              </a:spcBef>
              <a:spcAft>
                <a:spcPts val="0"/>
              </a:spcAft>
              <a:buClr>
                <a:schemeClr val="dk1"/>
              </a:buClr>
              <a:buSzPts val="2800"/>
              <a:buFont typeface="Noto Sans Symbols"/>
              <a:buNone/>
            </a:pPr>
            <a:r>
              <a:t/>
            </a:r>
            <a:endParaRPr sz="2800">
              <a:latin typeface="Book Antiqua"/>
              <a:ea typeface="Book Antiqua"/>
              <a:cs typeface="Book Antiqua"/>
              <a:sym typeface="Book Antiqua"/>
            </a:endParaRPr>
          </a:p>
          <a:p>
            <a:pPr indent="-96520" lvl="0" marL="274320" rtl="0" algn="l">
              <a:lnSpc>
                <a:spcPct val="90000"/>
              </a:lnSpc>
              <a:spcBef>
                <a:spcPts val="600"/>
              </a:spcBef>
              <a:spcAft>
                <a:spcPts val="0"/>
              </a:spcAft>
              <a:buClr>
                <a:schemeClr val="dk1"/>
              </a:buClr>
              <a:buSzPts val="2800"/>
              <a:buFont typeface="Noto Sans Symbols"/>
              <a:buNone/>
            </a:pPr>
            <a:r>
              <a:t/>
            </a:r>
            <a:endParaRPr sz="2800">
              <a:latin typeface="Book Antiqua"/>
              <a:ea typeface="Book Antiqua"/>
              <a:cs typeface="Book Antiqua"/>
              <a:sym typeface="Book Antiqua"/>
            </a:endParaRPr>
          </a:p>
          <a:p>
            <a:pPr indent="-96520" lvl="0" marL="274320" rtl="0" algn="l">
              <a:lnSpc>
                <a:spcPct val="90000"/>
              </a:lnSpc>
              <a:spcBef>
                <a:spcPts val="600"/>
              </a:spcBef>
              <a:spcAft>
                <a:spcPts val="0"/>
              </a:spcAft>
              <a:buClr>
                <a:schemeClr val="dk1"/>
              </a:buClr>
              <a:buSzPts val="2800"/>
              <a:buFont typeface="Noto Sans Symbols"/>
              <a:buNone/>
            </a:pPr>
            <a:r>
              <a:t/>
            </a:r>
            <a:endParaRPr sz="2800">
              <a:latin typeface="Book Antiqua"/>
              <a:ea typeface="Book Antiqua"/>
              <a:cs typeface="Book Antiqua"/>
              <a:sym typeface="Book Antiqua"/>
            </a:endParaRPr>
          </a:p>
          <a:p>
            <a:pPr indent="-96520" lvl="0" marL="274320" rtl="0" algn="l">
              <a:lnSpc>
                <a:spcPct val="90000"/>
              </a:lnSpc>
              <a:spcBef>
                <a:spcPts val="600"/>
              </a:spcBef>
              <a:spcAft>
                <a:spcPts val="0"/>
              </a:spcAft>
              <a:buClr>
                <a:schemeClr val="dk1"/>
              </a:buClr>
              <a:buSzPts val="2800"/>
              <a:buFont typeface="Noto Sans Symbols"/>
              <a:buNone/>
            </a:pPr>
            <a:r>
              <a:t/>
            </a:r>
            <a:endParaRPr sz="2800">
              <a:latin typeface="Book Antiqua"/>
              <a:ea typeface="Book Antiqua"/>
              <a:cs typeface="Book Antiqua"/>
              <a:sym typeface="Book Antiqua"/>
            </a:endParaRPr>
          </a:p>
          <a:p>
            <a:pPr indent="-274320" lvl="0" marL="274320" rtl="0" algn="l">
              <a:lnSpc>
                <a:spcPct val="90000"/>
              </a:lnSpc>
              <a:spcBef>
                <a:spcPts val="600"/>
              </a:spcBef>
              <a:spcAft>
                <a:spcPts val="0"/>
              </a:spcAft>
              <a:buClr>
                <a:schemeClr val="dk1"/>
              </a:buClr>
              <a:buSzPts val="2600"/>
              <a:buFont typeface="Noto Sans Symbols"/>
              <a:buChar char="▪"/>
            </a:pPr>
            <a:r>
              <a:rPr lang="en-US" sz="2600">
                <a:latin typeface="Book Antiqua"/>
                <a:ea typeface="Book Antiqua"/>
                <a:cs typeface="Book Antiqua"/>
                <a:sym typeface="Book Antiqua"/>
              </a:rPr>
              <a:t>It shows that </a:t>
            </a:r>
            <a:endParaRPr/>
          </a:p>
          <a:p>
            <a:pPr indent="-274320" lvl="0" marL="548640" rtl="0" algn="l">
              <a:lnSpc>
                <a:spcPct val="90000"/>
              </a:lnSpc>
              <a:spcBef>
                <a:spcPts val="0"/>
              </a:spcBef>
              <a:spcAft>
                <a:spcPts val="0"/>
              </a:spcAft>
              <a:buClr>
                <a:schemeClr val="dk1"/>
              </a:buClr>
              <a:buSzPts val="2600"/>
              <a:buFont typeface="Courier New"/>
              <a:buChar char="o"/>
            </a:pPr>
            <a:r>
              <a:rPr lang="en-US" sz="2600">
                <a:latin typeface="Book Antiqua"/>
                <a:ea typeface="Book Antiqua"/>
                <a:cs typeface="Book Antiqua"/>
                <a:sym typeface="Book Antiqua"/>
              </a:rPr>
              <a:t>some 1NF relations are also in 2NF and </a:t>
            </a:r>
            <a:endParaRPr/>
          </a:p>
          <a:p>
            <a:pPr indent="-274320" lvl="0" marL="548640" rtl="0" algn="l">
              <a:lnSpc>
                <a:spcPct val="90000"/>
              </a:lnSpc>
              <a:spcBef>
                <a:spcPts val="0"/>
              </a:spcBef>
              <a:spcAft>
                <a:spcPts val="0"/>
              </a:spcAft>
              <a:buClr>
                <a:schemeClr val="dk1"/>
              </a:buClr>
              <a:buSzPts val="2600"/>
              <a:buFont typeface="Courier New"/>
              <a:buChar char="o"/>
            </a:pPr>
            <a:r>
              <a:rPr lang="en-US" sz="2600">
                <a:latin typeface="Book Antiqua"/>
                <a:ea typeface="Book Antiqua"/>
                <a:cs typeface="Book Antiqua"/>
                <a:sym typeface="Book Antiqua"/>
              </a:rPr>
              <a:t>some 2NF relations are also in 3NF, and so on. </a:t>
            </a:r>
            <a:endParaRPr/>
          </a:p>
        </p:txBody>
      </p:sp>
      <p:sp>
        <p:nvSpPr>
          <p:cNvPr id="273" name="Google Shape;273;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pic>
        <p:nvPicPr>
          <p:cNvPr id="274" name="Google Shape;274;p25"/>
          <p:cNvPicPr preferRelativeResize="0"/>
          <p:nvPr/>
        </p:nvPicPr>
        <p:blipFill rotWithShape="1">
          <a:blip r:embed="rId3">
            <a:alphaModFix/>
          </a:blip>
          <a:srcRect b="0" l="0" r="0" t="0"/>
          <a:stretch/>
        </p:blipFill>
        <p:spPr>
          <a:xfrm>
            <a:off x="2781300" y="2895600"/>
            <a:ext cx="6057900" cy="2627151"/>
          </a:xfrm>
          <a:prstGeom prst="rect">
            <a:avLst/>
          </a:prstGeom>
          <a:noFill/>
          <a:ln>
            <a:noFill/>
          </a:ln>
        </p:spPr>
      </p:pic>
      <p:sp>
        <p:nvSpPr>
          <p:cNvPr id="275" name="Google Shape;275;p25"/>
          <p:cNvSpPr txBox="1"/>
          <p:nvPr/>
        </p:nvSpPr>
        <p:spPr>
          <a:xfrm>
            <a:off x="1676400" y="4648200"/>
            <a:ext cx="762000" cy="50411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lang="en-US" sz="2000">
                <a:solidFill>
                  <a:srgbClr val="3333FF"/>
                </a:solidFill>
                <a:latin typeface="Book Antiqua"/>
                <a:ea typeface="Book Antiqua"/>
                <a:cs typeface="Book Antiqua"/>
                <a:sym typeface="Book Antiqua"/>
              </a:rPr>
              <a:t>Fig 4</a:t>
            </a:r>
            <a:endParaRPr sz="1600">
              <a:solidFill>
                <a:schemeClr val="dk1"/>
              </a:solidFill>
              <a:latin typeface="Book Antiqua"/>
              <a:ea typeface="Book Antiqua"/>
              <a:cs typeface="Book Antiqua"/>
              <a:sym typeface="Book Antiqua"/>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6"/>
          <p:cNvSpPr txBox="1"/>
          <p:nvPr>
            <p:ph type="title"/>
          </p:nvPr>
        </p:nvSpPr>
        <p:spPr>
          <a:xfrm>
            <a:off x="1524000" y="155575"/>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The Process of Normalization</a:t>
            </a:r>
            <a:endParaRPr sz="2800">
              <a:solidFill>
                <a:srgbClr val="FF0000"/>
              </a:solidFill>
              <a:latin typeface="Book Antiqua"/>
              <a:ea typeface="Book Antiqua"/>
              <a:cs typeface="Book Antiqua"/>
              <a:sym typeface="Book Antiqua"/>
            </a:endParaRPr>
          </a:p>
        </p:txBody>
      </p:sp>
      <p:sp>
        <p:nvSpPr>
          <p:cNvPr id="281" name="Google Shape;281;p26"/>
          <p:cNvSpPr txBox="1"/>
          <p:nvPr>
            <p:ph idx="12" type="sldNum"/>
          </p:nvPr>
        </p:nvSpPr>
        <p:spPr>
          <a:xfrm>
            <a:off x="8294242" y="6299654"/>
            <a:ext cx="740901"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
        <p:nvSpPr>
          <p:cNvPr id="282" name="Google Shape;282;p26"/>
          <p:cNvSpPr/>
          <p:nvPr/>
        </p:nvSpPr>
        <p:spPr>
          <a:xfrm>
            <a:off x="433079" y="790124"/>
            <a:ext cx="2800933" cy="744998"/>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Book Antiqua"/>
                <a:ea typeface="Book Antiqua"/>
                <a:cs typeface="Book Antiqua"/>
                <a:sym typeface="Book Antiqua"/>
              </a:rPr>
              <a:t>User Views / sample forms</a:t>
            </a:r>
            <a:endParaRPr sz="2000">
              <a:solidFill>
                <a:schemeClr val="dk1"/>
              </a:solidFill>
              <a:latin typeface="Book Antiqua"/>
              <a:ea typeface="Book Antiqua"/>
              <a:cs typeface="Book Antiqua"/>
              <a:sym typeface="Book Antiqua"/>
            </a:endParaRPr>
          </a:p>
        </p:txBody>
      </p:sp>
      <p:cxnSp>
        <p:nvCxnSpPr>
          <p:cNvPr id="283" name="Google Shape;283;p26"/>
          <p:cNvCxnSpPr/>
          <p:nvPr/>
        </p:nvCxnSpPr>
        <p:spPr>
          <a:xfrm flipH="1">
            <a:off x="1863560" y="1554914"/>
            <a:ext cx="671" cy="365760"/>
          </a:xfrm>
          <a:prstGeom prst="straightConnector1">
            <a:avLst/>
          </a:prstGeom>
          <a:noFill/>
          <a:ln cap="flat" cmpd="sng" w="25400">
            <a:solidFill>
              <a:schemeClr val="dk1"/>
            </a:solidFill>
            <a:prstDash val="solid"/>
            <a:miter lim="800000"/>
            <a:headEnd len="sm" w="sm" type="none"/>
            <a:tailEnd len="lg" w="lg" type="stealth"/>
          </a:ln>
        </p:spPr>
      </p:cxnSp>
      <p:sp>
        <p:nvSpPr>
          <p:cNvPr id="284" name="Google Shape;284;p26"/>
          <p:cNvSpPr/>
          <p:nvPr/>
        </p:nvSpPr>
        <p:spPr>
          <a:xfrm>
            <a:off x="384057" y="3005058"/>
            <a:ext cx="3352800" cy="799890"/>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Book Antiqua"/>
                <a:ea typeface="Book Antiqua"/>
                <a:cs typeface="Book Antiqua"/>
                <a:sym typeface="Book Antiqua"/>
              </a:rPr>
              <a:t>Remove Repeating groups</a:t>
            </a:r>
            <a:endParaRPr sz="2000">
              <a:solidFill>
                <a:schemeClr val="dk1"/>
              </a:solidFill>
              <a:latin typeface="Book Antiqua"/>
              <a:ea typeface="Book Antiqua"/>
              <a:cs typeface="Book Antiqua"/>
              <a:sym typeface="Book Antiqua"/>
            </a:endParaRPr>
          </a:p>
        </p:txBody>
      </p:sp>
      <p:sp>
        <p:nvSpPr>
          <p:cNvPr id="285" name="Google Shape;285;p26"/>
          <p:cNvSpPr/>
          <p:nvPr/>
        </p:nvSpPr>
        <p:spPr>
          <a:xfrm>
            <a:off x="830036" y="1910213"/>
            <a:ext cx="2133600" cy="747590"/>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Book Antiqua"/>
                <a:ea typeface="Book Antiqua"/>
                <a:cs typeface="Book Antiqua"/>
                <a:sym typeface="Book Antiqua"/>
              </a:rPr>
              <a:t>Unnormalized Relations (</a:t>
            </a:r>
            <a:r>
              <a:rPr b="1" lang="en-US" sz="2000">
                <a:solidFill>
                  <a:srgbClr val="3333FF"/>
                </a:solidFill>
                <a:latin typeface="Book Antiqua"/>
                <a:ea typeface="Book Antiqua"/>
                <a:cs typeface="Book Antiqua"/>
                <a:sym typeface="Book Antiqua"/>
              </a:rPr>
              <a:t>UNF</a:t>
            </a:r>
            <a:r>
              <a:rPr lang="en-US" sz="2000">
                <a:solidFill>
                  <a:schemeClr val="dk1"/>
                </a:solidFill>
                <a:latin typeface="Book Antiqua"/>
                <a:ea typeface="Book Antiqua"/>
                <a:cs typeface="Book Antiqua"/>
                <a:sym typeface="Book Antiqua"/>
              </a:rPr>
              <a:t>)</a:t>
            </a:r>
            <a:endParaRPr sz="2000">
              <a:solidFill>
                <a:schemeClr val="dk1"/>
              </a:solidFill>
              <a:latin typeface="Book Antiqua"/>
              <a:ea typeface="Book Antiqua"/>
              <a:cs typeface="Book Antiqua"/>
              <a:sym typeface="Book Antiqua"/>
            </a:endParaRPr>
          </a:p>
        </p:txBody>
      </p:sp>
      <p:cxnSp>
        <p:nvCxnSpPr>
          <p:cNvPr id="286" name="Google Shape;286;p26"/>
          <p:cNvCxnSpPr/>
          <p:nvPr/>
        </p:nvCxnSpPr>
        <p:spPr>
          <a:xfrm flipH="1">
            <a:off x="1862890" y="2685018"/>
            <a:ext cx="670" cy="320040"/>
          </a:xfrm>
          <a:prstGeom prst="straightConnector1">
            <a:avLst/>
          </a:prstGeom>
          <a:noFill/>
          <a:ln cap="flat" cmpd="sng" w="25400">
            <a:solidFill>
              <a:schemeClr val="dk1"/>
            </a:solidFill>
            <a:prstDash val="solid"/>
            <a:miter lim="800000"/>
            <a:headEnd len="sm" w="sm" type="none"/>
            <a:tailEnd len="lg" w="lg" type="stealth"/>
          </a:ln>
        </p:spPr>
      </p:cxnSp>
      <p:sp>
        <p:nvSpPr>
          <p:cNvPr id="287" name="Google Shape;287;p26"/>
          <p:cNvSpPr/>
          <p:nvPr/>
        </p:nvSpPr>
        <p:spPr>
          <a:xfrm>
            <a:off x="897083" y="4159960"/>
            <a:ext cx="2133600" cy="747590"/>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Book Antiqua"/>
                <a:ea typeface="Book Antiqua"/>
                <a:cs typeface="Book Antiqua"/>
                <a:sym typeface="Book Antiqua"/>
              </a:rPr>
              <a:t>Normalized Relations (</a:t>
            </a:r>
            <a:r>
              <a:rPr b="1" lang="en-US" sz="2000">
                <a:solidFill>
                  <a:srgbClr val="3333FF"/>
                </a:solidFill>
                <a:latin typeface="Book Antiqua"/>
                <a:ea typeface="Book Antiqua"/>
                <a:cs typeface="Book Antiqua"/>
                <a:sym typeface="Book Antiqua"/>
              </a:rPr>
              <a:t>1NF</a:t>
            </a:r>
            <a:r>
              <a:rPr lang="en-US" sz="2000">
                <a:solidFill>
                  <a:schemeClr val="dk1"/>
                </a:solidFill>
                <a:latin typeface="Book Antiqua"/>
                <a:ea typeface="Book Antiqua"/>
                <a:cs typeface="Book Antiqua"/>
                <a:sym typeface="Book Antiqua"/>
              </a:rPr>
              <a:t>)</a:t>
            </a:r>
            <a:endParaRPr sz="2000">
              <a:solidFill>
                <a:schemeClr val="dk1"/>
              </a:solidFill>
              <a:latin typeface="Book Antiqua"/>
              <a:ea typeface="Book Antiqua"/>
              <a:cs typeface="Book Antiqua"/>
              <a:sym typeface="Book Antiqua"/>
            </a:endParaRPr>
          </a:p>
        </p:txBody>
      </p:sp>
      <p:cxnSp>
        <p:nvCxnSpPr>
          <p:cNvPr id="288" name="Google Shape;288;p26"/>
          <p:cNvCxnSpPr/>
          <p:nvPr/>
        </p:nvCxnSpPr>
        <p:spPr>
          <a:xfrm flipH="1">
            <a:off x="1892034" y="3839920"/>
            <a:ext cx="4802" cy="320040"/>
          </a:xfrm>
          <a:prstGeom prst="straightConnector1">
            <a:avLst/>
          </a:prstGeom>
          <a:noFill/>
          <a:ln cap="flat" cmpd="sng" w="25400">
            <a:solidFill>
              <a:schemeClr val="dk1"/>
            </a:solidFill>
            <a:prstDash val="solid"/>
            <a:miter lim="800000"/>
            <a:headEnd len="sm" w="sm" type="none"/>
            <a:tailEnd len="lg" w="lg" type="stealth"/>
          </a:ln>
        </p:spPr>
      </p:cxnSp>
      <p:sp>
        <p:nvSpPr>
          <p:cNvPr id="289" name="Google Shape;289;p26"/>
          <p:cNvSpPr/>
          <p:nvPr/>
        </p:nvSpPr>
        <p:spPr>
          <a:xfrm>
            <a:off x="211434" y="5273140"/>
            <a:ext cx="3588644" cy="799890"/>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Book Antiqua"/>
                <a:ea typeface="Book Antiqua"/>
                <a:cs typeface="Book Antiqua"/>
                <a:sym typeface="Book Antiqua"/>
              </a:rPr>
              <a:t>Remove Partial dependencies on PK</a:t>
            </a:r>
            <a:endParaRPr sz="2000">
              <a:solidFill>
                <a:schemeClr val="dk1"/>
              </a:solidFill>
              <a:latin typeface="Book Antiqua"/>
              <a:ea typeface="Book Antiqua"/>
              <a:cs typeface="Book Antiqua"/>
              <a:sym typeface="Book Antiqua"/>
            </a:endParaRPr>
          </a:p>
        </p:txBody>
      </p:sp>
      <p:cxnSp>
        <p:nvCxnSpPr>
          <p:cNvPr id="290" name="Google Shape;290;p26"/>
          <p:cNvCxnSpPr/>
          <p:nvPr/>
        </p:nvCxnSpPr>
        <p:spPr>
          <a:xfrm flipH="1">
            <a:off x="1892034" y="4928051"/>
            <a:ext cx="670" cy="320040"/>
          </a:xfrm>
          <a:prstGeom prst="straightConnector1">
            <a:avLst/>
          </a:prstGeom>
          <a:noFill/>
          <a:ln cap="flat" cmpd="sng" w="25400">
            <a:solidFill>
              <a:schemeClr val="dk1"/>
            </a:solidFill>
            <a:prstDash val="solid"/>
            <a:miter lim="800000"/>
            <a:headEnd len="sm" w="sm" type="none"/>
            <a:tailEnd len="lg" w="lg" type="stealth"/>
          </a:ln>
        </p:spPr>
      </p:cxnSp>
      <p:cxnSp>
        <p:nvCxnSpPr>
          <p:cNvPr id="291" name="Google Shape;291;p26"/>
          <p:cNvCxnSpPr/>
          <p:nvPr/>
        </p:nvCxnSpPr>
        <p:spPr>
          <a:xfrm flipH="1" rot="10800000">
            <a:off x="3886200" y="6090557"/>
            <a:ext cx="32657" cy="6455"/>
          </a:xfrm>
          <a:prstGeom prst="straightConnector1">
            <a:avLst/>
          </a:prstGeom>
          <a:noFill/>
          <a:ln cap="flat" cmpd="sng" w="9525">
            <a:solidFill>
              <a:schemeClr val="accent1"/>
            </a:solidFill>
            <a:prstDash val="solid"/>
            <a:miter lim="800000"/>
            <a:headEnd len="sm" w="sm" type="none"/>
            <a:tailEnd len="sm" w="sm" type="none"/>
          </a:ln>
        </p:spPr>
      </p:cxnSp>
      <p:cxnSp>
        <p:nvCxnSpPr>
          <p:cNvPr id="292" name="Google Shape;292;p26"/>
          <p:cNvCxnSpPr>
            <a:stCxn id="289" idx="6"/>
          </p:cNvCxnSpPr>
          <p:nvPr/>
        </p:nvCxnSpPr>
        <p:spPr>
          <a:xfrm flipH="1" rot="10800000">
            <a:off x="3800078" y="5666485"/>
            <a:ext cx="471000" cy="6600"/>
          </a:xfrm>
          <a:prstGeom prst="straightConnector1">
            <a:avLst/>
          </a:prstGeom>
          <a:noFill/>
          <a:ln cap="flat" cmpd="sng" w="25400">
            <a:solidFill>
              <a:schemeClr val="dk1"/>
            </a:solidFill>
            <a:prstDash val="solid"/>
            <a:miter lim="800000"/>
            <a:headEnd len="sm" w="sm" type="none"/>
            <a:tailEnd len="sm" w="sm" type="none"/>
          </a:ln>
        </p:spPr>
      </p:cxnSp>
      <p:cxnSp>
        <p:nvCxnSpPr>
          <p:cNvPr id="293" name="Google Shape;293;p26"/>
          <p:cNvCxnSpPr/>
          <p:nvPr/>
        </p:nvCxnSpPr>
        <p:spPr>
          <a:xfrm rot="10800000">
            <a:off x="4251792" y="838201"/>
            <a:ext cx="10658" cy="4842280"/>
          </a:xfrm>
          <a:prstGeom prst="straightConnector1">
            <a:avLst/>
          </a:prstGeom>
          <a:noFill/>
          <a:ln cap="flat" cmpd="sng" w="25400">
            <a:solidFill>
              <a:schemeClr val="dk1"/>
            </a:solidFill>
            <a:prstDash val="solid"/>
            <a:miter lim="800000"/>
            <a:headEnd len="sm" w="sm" type="none"/>
            <a:tailEnd len="sm" w="sm" type="none"/>
          </a:ln>
        </p:spPr>
      </p:cxnSp>
      <p:cxnSp>
        <p:nvCxnSpPr>
          <p:cNvPr id="294" name="Google Shape;294;p26"/>
          <p:cNvCxnSpPr/>
          <p:nvPr/>
        </p:nvCxnSpPr>
        <p:spPr>
          <a:xfrm>
            <a:off x="4239685" y="838200"/>
            <a:ext cx="2209800" cy="0"/>
          </a:xfrm>
          <a:prstGeom prst="straightConnector1">
            <a:avLst/>
          </a:prstGeom>
          <a:noFill/>
          <a:ln cap="flat" cmpd="sng" w="25400">
            <a:solidFill>
              <a:schemeClr val="dk1"/>
            </a:solidFill>
            <a:prstDash val="solid"/>
            <a:miter lim="800000"/>
            <a:headEnd len="sm" w="sm" type="none"/>
            <a:tailEnd len="sm" w="sm" type="none"/>
          </a:ln>
        </p:spPr>
      </p:cxnSp>
      <p:cxnSp>
        <p:nvCxnSpPr>
          <p:cNvPr id="295" name="Google Shape;295;p26"/>
          <p:cNvCxnSpPr/>
          <p:nvPr/>
        </p:nvCxnSpPr>
        <p:spPr>
          <a:xfrm flipH="1">
            <a:off x="6448814" y="828351"/>
            <a:ext cx="671" cy="365760"/>
          </a:xfrm>
          <a:prstGeom prst="straightConnector1">
            <a:avLst/>
          </a:prstGeom>
          <a:noFill/>
          <a:ln cap="flat" cmpd="sng" w="25400">
            <a:solidFill>
              <a:schemeClr val="dk1"/>
            </a:solidFill>
            <a:prstDash val="solid"/>
            <a:miter lim="800000"/>
            <a:headEnd len="sm" w="sm" type="none"/>
            <a:tailEnd len="lg" w="lg" type="stealth"/>
          </a:ln>
        </p:spPr>
      </p:cxnSp>
      <p:sp>
        <p:nvSpPr>
          <p:cNvPr id="296" name="Google Shape;296;p26"/>
          <p:cNvSpPr/>
          <p:nvPr/>
        </p:nvSpPr>
        <p:spPr>
          <a:xfrm>
            <a:off x="5382685" y="1192630"/>
            <a:ext cx="2133600" cy="747590"/>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Book Antiqua"/>
                <a:ea typeface="Book Antiqua"/>
                <a:cs typeface="Book Antiqua"/>
                <a:sym typeface="Book Antiqua"/>
              </a:rPr>
              <a:t>Second Normal Form (</a:t>
            </a:r>
            <a:r>
              <a:rPr b="1" lang="en-US" sz="2000">
                <a:solidFill>
                  <a:srgbClr val="3333FF"/>
                </a:solidFill>
                <a:latin typeface="Book Antiqua"/>
                <a:ea typeface="Book Antiqua"/>
                <a:cs typeface="Book Antiqua"/>
                <a:sym typeface="Book Antiqua"/>
              </a:rPr>
              <a:t>2NF</a:t>
            </a:r>
            <a:r>
              <a:rPr lang="en-US" sz="2000">
                <a:solidFill>
                  <a:schemeClr val="dk1"/>
                </a:solidFill>
                <a:latin typeface="Book Antiqua"/>
                <a:ea typeface="Book Antiqua"/>
                <a:cs typeface="Book Antiqua"/>
                <a:sym typeface="Book Antiqua"/>
              </a:rPr>
              <a:t>)</a:t>
            </a:r>
            <a:endParaRPr sz="2000">
              <a:solidFill>
                <a:schemeClr val="dk1"/>
              </a:solidFill>
              <a:latin typeface="Book Antiqua"/>
              <a:ea typeface="Book Antiqua"/>
              <a:cs typeface="Book Antiqua"/>
              <a:sym typeface="Book Antiqua"/>
            </a:endParaRPr>
          </a:p>
        </p:txBody>
      </p:sp>
      <p:sp>
        <p:nvSpPr>
          <p:cNvPr id="297" name="Google Shape;297;p26"/>
          <p:cNvSpPr/>
          <p:nvPr/>
        </p:nvSpPr>
        <p:spPr>
          <a:xfrm>
            <a:off x="4685523" y="2312577"/>
            <a:ext cx="3725388" cy="799890"/>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Book Antiqua"/>
                <a:ea typeface="Book Antiqua"/>
                <a:cs typeface="Book Antiqua"/>
                <a:sym typeface="Book Antiqua"/>
              </a:rPr>
              <a:t>Remove Transitive dependencies on PK</a:t>
            </a:r>
            <a:endParaRPr sz="2000">
              <a:solidFill>
                <a:schemeClr val="dk1"/>
              </a:solidFill>
              <a:latin typeface="Book Antiqua"/>
              <a:ea typeface="Book Antiqua"/>
              <a:cs typeface="Book Antiqua"/>
              <a:sym typeface="Book Antiqua"/>
            </a:endParaRPr>
          </a:p>
        </p:txBody>
      </p:sp>
      <p:cxnSp>
        <p:nvCxnSpPr>
          <p:cNvPr id="298" name="Google Shape;298;p26"/>
          <p:cNvCxnSpPr/>
          <p:nvPr/>
        </p:nvCxnSpPr>
        <p:spPr>
          <a:xfrm flipH="1">
            <a:off x="6507500" y="1982030"/>
            <a:ext cx="670" cy="320040"/>
          </a:xfrm>
          <a:prstGeom prst="straightConnector1">
            <a:avLst/>
          </a:prstGeom>
          <a:noFill/>
          <a:ln cap="flat" cmpd="sng" w="25400">
            <a:solidFill>
              <a:schemeClr val="dk1"/>
            </a:solidFill>
            <a:prstDash val="solid"/>
            <a:miter lim="800000"/>
            <a:headEnd len="sm" w="sm" type="none"/>
            <a:tailEnd len="lg" w="lg" type="stealth"/>
          </a:ln>
        </p:spPr>
      </p:cxnSp>
      <p:sp>
        <p:nvSpPr>
          <p:cNvPr id="299" name="Google Shape;299;p26"/>
          <p:cNvSpPr/>
          <p:nvPr/>
        </p:nvSpPr>
        <p:spPr>
          <a:xfrm>
            <a:off x="5577994" y="3400052"/>
            <a:ext cx="2133600" cy="747590"/>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Book Antiqua"/>
                <a:ea typeface="Book Antiqua"/>
                <a:cs typeface="Book Antiqua"/>
                <a:sym typeface="Book Antiqua"/>
              </a:rPr>
              <a:t>Third Normal Form (</a:t>
            </a:r>
            <a:r>
              <a:rPr b="1" lang="en-US" sz="2000">
                <a:solidFill>
                  <a:srgbClr val="3333FF"/>
                </a:solidFill>
                <a:latin typeface="Book Antiqua"/>
                <a:ea typeface="Book Antiqua"/>
                <a:cs typeface="Book Antiqua"/>
                <a:sym typeface="Book Antiqua"/>
              </a:rPr>
              <a:t>3NF</a:t>
            </a:r>
            <a:r>
              <a:rPr lang="en-US" sz="2000">
                <a:solidFill>
                  <a:schemeClr val="dk1"/>
                </a:solidFill>
                <a:latin typeface="Book Antiqua"/>
                <a:ea typeface="Book Antiqua"/>
                <a:cs typeface="Book Antiqua"/>
                <a:sym typeface="Book Antiqua"/>
              </a:rPr>
              <a:t>)</a:t>
            </a:r>
            <a:endParaRPr sz="2000">
              <a:solidFill>
                <a:schemeClr val="dk1"/>
              </a:solidFill>
              <a:latin typeface="Book Antiqua"/>
              <a:ea typeface="Book Antiqua"/>
              <a:cs typeface="Book Antiqua"/>
              <a:sym typeface="Book Antiqua"/>
            </a:endParaRPr>
          </a:p>
        </p:txBody>
      </p:sp>
      <p:cxnSp>
        <p:nvCxnSpPr>
          <p:cNvPr id="300" name="Google Shape;300;p26"/>
          <p:cNvCxnSpPr/>
          <p:nvPr/>
        </p:nvCxnSpPr>
        <p:spPr>
          <a:xfrm flipH="1">
            <a:off x="6547547" y="3099321"/>
            <a:ext cx="670" cy="320040"/>
          </a:xfrm>
          <a:prstGeom prst="straightConnector1">
            <a:avLst/>
          </a:prstGeom>
          <a:noFill/>
          <a:ln cap="flat" cmpd="sng" w="25400">
            <a:solidFill>
              <a:schemeClr val="dk1"/>
            </a:solidFill>
            <a:prstDash val="solid"/>
            <a:miter lim="800000"/>
            <a:headEnd len="sm" w="sm" type="none"/>
            <a:tailEnd len="lg" w="lg" type="stealth"/>
          </a:ln>
        </p:spPr>
      </p:cxnSp>
      <p:sp>
        <p:nvSpPr>
          <p:cNvPr id="301" name="Google Shape;301;p26"/>
          <p:cNvSpPr txBox="1"/>
          <p:nvPr/>
        </p:nvSpPr>
        <p:spPr>
          <a:xfrm>
            <a:off x="7945899" y="1178906"/>
            <a:ext cx="762000" cy="50411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lang="en-US" sz="2000">
                <a:solidFill>
                  <a:srgbClr val="3333FF"/>
                </a:solidFill>
                <a:latin typeface="Book Antiqua"/>
                <a:ea typeface="Book Antiqua"/>
                <a:cs typeface="Book Antiqua"/>
                <a:sym typeface="Book Antiqua"/>
              </a:rPr>
              <a:t>Fig 5</a:t>
            </a:r>
            <a:endParaRPr sz="1600">
              <a:solidFill>
                <a:schemeClr val="dk1"/>
              </a:solidFill>
              <a:latin typeface="Book Antiqua"/>
              <a:ea typeface="Book Antiqua"/>
              <a:cs typeface="Book Antiqua"/>
              <a:sym typeface="Book Antiqua"/>
            </a:endParaRPr>
          </a:p>
        </p:txBody>
      </p:sp>
      <p:sp>
        <p:nvSpPr>
          <p:cNvPr id="302" name="Google Shape;302;p26"/>
          <p:cNvSpPr/>
          <p:nvPr/>
        </p:nvSpPr>
        <p:spPr>
          <a:xfrm>
            <a:off x="4495775" y="4487127"/>
            <a:ext cx="4281426" cy="799890"/>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Book Antiqua"/>
                <a:ea typeface="Book Antiqua"/>
                <a:cs typeface="Book Antiqua"/>
                <a:sym typeface="Book Antiqua"/>
              </a:rPr>
              <a:t>Remove dependencies on other candidate keys</a:t>
            </a:r>
            <a:endParaRPr sz="2000">
              <a:solidFill>
                <a:schemeClr val="dk1"/>
              </a:solidFill>
              <a:latin typeface="Book Antiqua"/>
              <a:ea typeface="Book Antiqua"/>
              <a:cs typeface="Book Antiqua"/>
              <a:sym typeface="Book Antiqua"/>
            </a:endParaRPr>
          </a:p>
        </p:txBody>
      </p:sp>
      <p:cxnSp>
        <p:nvCxnSpPr>
          <p:cNvPr id="303" name="Google Shape;303;p26"/>
          <p:cNvCxnSpPr/>
          <p:nvPr/>
        </p:nvCxnSpPr>
        <p:spPr>
          <a:xfrm flipH="1">
            <a:off x="6563239" y="4167087"/>
            <a:ext cx="670" cy="320040"/>
          </a:xfrm>
          <a:prstGeom prst="straightConnector1">
            <a:avLst/>
          </a:prstGeom>
          <a:noFill/>
          <a:ln cap="flat" cmpd="sng" w="25400">
            <a:solidFill>
              <a:schemeClr val="dk1"/>
            </a:solidFill>
            <a:prstDash val="solid"/>
            <a:miter lim="800000"/>
            <a:headEnd len="sm" w="sm" type="none"/>
            <a:tailEnd len="lg" w="lg" type="stealth"/>
          </a:ln>
        </p:spPr>
      </p:cxnSp>
      <p:cxnSp>
        <p:nvCxnSpPr>
          <p:cNvPr id="304" name="Google Shape;304;p26"/>
          <p:cNvCxnSpPr/>
          <p:nvPr/>
        </p:nvCxnSpPr>
        <p:spPr>
          <a:xfrm flipH="1">
            <a:off x="6568749" y="5327565"/>
            <a:ext cx="670" cy="320040"/>
          </a:xfrm>
          <a:prstGeom prst="straightConnector1">
            <a:avLst/>
          </a:prstGeom>
          <a:noFill/>
          <a:ln cap="flat" cmpd="sng" w="25400">
            <a:solidFill>
              <a:schemeClr val="dk1"/>
            </a:solidFill>
            <a:prstDash val="solid"/>
            <a:miter lim="800000"/>
            <a:headEnd len="sm" w="sm" type="none"/>
            <a:tailEnd len="lg" w="lg" type="stealth"/>
          </a:ln>
        </p:spPr>
      </p:cxnSp>
      <p:sp>
        <p:nvSpPr>
          <p:cNvPr id="305" name="Google Shape;305;p26"/>
          <p:cNvSpPr/>
          <p:nvPr/>
        </p:nvSpPr>
        <p:spPr>
          <a:xfrm>
            <a:off x="5215422" y="5680481"/>
            <a:ext cx="2882877" cy="747590"/>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Book Antiqua"/>
                <a:ea typeface="Book Antiqua"/>
                <a:cs typeface="Book Antiqua"/>
                <a:sym typeface="Book Antiqua"/>
              </a:rPr>
              <a:t>Boyce-Codd Normal Form (</a:t>
            </a:r>
            <a:r>
              <a:rPr b="1" lang="en-US" sz="2000">
                <a:solidFill>
                  <a:srgbClr val="3333FF"/>
                </a:solidFill>
                <a:latin typeface="Book Antiqua"/>
                <a:ea typeface="Book Antiqua"/>
                <a:cs typeface="Book Antiqua"/>
                <a:sym typeface="Book Antiqua"/>
              </a:rPr>
              <a:t>BCNF</a:t>
            </a:r>
            <a:r>
              <a:rPr lang="en-US" sz="2000">
                <a:solidFill>
                  <a:schemeClr val="dk1"/>
                </a:solidFill>
                <a:latin typeface="Book Antiqua"/>
                <a:ea typeface="Book Antiqua"/>
                <a:cs typeface="Book Antiqua"/>
                <a:sym typeface="Book Antiqua"/>
              </a:rPr>
              <a:t>)</a:t>
            </a:r>
            <a:endParaRPr sz="2000">
              <a:solidFill>
                <a:schemeClr val="dk1"/>
              </a:solidFill>
              <a:latin typeface="Book Antiqua"/>
              <a:ea typeface="Book Antiqua"/>
              <a:cs typeface="Book Antiqua"/>
              <a:sym typeface="Book Antiqua"/>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7"/>
          <p:cNvSpPr txBox="1"/>
          <p:nvPr>
            <p:ph type="title"/>
          </p:nvPr>
        </p:nvSpPr>
        <p:spPr>
          <a:xfrm>
            <a:off x="1524000" y="311150"/>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The Process of Normalization</a:t>
            </a:r>
            <a:endParaRPr sz="2800">
              <a:solidFill>
                <a:srgbClr val="FF0000"/>
              </a:solidFill>
              <a:latin typeface="Book Antiqua"/>
              <a:ea typeface="Book Antiqua"/>
              <a:cs typeface="Book Antiqua"/>
              <a:sym typeface="Book Antiqua"/>
            </a:endParaRPr>
          </a:p>
        </p:txBody>
      </p:sp>
      <p:sp>
        <p:nvSpPr>
          <p:cNvPr id="311" name="Google Shape;311;p27"/>
          <p:cNvSpPr txBox="1"/>
          <p:nvPr>
            <p:ph idx="1" type="body"/>
          </p:nvPr>
        </p:nvSpPr>
        <p:spPr>
          <a:xfrm>
            <a:off x="304800" y="927100"/>
            <a:ext cx="8610600" cy="5553075"/>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500"/>
              <a:buFont typeface="Noto Sans Symbols"/>
              <a:buChar char="▪"/>
            </a:pPr>
            <a:r>
              <a:rPr lang="en-US" sz="2500">
                <a:latin typeface="Book Antiqua"/>
                <a:ea typeface="Book Antiqua"/>
                <a:cs typeface="Book Antiqua"/>
                <a:sym typeface="Book Antiqua"/>
              </a:rPr>
              <a:t>In this lecture (and next), we describe normalization as a </a:t>
            </a:r>
            <a:r>
              <a:rPr b="1" i="1" lang="en-US" sz="2500">
                <a:solidFill>
                  <a:srgbClr val="00B050"/>
                </a:solidFill>
                <a:latin typeface="Book Antiqua"/>
                <a:ea typeface="Book Antiqua"/>
                <a:cs typeface="Book Antiqua"/>
                <a:sym typeface="Book Antiqua"/>
              </a:rPr>
              <a:t>bottom-up technique</a:t>
            </a:r>
            <a:r>
              <a:rPr lang="en-US" sz="2500">
                <a:latin typeface="Book Antiqua"/>
                <a:ea typeface="Book Antiqua"/>
                <a:cs typeface="Book Antiqua"/>
                <a:sym typeface="Book Antiqua"/>
              </a:rPr>
              <a:t> </a:t>
            </a:r>
            <a:endParaRPr/>
          </a:p>
          <a:p>
            <a:pPr indent="-274320" lvl="0" marL="548640" rtl="0" algn="just">
              <a:lnSpc>
                <a:spcPct val="90000"/>
              </a:lnSpc>
              <a:spcBef>
                <a:spcPts val="0"/>
              </a:spcBef>
              <a:spcAft>
                <a:spcPts val="0"/>
              </a:spcAft>
              <a:buClr>
                <a:schemeClr val="dk1"/>
              </a:buClr>
              <a:buSzPts val="2500"/>
              <a:buFont typeface="Courier New"/>
              <a:buChar char="o"/>
            </a:pPr>
            <a:r>
              <a:rPr lang="en-US" sz="2500">
                <a:latin typeface="Book Antiqua"/>
                <a:ea typeface="Book Antiqua"/>
                <a:cs typeface="Book Antiqua"/>
                <a:sym typeface="Book Antiqua"/>
              </a:rPr>
              <a:t>extracting information about attributes from sample forms that are first transformed into table format, </a:t>
            </a:r>
            <a:endParaRPr/>
          </a:p>
          <a:p>
            <a:pPr indent="-274320" lvl="0" marL="548640" rtl="0" algn="just">
              <a:lnSpc>
                <a:spcPct val="90000"/>
              </a:lnSpc>
              <a:spcBef>
                <a:spcPts val="0"/>
              </a:spcBef>
              <a:spcAft>
                <a:spcPts val="0"/>
              </a:spcAft>
              <a:buClr>
                <a:schemeClr val="dk1"/>
              </a:buClr>
              <a:buSzPts val="2400"/>
              <a:buFont typeface="Courier New"/>
              <a:buChar char="o"/>
            </a:pPr>
            <a:r>
              <a:rPr lang="en-US" sz="2400">
                <a:latin typeface="Book Antiqua"/>
                <a:ea typeface="Book Antiqua"/>
                <a:cs typeface="Book Antiqua"/>
                <a:sym typeface="Book Antiqua"/>
              </a:rPr>
              <a:t>which is described as being in </a:t>
            </a:r>
            <a:r>
              <a:rPr b="1" i="1" lang="en-US" sz="2400">
                <a:solidFill>
                  <a:srgbClr val="00B050"/>
                </a:solidFill>
                <a:latin typeface="Book Antiqua"/>
                <a:ea typeface="Book Antiqua"/>
                <a:cs typeface="Book Antiqua"/>
                <a:sym typeface="Book Antiqua"/>
              </a:rPr>
              <a:t>Unnormalized Form (UNF)</a:t>
            </a:r>
            <a:r>
              <a:rPr lang="en-US" sz="2400">
                <a:latin typeface="Book Antiqua"/>
                <a:ea typeface="Book Antiqua"/>
                <a:cs typeface="Book Antiqua"/>
                <a:sym typeface="Book Antiqua"/>
              </a:rPr>
              <a:t>. </a:t>
            </a:r>
            <a:endParaRPr/>
          </a:p>
          <a:p>
            <a:pPr indent="-274320" lvl="0" marL="274320" rtl="0" algn="just">
              <a:lnSpc>
                <a:spcPct val="90000"/>
              </a:lnSpc>
              <a:spcBef>
                <a:spcPts val="750"/>
              </a:spcBef>
              <a:spcAft>
                <a:spcPts val="0"/>
              </a:spcAft>
              <a:buClr>
                <a:schemeClr val="dk1"/>
              </a:buClr>
              <a:buSzPts val="2500"/>
              <a:buFont typeface="Noto Sans Symbols"/>
              <a:buChar char="▪"/>
            </a:pPr>
            <a:r>
              <a:rPr lang="en-US" sz="2500">
                <a:latin typeface="Book Antiqua"/>
                <a:ea typeface="Book Antiqua"/>
                <a:cs typeface="Book Antiqua"/>
                <a:sym typeface="Book Antiqua"/>
              </a:rPr>
              <a:t>This table is then subjected progressively to the different requirements </a:t>
            </a:r>
            <a:endParaRPr/>
          </a:p>
          <a:p>
            <a:pPr indent="-274320" lvl="0" marL="548640" rtl="0" algn="just">
              <a:lnSpc>
                <a:spcPct val="90000"/>
              </a:lnSpc>
              <a:spcBef>
                <a:spcPts val="0"/>
              </a:spcBef>
              <a:spcAft>
                <a:spcPts val="0"/>
              </a:spcAft>
              <a:buClr>
                <a:schemeClr val="dk1"/>
              </a:buClr>
              <a:buSzPts val="2500"/>
              <a:buFont typeface="Courier New"/>
              <a:buChar char="o"/>
            </a:pPr>
            <a:r>
              <a:rPr lang="en-US" sz="2500">
                <a:latin typeface="Book Antiqua"/>
                <a:ea typeface="Book Antiqua"/>
                <a:cs typeface="Book Antiqua"/>
                <a:sym typeface="Book Antiqua"/>
              </a:rPr>
              <a:t>associated with each normal form </a:t>
            </a:r>
            <a:endParaRPr/>
          </a:p>
          <a:p>
            <a:pPr indent="-274320" lvl="0" marL="548640" rtl="0" algn="just">
              <a:lnSpc>
                <a:spcPct val="90000"/>
              </a:lnSpc>
              <a:spcBef>
                <a:spcPts val="0"/>
              </a:spcBef>
              <a:spcAft>
                <a:spcPts val="0"/>
              </a:spcAft>
              <a:buClr>
                <a:schemeClr val="dk1"/>
              </a:buClr>
              <a:buSzPts val="2500"/>
              <a:buFont typeface="Courier New"/>
              <a:buChar char="o"/>
            </a:pPr>
            <a:r>
              <a:rPr lang="en-US" sz="2500">
                <a:latin typeface="Book Antiqua"/>
                <a:ea typeface="Book Antiqua"/>
                <a:cs typeface="Book Antiqua"/>
                <a:sym typeface="Book Antiqua"/>
              </a:rPr>
              <a:t>until ultimately the attributes shown in the original sample forms are represented as a set of 3NF relations. </a:t>
            </a:r>
            <a:endParaRPr/>
          </a:p>
          <a:p>
            <a:pPr indent="-274320" lvl="0" marL="274320" rtl="0" algn="just">
              <a:lnSpc>
                <a:spcPct val="90000"/>
              </a:lnSpc>
              <a:spcBef>
                <a:spcPts val="750"/>
              </a:spcBef>
              <a:spcAft>
                <a:spcPts val="0"/>
              </a:spcAft>
              <a:buClr>
                <a:schemeClr val="dk1"/>
              </a:buClr>
              <a:buSzPts val="2400"/>
              <a:buFont typeface="Noto Sans Symbols"/>
              <a:buChar char="▪"/>
            </a:pPr>
            <a:r>
              <a:rPr lang="en-US" sz="2400">
                <a:latin typeface="Book Antiqua"/>
                <a:ea typeface="Book Antiqua"/>
                <a:cs typeface="Book Antiqua"/>
                <a:sym typeface="Book Antiqua"/>
              </a:rPr>
              <a:t>To simplify the description of normalization we assume that </a:t>
            </a:r>
            <a:endParaRPr/>
          </a:p>
          <a:p>
            <a:pPr indent="-274320" lvl="0" marL="548640" rtl="0" algn="just">
              <a:lnSpc>
                <a:spcPct val="90000"/>
              </a:lnSpc>
              <a:spcBef>
                <a:spcPts val="0"/>
              </a:spcBef>
              <a:spcAft>
                <a:spcPts val="0"/>
              </a:spcAft>
              <a:buClr>
                <a:schemeClr val="dk1"/>
              </a:buClr>
              <a:buSzPts val="2400"/>
              <a:buFont typeface="Courier New"/>
              <a:buChar char="o"/>
            </a:pPr>
            <a:r>
              <a:rPr lang="en-US" sz="2400">
                <a:latin typeface="Book Antiqua"/>
                <a:ea typeface="Book Antiqua"/>
                <a:cs typeface="Book Antiqua"/>
                <a:sym typeface="Book Antiqua"/>
              </a:rPr>
              <a:t>a set of functional dependencies is given for each relation in the worked examples and </a:t>
            </a:r>
            <a:endParaRPr/>
          </a:p>
          <a:p>
            <a:pPr indent="-274320" lvl="0" marL="548640" rtl="0" algn="just">
              <a:lnSpc>
                <a:spcPct val="90000"/>
              </a:lnSpc>
              <a:spcBef>
                <a:spcPts val="0"/>
              </a:spcBef>
              <a:spcAft>
                <a:spcPts val="0"/>
              </a:spcAft>
              <a:buClr>
                <a:schemeClr val="dk1"/>
              </a:buClr>
              <a:buSzPts val="2400"/>
              <a:buFont typeface="Courier New"/>
              <a:buChar char="o"/>
            </a:pPr>
            <a:r>
              <a:rPr lang="en-US" sz="2400">
                <a:latin typeface="Book Antiqua"/>
                <a:ea typeface="Book Antiqua"/>
                <a:cs typeface="Book Antiqua"/>
                <a:sym typeface="Book Antiqua"/>
              </a:rPr>
              <a:t>each relation has a designated primary key. </a:t>
            </a:r>
            <a:endParaRPr/>
          </a:p>
        </p:txBody>
      </p:sp>
      <p:sp>
        <p:nvSpPr>
          <p:cNvPr id="312" name="Google Shape;312;p27"/>
          <p:cNvSpPr txBox="1"/>
          <p:nvPr>
            <p:ph idx="12" type="sldNum"/>
          </p:nvPr>
        </p:nvSpPr>
        <p:spPr>
          <a:xfrm>
            <a:off x="8305800" y="6245225"/>
            <a:ext cx="609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8"/>
          <p:cNvSpPr txBox="1"/>
          <p:nvPr>
            <p:ph type="title"/>
          </p:nvPr>
        </p:nvSpPr>
        <p:spPr>
          <a:xfrm>
            <a:off x="1600200" y="152400"/>
            <a:ext cx="5715000" cy="70167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600">
                <a:solidFill>
                  <a:srgbClr val="FF0000"/>
                </a:solidFill>
                <a:latin typeface="Book Antiqua"/>
                <a:ea typeface="Book Antiqua"/>
                <a:cs typeface="Book Antiqua"/>
                <a:sym typeface="Book Antiqua"/>
              </a:rPr>
              <a:t>Unnormalized Form (UNF)</a:t>
            </a:r>
            <a:br>
              <a:rPr b="1" lang="en-US" sz="2600">
                <a:solidFill>
                  <a:srgbClr val="FF0000"/>
                </a:solidFill>
                <a:latin typeface="Book Antiqua"/>
                <a:ea typeface="Book Antiqua"/>
                <a:cs typeface="Book Antiqua"/>
                <a:sym typeface="Book Antiqua"/>
              </a:rPr>
            </a:br>
            <a:r>
              <a:rPr b="1" lang="en-US" sz="2600">
                <a:solidFill>
                  <a:srgbClr val="FF0000"/>
                </a:solidFill>
                <a:latin typeface="Book Antiqua"/>
                <a:ea typeface="Book Antiqua"/>
                <a:cs typeface="Book Antiqua"/>
                <a:sym typeface="Book Antiqua"/>
              </a:rPr>
              <a:t>First Normal Form (1NF)</a:t>
            </a:r>
            <a:endParaRPr sz="2600">
              <a:solidFill>
                <a:srgbClr val="FF0000"/>
              </a:solidFill>
              <a:latin typeface="Book Antiqua"/>
              <a:ea typeface="Book Antiqua"/>
              <a:cs typeface="Book Antiqua"/>
              <a:sym typeface="Book Antiqua"/>
            </a:endParaRPr>
          </a:p>
        </p:txBody>
      </p:sp>
      <p:sp>
        <p:nvSpPr>
          <p:cNvPr id="318" name="Google Shape;318;p28"/>
          <p:cNvSpPr txBox="1"/>
          <p:nvPr>
            <p:ph idx="1" type="body"/>
          </p:nvPr>
        </p:nvSpPr>
        <p:spPr>
          <a:xfrm>
            <a:off x="165100" y="990600"/>
            <a:ext cx="8750300" cy="5657850"/>
          </a:xfrm>
          <a:prstGeom prst="rect">
            <a:avLst/>
          </a:prstGeom>
          <a:noFill/>
          <a:ln>
            <a:noFill/>
          </a:ln>
        </p:spPr>
        <p:txBody>
          <a:bodyPr anchorCtr="0" anchor="t" bIns="45700" lIns="91425" spcFirstLastPara="1" rIns="91425" wrap="square" tIns="45700">
            <a:normAutofit/>
          </a:bodyPr>
          <a:lstStyle/>
          <a:p>
            <a:pPr indent="-274320" lvl="0" marL="274320" rtl="0" algn="just">
              <a:lnSpc>
                <a:spcPct val="95000"/>
              </a:lnSpc>
              <a:spcBef>
                <a:spcPts val="0"/>
              </a:spcBef>
              <a:spcAft>
                <a:spcPts val="0"/>
              </a:spcAft>
              <a:buClr>
                <a:schemeClr val="dk1"/>
              </a:buClr>
              <a:buSzPts val="2500"/>
              <a:buFont typeface="Noto Sans Symbols"/>
              <a:buChar char="▪"/>
            </a:pPr>
            <a:r>
              <a:rPr lang="en-US" sz="2500">
                <a:latin typeface="Book Antiqua"/>
                <a:ea typeface="Book Antiqua"/>
                <a:cs typeface="Book Antiqua"/>
                <a:sym typeface="Book Antiqua"/>
              </a:rPr>
              <a:t>Before discussing First Normal Form, we provide a definition of the state prior to First Normal Form.</a:t>
            </a:r>
            <a:endParaRPr/>
          </a:p>
          <a:p>
            <a:pPr indent="-274320" lvl="0" marL="274320" rtl="0" algn="just">
              <a:lnSpc>
                <a:spcPct val="95000"/>
              </a:lnSpc>
              <a:spcBef>
                <a:spcPts val="600"/>
              </a:spcBef>
              <a:spcAft>
                <a:spcPts val="0"/>
              </a:spcAft>
              <a:buClr>
                <a:schemeClr val="dk1"/>
              </a:buClr>
              <a:buSzPts val="2500"/>
              <a:buFont typeface="Noto Sans Symbols"/>
              <a:buChar char="▪"/>
            </a:pPr>
            <a:r>
              <a:rPr b="1" lang="en-US" sz="2500">
                <a:latin typeface="Book Antiqua"/>
                <a:ea typeface="Book Antiqua"/>
                <a:cs typeface="Book Antiqua"/>
                <a:sym typeface="Book Antiqua"/>
              </a:rPr>
              <a:t>Unnormalized Form (UNF) </a:t>
            </a:r>
            <a:r>
              <a:rPr lang="en-US" sz="2500">
                <a:latin typeface="Book Antiqua"/>
                <a:ea typeface="Book Antiqua"/>
                <a:cs typeface="Book Antiqua"/>
                <a:sym typeface="Book Antiqua"/>
              </a:rPr>
              <a:t>A table that contains one or more repeating groups. </a:t>
            </a:r>
            <a:endParaRPr/>
          </a:p>
          <a:p>
            <a:pPr indent="-274320" lvl="0" marL="274320" rtl="0" algn="just">
              <a:lnSpc>
                <a:spcPct val="95000"/>
              </a:lnSpc>
              <a:spcBef>
                <a:spcPts val="600"/>
              </a:spcBef>
              <a:spcAft>
                <a:spcPts val="0"/>
              </a:spcAft>
              <a:buClr>
                <a:schemeClr val="dk1"/>
              </a:buClr>
              <a:buSzPts val="2500"/>
              <a:buFont typeface="Noto Sans Symbols"/>
              <a:buChar char="▪"/>
            </a:pPr>
            <a:r>
              <a:rPr b="1" lang="en-US" sz="2500">
                <a:latin typeface="Book Antiqua"/>
                <a:ea typeface="Book Antiqua"/>
                <a:cs typeface="Book Antiqua"/>
                <a:sym typeface="Book Antiqua"/>
              </a:rPr>
              <a:t>First Normal Form (1NF) </a:t>
            </a:r>
            <a:r>
              <a:rPr lang="en-US" sz="2500">
                <a:latin typeface="Book Antiqua"/>
                <a:ea typeface="Book Antiqua"/>
                <a:cs typeface="Book Antiqua"/>
                <a:sym typeface="Book Antiqua"/>
              </a:rPr>
              <a:t>A relation in which the intersection of each row and column contains one and only one value.</a:t>
            </a:r>
            <a:endParaRPr/>
          </a:p>
          <a:p>
            <a:pPr indent="-274320" lvl="0" marL="274320" rtl="0" algn="just">
              <a:lnSpc>
                <a:spcPct val="95000"/>
              </a:lnSpc>
              <a:spcBef>
                <a:spcPts val="600"/>
              </a:spcBef>
              <a:spcAft>
                <a:spcPts val="0"/>
              </a:spcAft>
              <a:buClr>
                <a:schemeClr val="dk1"/>
              </a:buClr>
              <a:buSzPts val="2500"/>
              <a:buFont typeface="Noto Sans Symbols"/>
              <a:buChar char="▪"/>
            </a:pPr>
            <a:r>
              <a:rPr lang="en-US" sz="2500">
                <a:latin typeface="Book Antiqua"/>
                <a:ea typeface="Book Antiqua"/>
                <a:cs typeface="Book Antiqua"/>
                <a:sym typeface="Book Antiqua"/>
              </a:rPr>
              <a:t>We begin the process of normalization by first transferring the data from the source (for example, a </a:t>
            </a:r>
            <a:r>
              <a:rPr b="1" i="1" lang="en-US" sz="2500">
                <a:solidFill>
                  <a:srgbClr val="00B050"/>
                </a:solidFill>
                <a:latin typeface="Book Antiqua"/>
                <a:ea typeface="Book Antiqua"/>
                <a:cs typeface="Book Antiqua"/>
                <a:sym typeface="Book Antiqua"/>
              </a:rPr>
              <a:t>standard data entry form</a:t>
            </a:r>
            <a:r>
              <a:rPr lang="en-US" sz="2500">
                <a:latin typeface="Book Antiqua"/>
                <a:ea typeface="Book Antiqua"/>
                <a:cs typeface="Book Antiqua"/>
                <a:sym typeface="Book Antiqua"/>
              </a:rPr>
              <a:t>) into table format with rows and columns. </a:t>
            </a:r>
            <a:endParaRPr sz="2500">
              <a:latin typeface="Book Antiqua"/>
              <a:ea typeface="Book Antiqua"/>
              <a:cs typeface="Book Antiqua"/>
              <a:sym typeface="Book Antiqua"/>
            </a:endParaRPr>
          </a:p>
          <a:p>
            <a:pPr indent="-274320" lvl="0" marL="274320" rtl="0" algn="just">
              <a:lnSpc>
                <a:spcPct val="95000"/>
              </a:lnSpc>
              <a:spcBef>
                <a:spcPts val="600"/>
              </a:spcBef>
              <a:spcAft>
                <a:spcPts val="0"/>
              </a:spcAft>
              <a:buClr>
                <a:schemeClr val="dk1"/>
              </a:buClr>
              <a:buSzPts val="2500"/>
              <a:buFont typeface="Noto Sans Symbols"/>
              <a:buChar char="▪"/>
            </a:pPr>
            <a:r>
              <a:rPr lang="en-US" sz="2500">
                <a:latin typeface="Book Antiqua"/>
                <a:ea typeface="Book Antiqua"/>
                <a:cs typeface="Book Antiqua"/>
                <a:sym typeface="Book Antiqua"/>
              </a:rPr>
              <a:t>We demonstrate this in the following worked example using the </a:t>
            </a:r>
            <a:r>
              <a:rPr i="1" lang="en-US" sz="2500">
                <a:latin typeface="Book Antiqua"/>
                <a:ea typeface="Book Antiqua"/>
                <a:cs typeface="Book Antiqua"/>
                <a:sym typeface="Book Antiqua"/>
              </a:rPr>
              <a:t>DreamHome </a:t>
            </a:r>
            <a:r>
              <a:rPr lang="en-US" sz="2500">
                <a:latin typeface="Book Antiqua"/>
                <a:ea typeface="Book Antiqua"/>
                <a:cs typeface="Book Antiqua"/>
                <a:sym typeface="Book Antiqua"/>
              </a:rPr>
              <a:t>case study.</a:t>
            </a:r>
            <a:endParaRPr/>
          </a:p>
          <a:p>
            <a:pPr indent="-274320" lvl="0" marL="274320" rtl="0" algn="just">
              <a:lnSpc>
                <a:spcPct val="95000"/>
              </a:lnSpc>
              <a:spcBef>
                <a:spcPts val="600"/>
              </a:spcBef>
              <a:spcAft>
                <a:spcPts val="0"/>
              </a:spcAft>
              <a:buClr>
                <a:schemeClr val="dk1"/>
              </a:buClr>
              <a:buSzPts val="2400"/>
              <a:buFont typeface="Noto Sans Symbols"/>
              <a:buChar char="▪"/>
            </a:pPr>
            <a:r>
              <a:rPr lang="en-US" sz="2400">
                <a:latin typeface="Book Antiqua"/>
                <a:ea typeface="Book Antiqua"/>
                <a:cs typeface="Book Antiqua"/>
                <a:sym typeface="Book Antiqua"/>
              </a:rPr>
              <a:t>A collection of (simplified) </a:t>
            </a:r>
            <a:r>
              <a:rPr i="1" lang="en-US" sz="2400">
                <a:latin typeface="Book Antiqua"/>
                <a:ea typeface="Book Antiqua"/>
                <a:cs typeface="Book Antiqua"/>
                <a:sym typeface="Book Antiqua"/>
              </a:rPr>
              <a:t>DreamHome </a:t>
            </a:r>
            <a:r>
              <a:rPr lang="en-US" sz="2400">
                <a:latin typeface="Book Antiqua"/>
                <a:ea typeface="Book Antiqua"/>
                <a:cs typeface="Book Antiqua"/>
                <a:sym typeface="Book Antiqua"/>
              </a:rPr>
              <a:t>leases shown in Fig 6. </a:t>
            </a:r>
            <a:endParaRPr sz="2400">
              <a:latin typeface="Book Antiqua"/>
              <a:ea typeface="Book Antiqua"/>
              <a:cs typeface="Book Antiqua"/>
              <a:sym typeface="Book Antiqua"/>
            </a:endParaRPr>
          </a:p>
        </p:txBody>
      </p:sp>
      <p:sp>
        <p:nvSpPr>
          <p:cNvPr id="319" name="Google Shape;319;p28"/>
          <p:cNvSpPr txBox="1"/>
          <p:nvPr>
            <p:ph idx="12" type="sldNum"/>
          </p:nvPr>
        </p:nvSpPr>
        <p:spPr>
          <a:xfrm>
            <a:off x="8229600" y="6248400"/>
            <a:ext cx="6858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9"/>
          <p:cNvSpPr txBox="1"/>
          <p:nvPr>
            <p:ph type="title"/>
          </p:nvPr>
        </p:nvSpPr>
        <p:spPr>
          <a:xfrm>
            <a:off x="1168400" y="25400"/>
            <a:ext cx="6477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600">
                <a:solidFill>
                  <a:srgbClr val="FF0000"/>
                </a:solidFill>
                <a:latin typeface="Book Antiqua"/>
                <a:ea typeface="Book Antiqua"/>
                <a:cs typeface="Book Antiqua"/>
                <a:sym typeface="Book Antiqua"/>
              </a:rPr>
              <a:t>Example: First Normal Form (1NF)</a:t>
            </a:r>
            <a:endParaRPr sz="2600">
              <a:solidFill>
                <a:srgbClr val="FF0000"/>
              </a:solidFill>
              <a:latin typeface="Book Antiqua"/>
              <a:ea typeface="Book Antiqua"/>
              <a:cs typeface="Book Antiqua"/>
              <a:sym typeface="Book Antiqua"/>
            </a:endParaRPr>
          </a:p>
        </p:txBody>
      </p:sp>
      <p:sp>
        <p:nvSpPr>
          <p:cNvPr id="325" name="Google Shape;325;p29"/>
          <p:cNvSpPr txBox="1"/>
          <p:nvPr>
            <p:ph idx="1" type="body"/>
          </p:nvPr>
        </p:nvSpPr>
        <p:spPr>
          <a:xfrm>
            <a:off x="152400" y="400050"/>
            <a:ext cx="8813800" cy="6340474"/>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400"/>
              <a:buFont typeface="Noto Sans Symbols"/>
              <a:buChar char="▪"/>
            </a:pPr>
            <a:r>
              <a:rPr lang="en-US" sz="2400">
                <a:latin typeface="Book Antiqua"/>
                <a:ea typeface="Book Antiqua"/>
                <a:cs typeface="Book Antiqua"/>
                <a:sym typeface="Book Antiqua"/>
              </a:rPr>
              <a:t>The lease on top is for a client called John Kay who is leasing a property in Glasgow, which is owned by Tina Murphy. </a:t>
            </a:r>
            <a:endParaRPr sz="2400">
              <a:latin typeface="Book Antiqua"/>
              <a:ea typeface="Book Antiqua"/>
              <a:cs typeface="Book Antiqua"/>
              <a:sym typeface="Book Antiqua"/>
            </a:endParaRPr>
          </a:p>
          <a:p>
            <a:pPr indent="-6350" lvl="0" marL="171450" rtl="0" algn="just">
              <a:lnSpc>
                <a:spcPct val="90000"/>
              </a:lnSpc>
              <a:spcBef>
                <a:spcPts val="750"/>
              </a:spcBef>
              <a:spcAft>
                <a:spcPts val="0"/>
              </a:spcAft>
              <a:buClr>
                <a:schemeClr val="dk1"/>
              </a:buClr>
              <a:buSzPts val="2600"/>
              <a:buNone/>
            </a:pPr>
            <a:r>
              <a:t/>
            </a:r>
            <a:endParaRPr sz="2600">
              <a:latin typeface="Book Antiqua"/>
              <a:ea typeface="Book Antiqua"/>
              <a:cs typeface="Book Antiqua"/>
              <a:sym typeface="Book Antiqua"/>
            </a:endParaRPr>
          </a:p>
          <a:p>
            <a:pPr indent="-6350" lvl="0" marL="171450" rtl="0" algn="just">
              <a:lnSpc>
                <a:spcPct val="90000"/>
              </a:lnSpc>
              <a:spcBef>
                <a:spcPts val="750"/>
              </a:spcBef>
              <a:spcAft>
                <a:spcPts val="0"/>
              </a:spcAft>
              <a:buClr>
                <a:schemeClr val="dk1"/>
              </a:buClr>
              <a:buSzPts val="2600"/>
              <a:buNone/>
            </a:pPr>
            <a:r>
              <a:t/>
            </a:r>
            <a:endParaRPr sz="2600">
              <a:latin typeface="Book Antiqua"/>
              <a:ea typeface="Book Antiqua"/>
              <a:cs typeface="Book Antiqua"/>
              <a:sym typeface="Book Antiqua"/>
            </a:endParaRPr>
          </a:p>
          <a:p>
            <a:pPr indent="-6350" lvl="0" marL="171450" rtl="0" algn="just">
              <a:lnSpc>
                <a:spcPct val="90000"/>
              </a:lnSpc>
              <a:spcBef>
                <a:spcPts val="750"/>
              </a:spcBef>
              <a:spcAft>
                <a:spcPts val="0"/>
              </a:spcAft>
              <a:buClr>
                <a:schemeClr val="dk1"/>
              </a:buClr>
              <a:buSzPts val="2600"/>
              <a:buNone/>
            </a:pPr>
            <a:r>
              <a:t/>
            </a:r>
            <a:endParaRPr sz="2600">
              <a:latin typeface="Book Antiqua"/>
              <a:ea typeface="Book Antiqua"/>
              <a:cs typeface="Book Antiqua"/>
              <a:sym typeface="Book Antiqua"/>
            </a:endParaRPr>
          </a:p>
          <a:p>
            <a:pPr indent="-6350" lvl="0" marL="171450" rtl="0" algn="just">
              <a:lnSpc>
                <a:spcPct val="90000"/>
              </a:lnSpc>
              <a:spcBef>
                <a:spcPts val="750"/>
              </a:spcBef>
              <a:spcAft>
                <a:spcPts val="0"/>
              </a:spcAft>
              <a:buClr>
                <a:schemeClr val="dk1"/>
              </a:buClr>
              <a:buSzPts val="2600"/>
              <a:buNone/>
            </a:pPr>
            <a:r>
              <a:t/>
            </a:r>
            <a:endParaRPr sz="2600">
              <a:latin typeface="Book Antiqua"/>
              <a:ea typeface="Book Antiqua"/>
              <a:cs typeface="Book Antiqua"/>
              <a:sym typeface="Book Antiqua"/>
            </a:endParaRPr>
          </a:p>
          <a:p>
            <a:pPr indent="-6350" lvl="0" marL="171450" rtl="0" algn="just">
              <a:lnSpc>
                <a:spcPct val="90000"/>
              </a:lnSpc>
              <a:spcBef>
                <a:spcPts val="750"/>
              </a:spcBef>
              <a:spcAft>
                <a:spcPts val="0"/>
              </a:spcAft>
              <a:buClr>
                <a:schemeClr val="dk1"/>
              </a:buClr>
              <a:buSzPts val="2600"/>
              <a:buNone/>
            </a:pPr>
            <a:r>
              <a:t/>
            </a:r>
            <a:endParaRPr sz="2600">
              <a:latin typeface="Book Antiqua"/>
              <a:ea typeface="Book Antiqua"/>
              <a:cs typeface="Book Antiqua"/>
              <a:sym typeface="Book Antiqua"/>
            </a:endParaRPr>
          </a:p>
          <a:p>
            <a:pPr indent="-6350" lvl="0" marL="171450" rtl="0" algn="just">
              <a:lnSpc>
                <a:spcPct val="90000"/>
              </a:lnSpc>
              <a:spcBef>
                <a:spcPts val="750"/>
              </a:spcBef>
              <a:spcAft>
                <a:spcPts val="0"/>
              </a:spcAft>
              <a:buClr>
                <a:schemeClr val="dk1"/>
              </a:buClr>
              <a:buSzPts val="2600"/>
              <a:buNone/>
            </a:pPr>
            <a:r>
              <a:t/>
            </a:r>
            <a:endParaRPr sz="2600">
              <a:latin typeface="Book Antiqua"/>
              <a:ea typeface="Book Antiqua"/>
              <a:cs typeface="Book Antiqua"/>
              <a:sym typeface="Book Antiqua"/>
            </a:endParaRPr>
          </a:p>
          <a:p>
            <a:pPr indent="-121920" lvl="0" marL="274320" rtl="0" algn="just">
              <a:lnSpc>
                <a:spcPct val="90000"/>
              </a:lnSpc>
              <a:spcBef>
                <a:spcPts val="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274320" lvl="0" marL="274320" rtl="0" algn="just">
              <a:lnSpc>
                <a:spcPct val="90000"/>
              </a:lnSpc>
              <a:spcBef>
                <a:spcPts val="0"/>
              </a:spcBef>
              <a:spcAft>
                <a:spcPts val="0"/>
              </a:spcAft>
              <a:buClr>
                <a:schemeClr val="dk1"/>
              </a:buClr>
              <a:buSzPts val="2400"/>
              <a:buFont typeface="Noto Sans Symbols"/>
              <a:buChar char="▪"/>
            </a:pPr>
            <a:r>
              <a:rPr lang="en-US" sz="2400">
                <a:latin typeface="Book Antiqua"/>
                <a:ea typeface="Book Antiqua"/>
                <a:cs typeface="Book Antiqua"/>
                <a:sym typeface="Book Antiqua"/>
              </a:rPr>
              <a:t>For this worked example, we assume that </a:t>
            </a:r>
            <a:endParaRPr sz="2400">
              <a:latin typeface="Book Antiqua"/>
              <a:ea typeface="Book Antiqua"/>
              <a:cs typeface="Book Antiqua"/>
              <a:sym typeface="Book Antiqua"/>
            </a:endParaRPr>
          </a:p>
          <a:p>
            <a:pPr indent="-274320" lvl="0" marL="548640" rtl="0" algn="just">
              <a:lnSpc>
                <a:spcPct val="90000"/>
              </a:lnSpc>
              <a:spcBef>
                <a:spcPts val="0"/>
              </a:spcBef>
              <a:spcAft>
                <a:spcPts val="0"/>
              </a:spcAft>
              <a:buClr>
                <a:schemeClr val="dk1"/>
              </a:buClr>
              <a:buSzPts val="2400"/>
              <a:buFont typeface="Courier New"/>
              <a:buChar char="o"/>
            </a:pPr>
            <a:r>
              <a:rPr lang="en-US" sz="2400">
                <a:latin typeface="Book Antiqua"/>
                <a:ea typeface="Book Antiqua"/>
                <a:cs typeface="Book Antiqua"/>
                <a:sym typeface="Book Antiqua"/>
              </a:rPr>
              <a:t>a client rents a given property only once and </a:t>
            </a:r>
            <a:endParaRPr sz="2400">
              <a:latin typeface="Book Antiqua"/>
              <a:ea typeface="Book Antiqua"/>
              <a:cs typeface="Book Antiqua"/>
              <a:sym typeface="Book Antiqua"/>
            </a:endParaRPr>
          </a:p>
          <a:p>
            <a:pPr indent="-274320" lvl="0" marL="548640" rtl="0" algn="just">
              <a:lnSpc>
                <a:spcPct val="90000"/>
              </a:lnSpc>
              <a:spcBef>
                <a:spcPts val="0"/>
              </a:spcBef>
              <a:spcAft>
                <a:spcPts val="0"/>
              </a:spcAft>
              <a:buClr>
                <a:schemeClr val="dk1"/>
              </a:buClr>
              <a:buSzPts val="2400"/>
              <a:buFont typeface="Courier New"/>
              <a:buChar char="o"/>
            </a:pPr>
            <a:r>
              <a:rPr lang="en-US" sz="2400">
                <a:latin typeface="Book Antiqua"/>
                <a:ea typeface="Book Antiqua"/>
                <a:cs typeface="Book Antiqua"/>
                <a:sym typeface="Book Antiqua"/>
              </a:rPr>
              <a:t>cannot rent more than one property at any one time.</a:t>
            </a:r>
            <a:endParaRPr/>
          </a:p>
          <a:p>
            <a:pPr indent="-274320" lvl="0" marL="274320" rtl="0" algn="just">
              <a:lnSpc>
                <a:spcPct val="90000"/>
              </a:lnSpc>
              <a:spcBef>
                <a:spcPts val="0"/>
              </a:spcBef>
              <a:spcAft>
                <a:spcPts val="0"/>
              </a:spcAft>
              <a:buClr>
                <a:schemeClr val="dk1"/>
              </a:buClr>
              <a:buSzPts val="2400"/>
              <a:buFont typeface="Noto Sans Symbols"/>
              <a:buChar char="▪"/>
            </a:pPr>
            <a:r>
              <a:rPr lang="en-US" sz="2400">
                <a:latin typeface="Book Antiqua"/>
                <a:ea typeface="Book Antiqua"/>
                <a:cs typeface="Book Antiqua"/>
                <a:sym typeface="Book Antiqua"/>
              </a:rPr>
              <a:t>Sample data is taken from two leases for two different clients called John Kay and Aline Stewart and is transformed into table format with rows and columns, as shown in Fig 7. </a:t>
            </a:r>
            <a:endParaRPr sz="2400">
              <a:latin typeface="Book Antiqua"/>
              <a:ea typeface="Book Antiqua"/>
              <a:cs typeface="Book Antiqua"/>
              <a:sym typeface="Book Antiqua"/>
            </a:endParaRPr>
          </a:p>
        </p:txBody>
      </p:sp>
      <p:sp>
        <p:nvSpPr>
          <p:cNvPr id="326" name="Google Shape;326;p29"/>
          <p:cNvSpPr txBox="1"/>
          <p:nvPr>
            <p:ph idx="12" type="sldNum"/>
          </p:nvPr>
        </p:nvSpPr>
        <p:spPr>
          <a:xfrm>
            <a:off x="8229600" y="6305906"/>
            <a:ext cx="736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600">
                <a:solidFill>
                  <a:srgbClr val="000000"/>
                </a:solidFill>
              </a:rPr>
              <a:t>‹#›</a:t>
            </a:fld>
            <a:endParaRPr b="1" sz="1600">
              <a:solidFill>
                <a:srgbClr val="000000"/>
              </a:solidFill>
            </a:endParaRPr>
          </a:p>
        </p:txBody>
      </p:sp>
      <p:pic>
        <p:nvPicPr>
          <p:cNvPr id="327" name="Google Shape;327;p29"/>
          <p:cNvPicPr preferRelativeResize="0"/>
          <p:nvPr/>
        </p:nvPicPr>
        <p:blipFill rotWithShape="1">
          <a:blip r:embed="rId3">
            <a:alphaModFix/>
          </a:blip>
          <a:srcRect b="0" l="0" r="0" t="0"/>
          <a:stretch/>
        </p:blipFill>
        <p:spPr>
          <a:xfrm>
            <a:off x="863600" y="1219200"/>
            <a:ext cx="7086600" cy="3124200"/>
          </a:xfrm>
          <a:prstGeom prst="rect">
            <a:avLst/>
          </a:prstGeom>
          <a:noFill/>
          <a:ln>
            <a:noFill/>
          </a:ln>
        </p:spPr>
      </p:pic>
      <p:sp>
        <p:nvSpPr>
          <p:cNvPr id="328" name="Google Shape;328;p29"/>
          <p:cNvSpPr txBox="1"/>
          <p:nvPr/>
        </p:nvSpPr>
        <p:spPr>
          <a:xfrm>
            <a:off x="7974263" y="2895600"/>
            <a:ext cx="762000" cy="50411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lang="en-US" sz="2000">
                <a:solidFill>
                  <a:srgbClr val="3333FF"/>
                </a:solidFill>
                <a:latin typeface="Book Antiqua"/>
                <a:ea typeface="Book Antiqua"/>
                <a:cs typeface="Book Antiqua"/>
                <a:sym typeface="Book Antiqua"/>
              </a:rPr>
              <a:t>Fig 6</a:t>
            </a:r>
            <a:endParaRPr sz="1600">
              <a:solidFill>
                <a:schemeClr val="dk1"/>
              </a:solidFill>
              <a:latin typeface="Book Antiqua"/>
              <a:ea typeface="Book Antiqua"/>
              <a:cs typeface="Book Antiqua"/>
              <a:sym typeface="Book Antiqua"/>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0"/>
          <p:cNvSpPr txBox="1"/>
          <p:nvPr>
            <p:ph type="title"/>
          </p:nvPr>
        </p:nvSpPr>
        <p:spPr>
          <a:xfrm>
            <a:off x="1524000" y="69852"/>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600">
                <a:solidFill>
                  <a:srgbClr val="FF0000"/>
                </a:solidFill>
                <a:latin typeface="Book Antiqua"/>
                <a:ea typeface="Book Antiqua"/>
                <a:cs typeface="Book Antiqua"/>
                <a:sym typeface="Book Antiqua"/>
              </a:rPr>
              <a:t>First Normal Form (1NF)</a:t>
            </a:r>
            <a:endParaRPr sz="2600">
              <a:solidFill>
                <a:srgbClr val="FF0000"/>
              </a:solidFill>
              <a:latin typeface="Book Antiqua"/>
              <a:ea typeface="Book Antiqua"/>
              <a:cs typeface="Book Antiqua"/>
              <a:sym typeface="Book Antiqua"/>
            </a:endParaRPr>
          </a:p>
        </p:txBody>
      </p:sp>
      <p:sp>
        <p:nvSpPr>
          <p:cNvPr id="334" name="Google Shape;334;p30"/>
          <p:cNvSpPr txBox="1"/>
          <p:nvPr>
            <p:ph idx="1" type="body"/>
          </p:nvPr>
        </p:nvSpPr>
        <p:spPr>
          <a:xfrm>
            <a:off x="171450" y="444502"/>
            <a:ext cx="8610600" cy="6400800"/>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300"/>
              <a:buFont typeface="Noto Sans Symbols"/>
              <a:buChar char="▪"/>
            </a:pPr>
            <a:r>
              <a:rPr lang="en-US" sz="2300">
                <a:latin typeface="Book Antiqua"/>
                <a:ea typeface="Book Antiqua"/>
                <a:cs typeface="Book Antiqua"/>
                <a:sym typeface="Book Antiqua"/>
              </a:rPr>
              <a:t>This table format is said to be in </a:t>
            </a:r>
            <a:r>
              <a:rPr b="1" i="1" lang="en-US" sz="2300">
                <a:solidFill>
                  <a:srgbClr val="00B050"/>
                </a:solidFill>
                <a:latin typeface="Book Antiqua"/>
                <a:ea typeface="Book Antiqua"/>
                <a:cs typeface="Book Antiqua"/>
                <a:sym typeface="Book Antiqua"/>
              </a:rPr>
              <a:t>UnNormalized Form</a:t>
            </a:r>
            <a:r>
              <a:rPr lang="en-US" sz="2300">
                <a:latin typeface="Book Antiqua"/>
                <a:ea typeface="Book Antiqua"/>
                <a:cs typeface="Book Antiqua"/>
                <a:sym typeface="Book Antiqua"/>
              </a:rPr>
              <a:t>.</a:t>
            </a:r>
            <a:endParaRPr/>
          </a:p>
          <a:p>
            <a:pPr indent="-274320" lvl="0" marL="274320" rtl="0" algn="just">
              <a:lnSpc>
                <a:spcPct val="90000"/>
              </a:lnSpc>
              <a:spcBef>
                <a:spcPts val="0"/>
              </a:spcBef>
              <a:spcAft>
                <a:spcPts val="0"/>
              </a:spcAft>
              <a:buClr>
                <a:schemeClr val="dk1"/>
              </a:buClr>
              <a:buSzPts val="2300"/>
              <a:buFont typeface="Noto Sans Symbols"/>
              <a:buChar char="▪"/>
            </a:pPr>
            <a:r>
              <a:rPr lang="en-US" sz="2300">
                <a:latin typeface="Book Antiqua"/>
                <a:ea typeface="Book Antiqua"/>
                <a:cs typeface="Book Antiqua"/>
                <a:sym typeface="Book Antiqua"/>
              </a:rPr>
              <a:t>To transform the UNF to First Normal Form, we identify and remove repeating groups within the table.</a:t>
            </a:r>
            <a:endParaRPr/>
          </a:p>
          <a:p>
            <a:pPr indent="-128270" lvl="0" marL="274320" rtl="0" algn="just">
              <a:lnSpc>
                <a:spcPct val="90000"/>
              </a:lnSpc>
              <a:spcBef>
                <a:spcPts val="0"/>
              </a:spcBef>
              <a:spcAft>
                <a:spcPts val="0"/>
              </a:spcAft>
              <a:buClr>
                <a:schemeClr val="dk1"/>
              </a:buClr>
              <a:buSzPts val="2300"/>
              <a:buFont typeface="Noto Sans Symbols"/>
              <a:buNone/>
            </a:pPr>
            <a:r>
              <a:t/>
            </a:r>
            <a:endParaRPr sz="2300">
              <a:latin typeface="Book Antiqua"/>
              <a:ea typeface="Book Antiqua"/>
              <a:cs typeface="Book Antiqua"/>
              <a:sym typeface="Book Antiqua"/>
            </a:endParaRPr>
          </a:p>
          <a:p>
            <a:pPr indent="-121920" lvl="0" marL="274320" rtl="0" algn="just">
              <a:lnSpc>
                <a:spcPct val="90000"/>
              </a:lnSpc>
              <a:spcBef>
                <a:spcPts val="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just">
              <a:lnSpc>
                <a:spcPct val="90000"/>
              </a:lnSpc>
              <a:spcBef>
                <a:spcPts val="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just">
              <a:lnSpc>
                <a:spcPct val="90000"/>
              </a:lnSpc>
              <a:spcBef>
                <a:spcPts val="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just">
              <a:lnSpc>
                <a:spcPct val="90000"/>
              </a:lnSpc>
              <a:spcBef>
                <a:spcPts val="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just">
              <a:lnSpc>
                <a:spcPct val="90000"/>
              </a:lnSpc>
              <a:spcBef>
                <a:spcPts val="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l">
              <a:lnSpc>
                <a:spcPct val="90000"/>
              </a:lnSpc>
              <a:spcBef>
                <a:spcPts val="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8270" lvl="0" marL="274320" rtl="0" algn="l">
              <a:lnSpc>
                <a:spcPct val="90000"/>
              </a:lnSpc>
              <a:spcBef>
                <a:spcPts val="0"/>
              </a:spcBef>
              <a:spcAft>
                <a:spcPts val="0"/>
              </a:spcAft>
              <a:buClr>
                <a:schemeClr val="dk1"/>
              </a:buClr>
              <a:buSzPts val="2300"/>
              <a:buFont typeface="Noto Sans Symbols"/>
              <a:buNone/>
            </a:pPr>
            <a:r>
              <a:t/>
            </a:r>
            <a:endParaRPr sz="2300">
              <a:latin typeface="Book Antiqua"/>
              <a:ea typeface="Book Antiqua"/>
              <a:cs typeface="Book Antiqua"/>
              <a:sym typeface="Book Antiqua"/>
            </a:endParaRPr>
          </a:p>
          <a:p>
            <a:pPr indent="-274320" lvl="0" marL="274320" rtl="0" algn="l">
              <a:lnSpc>
                <a:spcPct val="90000"/>
              </a:lnSpc>
              <a:spcBef>
                <a:spcPts val="1200"/>
              </a:spcBef>
              <a:spcAft>
                <a:spcPts val="0"/>
              </a:spcAft>
              <a:buClr>
                <a:schemeClr val="dk1"/>
              </a:buClr>
              <a:buSzPts val="2300"/>
              <a:buFont typeface="Noto Sans Symbols"/>
              <a:buChar char="▪"/>
            </a:pPr>
            <a:r>
              <a:rPr lang="en-US" sz="2300">
                <a:latin typeface="Book Antiqua"/>
                <a:ea typeface="Book Antiqua"/>
                <a:cs typeface="Book Antiqua"/>
                <a:sym typeface="Book Antiqua"/>
              </a:rPr>
              <a:t>A repeating group is </a:t>
            </a:r>
            <a:endParaRPr/>
          </a:p>
          <a:p>
            <a:pPr indent="-274320" lvl="0" marL="548640" rtl="0" algn="l">
              <a:lnSpc>
                <a:spcPct val="90000"/>
              </a:lnSpc>
              <a:spcBef>
                <a:spcPts val="0"/>
              </a:spcBef>
              <a:spcAft>
                <a:spcPts val="0"/>
              </a:spcAft>
              <a:buClr>
                <a:schemeClr val="dk1"/>
              </a:buClr>
              <a:buSzPts val="2200"/>
              <a:buFont typeface="Courier New"/>
              <a:buChar char="o"/>
            </a:pPr>
            <a:r>
              <a:rPr lang="en-US" sz="2200">
                <a:latin typeface="Book Antiqua"/>
                <a:ea typeface="Book Antiqua"/>
                <a:cs typeface="Book Antiqua"/>
                <a:sym typeface="Book Antiqua"/>
              </a:rPr>
              <a:t>an attribute, or group of attributes, within a table</a:t>
            </a:r>
            <a:endParaRPr/>
          </a:p>
          <a:p>
            <a:pPr indent="-274320" lvl="0" marL="548640" rtl="0" algn="l">
              <a:lnSpc>
                <a:spcPct val="90000"/>
              </a:lnSpc>
              <a:spcBef>
                <a:spcPts val="0"/>
              </a:spcBef>
              <a:spcAft>
                <a:spcPts val="0"/>
              </a:spcAft>
              <a:buClr>
                <a:schemeClr val="dk1"/>
              </a:buClr>
              <a:buSzPts val="2200"/>
              <a:buFont typeface="Courier New"/>
              <a:buChar char="o"/>
            </a:pPr>
            <a:r>
              <a:rPr lang="en-US" sz="2200">
                <a:latin typeface="Book Antiqua"/>
                <a:ea typeface="Book Antiqua"/>
                <a:cs typeface="Book Antiqua"/>
                <a:sym typeface="Book Antiqua"/>
              </a:rPr>
              <a:t>that occurs with multiple values for a single occurrence of the nominated key attribute(s) for that table. </a:t>
            </a:r>
            <a:endParaRPr sz="2200">
              <a:latin typeface="Book Antiqua"/>
              <a:ea typeface="Book Antiqua"/>
              <a:cs typeface="Book Antiqua"/>
              <a:sym typeface="Book Antiqua"/>
            </a:endParaRPr>
          </a:p>
          <a:p>
            <a:pPr indent="-274320" lvl="0" marL="274320" rtl="0" algn="just">
              <a:lnSpc>
                <a:spcPct val="90000"/>
              </a:lnSpc>
              <a:spcBef>
                <a:spcPts val="600"/>
              </a:spcBef>
              <a:spcAft>
                <a:spcPts val="0"/>
              </a:spcAft>
              <a:buClr>
                <a:schemeClr val="dk1"/>
              </a:buClr>
              <a:buSzPts val="2300"/>
              <a:buFont typeface="Noto Sans Symbols"/>
              <a:buChar char="▪"/>
            </a:pPr>
            <a:r>
              <a:rPr lang="en-US" sz="2300">
                <a:latin typeface="Book Antiqua"/>
                <a:ea typeface="Book Antiqua"/>
                <a:cs typeface="Book Antiqua"/>
                <a:sym typeface="Book Antiqua"/>
              </a:rPr>
              <a:t>In this context, </a:t>
            </a:r>
            <a:r>
              <a:rPr b="1" i="1" lang="en-US" sz="2300">
                <a:latin typeface="Book Antiqua"/>
                <a:ea typeface="Book Antiqua"/>
                <a:cs typeface="Book Antiqua"/>
                <a:sym typeface="Book Antiqua"/>
              </a:rPr>
              <a:t>key</a:t>
            </a:r>
            <a:r>
              <a:rPr lang="en-US" sz="2300">
                <a:latin typeface="Book Antiqua"/>
                <a:ea typeface="Book Antiqua"/>
                <a:cs typeface="Book Antiqua"/>
                <a:sym typeface="Book Antiqua"/>
              </a:rPr>
              <a:t> refers to the attribute(s) that uniquely identify each row within the unnormalized table. </a:t>
            </a:r>
            <a:endParaRPr/>
          </a:p>
          <a:p>
            <a:pPr indent="-128270" lvl="0" marL="548640" rtl="0" algn="l">
              <a:lnSpc>
                <a:spcPct val="90000"/>
              </a:lnSpc>
              <a:spcBef>
                <a:spcPts val="0"/>
              </a:spcBef>
              <a:spcAft>
                <a:spcPts val="0"/>
              </a:spcAft>
              <a:buClr>
                <a:schemeClr val="dk1"/>
              </a:buClr>
              <a:buSzPts val="2300"/>
              <a:buFont typeface="Courier New"/>
              <a:buNone/>
            </a:pPr>
            <a:r>
              <a:t/>
            </a:r>
            <a:endParaRPr sz="2300">
              <a:latin typeface="Book Antiqua"/>
              <a:ea typeface="Book Antiqua"/>
              <a:cs typeface="Book Antiqua"/>
              <a:sym typeface="Book Antiqua"/>
            </a:endParaRPr>
          </a:p>
          <a:p>
            <a:pPr indent="-121920" lvl="0" marL="274320" rtl="0" algn="just">
              <a:lnSpc>
                <a:spcPct val="90000"/>
              </a:lnSpc>
              <a:spcBef>
                <a:spcPts val="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p:txBody>
      </p:sp>
      <p:sp>
        <p:nvSpPr>
          <p:cNvPr id="335" name="Google Shape;335;p30"/>
          <p:cNvSpPr txBox="1"/>
          <p:nvPr>
            <p:ph idx="12" type="sldNum"/>
          </p:nvPr>
        </p:nvSpPr>
        <p:spPr>
          <a:xfrm>
            <a:off x="8559800" y="6248400"/>
            <a:ext cx="495300" cy="39687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pic>
        <p:nvPicPr>
          <p:cNvPr id="336" name="Google Shape;336;p30"/>
          <p:cNvPicPr preferRelativeResize="0"/>
          <p:nvPr/>
        </p:nvPicPr>
        <p:blipFill rotWithShape="1">
          <a:blip r:embed="rId3">
            <a:alphaModFix/>
          </a:blip>
          <a:srcRect b="0" l="0" r="0" t="0"/>
          <a:stretch/>
        </p:blipFill>
        <p:spPr>
          <a:xfrm>
            <a:off x="819150" y="1600200"/>
            <a:ext cx="7740650" cy="3048000"/>
          </a:xfrm>
          <a:prstGeom prst="rect">
            <a:avLst/>
          </a:prstGeom>
          <a:noFill/>
          <a:ln>
            <a:noFill/>
          </a:ln>
        </p:spPr>
      </p:pic>
      <p:sp>
        <p:nvSpPr>
          <p:cNvPr id="337" name="Google Shape;337;p30"/>
          <p:cNvSpPr txBox="1"/>
          <p:nvPr/>
        </p:nvSpPr>
        <p:spPr>
          <a:xfrm>
            <a:off x="114300" y="3314033"/>
            <a:ext cx="762000" cy="50411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lang="en-US" sz="2000">
                <a:solidFill>
                  <a:srgbClr val="3333FF"/>
                </a:solidFill>
                <a:latin typeface="Book Antiqua"/>
                <a:ea typeface="Book Antiqua"/>
                <a:cs typeface="Book Antiqua"/>
                <a:sym typeface="Book Antiqua"/>
              </a:rPr>
              <a:t>Fig 7</a:t>
            </a:r>
            <a:endParaRPr sz="1600">
              <a:solidFill>
                <a:schemeClr val="dk1"/>
              </a:solidFill>
              <a:latin typeface="Book Antiqua"/>
              <a:ea typeface="Book Antiqua"/>
              <a:cs typeface="Book Antiqua"/>
              <a:sym typeface="Book Antiqua"/>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1"/>
          <p:cNvSpPr txBox="1"/>
          <p:nvPr>
            <p:ph type="title"/>
          </p:nvPr>
        </p:nvSpPr>
        <p:spPr>
          <a:xfrm>
            <a:off x="1600200" y="133348"/>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First Normal Form (1NF)</a:t>
            </a:r>
            <a:endParaRPr sz="2800">
              <a:solidFill>
                <a:srgbClr val="FF0000"/>
              </a:solidFill>
              <a:latin typeface="Book Antiqua"/>
              <a:ea typeface="Book Antiqua"/>
              <a:cs typeface="Book Antiqua"/>
              <a:sym typeface="Book Antiqua"/>
            </a:endParaRPr>
          </a:p>
        </p:txBody>
      </p:sp>
      <p:sp>
        <p:nvSpPr>
          <p:cNvPr id="343" name="Google Shape;343;p31"/>
          <p:cNvSpPr txBox="1"/>
          <p:nvPr>
            <p:ph idx="1" type="body"/>
          </p:nvPr>
        </p:nvSpPr>
        <p:spPr>
          <a:xfrm>
            <a:off x="114300" y="520698"/>
            <a:ext cx="8610600" cy="6032502"/>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400"/>
              <a:buFont typeface="Noto Sans Symbols"/>
              <a:buChar char="▪"/>
            </a:pPr>
            <a:r>
              <a:rPr lang="en-US" sz="2400">
                <a:latin typeface="Book Antiqua"/>
                <a:ea typeface="Book Antiqua"/>
                <a:cs typeface="Book Antiqua"/>
                <a:sym typeface="Book Antiqua"/>
              </a:rPr>
              <a:t>We identify the key attribute for the ClientRental unnormalized table as </a:t>
            </a:r>
            <a:r>
              <a:rPr i="1" lang="en-US" sz="2400">
                <a:latin typeface="Book Antiqua"/>
                <a:ea typeface="Book Antiqua"/>
                <a:cs typeface="Book Antiqua"/>
                <a:sym typeface="Book Antiqua"/>
              </a:rPr>
              <a:t>clientNo</a:t>
            </a:r>
            <a:r>
              <a:rPr lang="en-US" sz="2400">
                <a:latin typeface="Book Antiqua"/>
                <a:ea typeface="Book Antiqua"/>
                <a:cs typeface="Book Antiqua"/>
                <a:sym typeface="Book Antiqua"/>
              </a:rPr>
              <a:t>.</a:t>
            </a:r>
            <a:endParaRPr/>
          </a:p>
          <a:p>
            <a:pPr indent="-121920" lvl="0" marL="274320" rtl="0" algn="just">
              <a:lnSpc>
                <a:spcPct val="90000"/>
              </a:lnSpc>
              <a:spcBef>
                <a:spcPts val="60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just">
              <a:lnSpc>
                <a:spcPct val="90000"/>
              </a:lnSpc>
              <a:spcBef>
                <a:spcPts val="60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just">
              <a:lnSpc>
                <a:spcPct val="90000"/>
              </a:lnSpc>
              <a:spcBef>
                <a:spcPts val="60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just">
              <a:lnSpc>
                <a:spcPct val="90000"/>
              </a:lnSpc>
              <a:spcBef>
                <a:spcPts val="60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just">
              <a:lnSpc>
                <a:spcPct val="90000"/>
              </a:lnSpc>
              <a:spcBef>
                <a:spcPts val="60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274320" lvl="0" marL="274320" rtl="0" algn="just">
              <a:lnSpc>
                <a:spcPct val="90000"/>
              </a:lnSpc>
              <a:spcBef>
                <a:spcPts val="1800"/>
              </a:spcBef>
              <a:spcAft>
                <a:spcPts val="0"/>
              </a:spcAft>
              <a:buClr>
                <a:schemeClr val="dk1"/>
              </a:buClr>
              <a:buSzPts val="2400"/>
              <a:buFont typeface="Noto Sans Symbols"/>
              <a:buChar char="▪"/>
            </a:pPr>
            <a:r>
              <a:rPr lang="en-US" sz="2400">
                <a:latin typeface="Book Antiqua"/>
                <a:ea typeface="Book Antiqua"/>
                <a:cs typeface="Book Antiqua"/>
                <a:sym typeface="Book Antiqua"/>
              </a:rPr>
              <a:t>Next, we identify the RG in the unnormalized table as the property rented details, which repeats for each client. </a:t>
            </a:r>
            <a:endParaRPr/>
          </a:p>
          <a:p>
            <a:pPr indent="-274320" lvl="0" marL="274320" rtl="0" algn="l">
              <a:lnSpc>
                <a:spcPct val="90000"/>
              </a:lnSpc>
              <a:spcBef>
                <a:spcPts val="600"/>
              </a:spcBef>
              <a:spcAft>
                <a:spcPts val="0"/>
              </a:spcAft>
              <a:buClr>
                <a:schemeClr val="dk1"/>
              </a:buClr>
              <a:buSzPts val="2400"/>
              <a:buFont typeface="Noto Sans Symbols"/>
              <a:buChar char="▪"/>
            </a:pPr>
            <a:r>
              <a:rPr lang="en-US" sz="2400">
                <a:latin typeface="Book Antiqua"/>
                <a:ea typeface="Book Antiqua"/>
                <a:cs typeface="Book Antiqua"/>
                <a:sym typeface="Book Antiqua"/>
              </a:rPr>
              <a:t>The structure of the repeating group is:</a:t>
            </a:r>
            <a:endParaRPr/>
          </a:p>
          <a:p>
            <a:pPr indent="0" lvl="0" marL="0" rtl="0" algn="ctr">
              <a:lnSpc>
                <a:spcPct val="90000"/>
              </a:lnSpc>
              <a:spcBef>
                <a:spcPts val="750"/>
              </a:spcBef>
              <a:spcAft>
                <a:spcPts val="0"/>
              </a:spcAft>
              <a:buClr>
                <a:schemeClr val="dk1"/>
              </a:buClr>
              <a:buSzPts val="2400"/>
              <a:buNone/>
            </a:pPr>
            <a:r>
              <a:rPr lang="en-US" sz="2400">
                <a:latin typeface="Book Antiqua"/>
                <a:ea typeface="Book Antiqua"/>
                <a:cs typeface="Book Antiqua"/>
                <a:sym typeface="Book Antiqua"/>
              </a:rPr>
              <a:t>Repeating Group = (propertyNo, pAddress, rentStart, rentFinish, rent, ownerNo, oName)</a:t>
            </a:r>
            <a:endParaRPr/>
          </a:p>
          <a:p>
            <a:pPr indent="-274320" lvl="0" marL="274320" rtl="0" algn="just">
              <a:lnSpc>
                <a:spcPct val="90000"/>
              </a:lnSpc>
              <a:spcBef>
                <a:spcPts val="600"/>
              </a:spcBef>
              <a:spcAft>
                <a:spcPts val="0"/>
              </a:spcAft>
              <a:buClr>
                <a:schemeClr val="dk1"/>
              </a:buClr>
              <a:buSzPts val="2400"/>
              <a:buFont typeface="Noto Sans Symbols"/>
              <a:buChar char="▪"/>
            </a:pPr>
            <a:r>
              <a:rPr lang="en-US" sz="2400">
                <a:latin typeface="Book Antiqua"/>
                <a:ea typeface="Book Antiqua"/>
                <a:cs typeface="Book Antiqua"/>
                <a:sym typeface="Book Antiqua"/>
              </a:rPr>
              <a:t>As a consequence, there are multiple values at the intersection of certain rows and columns. </a:t>
            </a:r>
            <a:endParaRPr/>
          </a:p>
        </p:txBody>
      </p:sp>
      <p:sp>
        <p:nvSpPr>
          <p:cNvPr id="344" name="Google Shape;344;p31"/>
          <p:cNvSpPr txBox="1"/>
          <p:nvPr>
            <p:ph idx="12" type="sldNum"/>
          </p:nvPr>
        </p:nvSpPr>
        <p:spPr>
          <a:xfrm>
            <a:off x="8534400" y="6232525"/>
            <a:ext cx="5080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pic>
        <p:nvPicPr>
          <p:cNvPr id="345" name="Google Shape;345;p31"/>
          <p:cNvPicPr preferRelativeResize="0"/>
          <p:nvPr/>
        </p:nvPicPr>
        <p:blipFill rotWithShape="1">
          <a:blip r:embed="rId3">
            <a:alphaModFix/>
          </a:blip>
          <a:srcRect b="0" l="0" r="0" t="0"/>
          <a:stretch/>
        </p:blipFill>
        <p:spPr>
          <a:xfrm>
            <a:off x="457200" y="1447800"/>
            <a:ext cx="8077200" cy="2301878"/>
          </a:xfrm>
          <a:prstGeom prst="rect">
            <a:avLst/>
          </a:prstGeom>
          <a:noFill/>
          <a:ln>
            <a:noFill/>
          </a:ln>
        </p:spPr>
      </p:pic>
    </p:spTree>
  </p:cSld>
  <p:clrMapOvr>
    <a:masterClrMapping/>
  </p:clrMapOvr>
  <mc:AlternateContent>
    <mc:Choice Requires="p14">
      <p:transition spd="slow" p14:dur="1500">
        <p14:doors dir="vert"/>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2"/>
          <p:cNvSpPr txBox="1"/>
          <p:nvPr>
            <p:ph type="title"/>
          </p:nvPr>
        </p:nvSpPr>
        <p:spPr>
          <a:xfrm>
            <a:off x="2362200" y="101606"/>
            <a:ext cx="43434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First Normal Form (1NF)</a:t>
            </a:r>
            <a:endParaRPr sz="2800">
              <a:solidFill>
                <a:srgbClr val="FF0000"/>
              </a:solidFill>
              <a:latin typeface="Book Antiqua"/>
              <a:ea typeface="Book Antiqua"/>
              <a:cs typeface="Book Antiqua"/>
              <a:sym typeface="Book Antiqua"/>
            </a:endParaRPr>
          </a:p>
        </p:txBody>
      </p:sp>
      <p:sp>
        <p:nvSpPr>
          <p:cNvPr id="351" name="Google Shape;351;p32"/>
          <p:cNvSpPr txBox="1"/>
          <p:nvPr>
            <p:ph idx="1" type="body"/>
          </p:nvPr>
        </p:nvSpPr>
        <p:spPr>
          <a:xfrm>
            <a:off x="152400" y="457206"/>
            <a:ext cx="8763000" cy="6280144"/>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400"/>
              <a:buFont typeface="Noto Sans Symbols"/>
              <a:buChar char="▪"/>
            </a:pPr>
            <a:r>
              <a:rPr lang="en-US" sz="2400">
                <a:latin typeface="Book Antiqua"/>
                <a:ea typeface="Book Antiqua"/>
                <a:cs typeface="Book Antiqua"/>
                <a:sym typeface="Book Antiqua"/>
              </a:rPr>
              <a:t>For example, there are two values for propertyNo (PG4 and PG16) for the client named John Kay. </a:t>
            </a:r>
            <a:endParaRPr/>
          </a:p>
          <a:p>
            <a:pPr indent="-121920" lvl="0" marL="274320" rtl="0" algn="just">
              <a:lnSpc>
                <a:spcPct val="90000"/>
              </a:lnSpc>
              <a:spcBef>
                <a:spcPts val="60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just">
              <a:lnSpc>
                <a:spcPct val="90000"/>
              </a:lnSpc>
              <a:spcBef>
                <a:spcPts val="60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just">
              <a:lnSpc>
                <a:spcPct val="90000"/>
              </a:lnSpc>
              <a:spcBef>
                <a:spcPts val="60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just">
              <a:lnSpc>
                <a:spcPct val="90000"/>
              </a:lnSpc>
              <a:spcBef>
                <a:spcPts val="60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121920" lvl="0" marL="274320" rtl="0" algn="just">
              <a:lnSpc>
                <a:spcPct val="90000"/>
              </a:lnSpc>
              <a:spcBef>
                <a:spcPts val="60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274320" lvl="0" marL="274320" rtl="0" algn="just">
              <a:lnSpc>
                <a:spcPct val="90000"/>
              </a:lnSpc>
              <a:spcBef>
                <a:spcPts val="600"/>
              </a:spcBef>
              <a:spcAft>
                <a:spcPts val="0"/>
              </a:spcAft>
              <a:buClr>
                <a:schemeClr val="dk1"/>
              </a:buClr>
              <a:buSzPts val="2400"/>
              <a:buFont typeface="Noto Sans Symbols"/>
              <a:buChar char="▪"/>
            </a:pPr>
            <a:r>
              <a:rPr lang="en-US" sz="2400">
                <a:latin typeface="Book Antiqua"/>
                <a:ea typeface="Book Antiqua"/>
                <a:cs typeface="Book Antiqua"/>
                <a:sym typeface="Book Antiqua"/>
              </a:rPr>
              <a:t>One of the approaches to removing repeating groups from unnormalized tables</a:t>
            </a:r>
            <a:endParaRPr/>
          </a:p>
          <a:p>
            <a:pPr indent="-274320" lvl="0" marL="548640" rtl="0" algn="just">
              <a:lnSpc>
                <a:spcPct val="90000"/>
              </a:lnSpc>
              <a:spcBef>
                <a:spcPts val="0"/>
              </a:spcBef>
              <a:spcAft>
                <a:spcPts val="0"/>
              </a:spcAft>
              <a:buClr>
                <a:schemeClr val="dk1"/>
              </a:buClr>
              <a:buSzPts val="2300"/>
              <a:buFont typeface="Courier New"/>
              <a:buChar char="o"/>
            </a:pPr>
            <a:r>
              <a:rPr i="1" lang="en-US" sz="2300">
                <a:latin typeface="Book Antiqua"/>
                <a:ea typeface="Book Antiqua"/>
                <a:cs typeface="Book Antiqua"/>
                <a:sym typeface="Book Antiqua"/>
              </a:rPr>
              <a:t>by filling in the blanks by duplicating the nonrepeating data, where required. </a:t>
            </a:r>
            <a:endParaRPr/>
          </a:p>
          <a:p>
            <a:pPr indent="-274320" lvl="0" marL="548640" rtl="0" algn="just">
              <a:lnSpc>
                <a:spcPct val="90000"/>
              </a:lnSpc>
              <a:spcBef>
                <a:spcPts val="0"/>
              </a:spcBef>
              <a:spcAft>
                <a:spcPts val="0"/>
              </a:spcAft>
              <a:buClr>
                <a:schemeClr val="dk1"/>
              </a:buClr>
              <a:buSzPts val="2300"/>
              <a:buFont typeface="Courier New"/>
              <a:buChar char="o"/>
            </a:pPr>
            <a:r>
              <a:rPr lang="en-US" sz="2300">
                <a:latin typeface="Book Antiqua"/>
                <a:ea typeface="Book Antiqua"/>
                <a:cs typeface="Book Antiqua"/>
                <a:sym typeface="Book Antiqua"/>
              </a:rPr>
              <a:t>This approach commonly referred to as ‘flattening’ the table.</a:t>
            </a:r>
            <a:endParaRPr/>
          </a:p>
          <a:p>
            <a:pPr indent="-274320" lvl="0" marL="274320" rtl="0" algn="just">
              <a:lnSpc>
                <a:spcPct val="90000"/>
              </a:lnSpc>
              <a:spcBef>
                <a:spcPts val="600"/>
              </a:spcBef>
              <a:spcAft>
                <a:spcPts val="0"/>
              </a:spcAft>
              <a:buClr>
                <a:schemeClr val="dk1"/>
              </a:buClr>
              <a:buSzPts val="2400"/>
              <a:buFont typeface="Noto Sans Symbols"/>
              <a:buChar char="▪"/>
            </a:pPr>
            <a:r>
              <a:rPr lang="en-US" sz="2400">
                <a:latin typeface="Book Antiqua"/>
                <a:ea typeface="Book Antiqua"/>
                <a:cs typeface="Book Antiqua"/>
                <a:sym typeface="Book Antiqua"/>
              </a:rPr>
              <a:t>We remove the repeating group (property rented details) by entering the appropriate client data into each row. </a:t>
            </a:r>
            <a:endParaRPr/>
          </a:p>
        </p:txBody>
      </p:sp>
      <p:sp>
        <p:nvSpPr>
          <p:cNvPr id="352" name="Google Shape;352;p32"/>
          <p:cNvSpPr txBox="1"/>
          <p:nvPr>
            <p:ph idx="12" type="sldNum"/>
          </p:nvPr>
        </p:nvSpPr>
        <p:spPr>
          <a:xfrm>
            <a:off x="8458200" y="6248400"/>
            <a:ext cx="609600" cy="381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pic>
        <p:nvPicPr>
          <p:cNvPr id="353" name="Google Shape;353;p32"/>
          <p:cNvPicPr preferRelativeResize="0"/>
          <p:nvPr/>
        </p:nvPicPr>
        <p:blipFill rotWithShape="1">
          <a:blip r:embed="rId3">
            <a:alphaModFix/>
          </a:blip>
          <a:srcRect b="0" l="0" r="0" t="0"/>
          <a:stretch/>
        </p:blipFill>
        <p:spPr>
          <a:xfrm>
            <a:off x="647700" y="1295400"/>
            <a:ext cx="7772400" cy="2301878"/>
          </a:xfrm>
          <a:prstGeom prst="rect">
            <a:avLst/>
          </a:prstGeom>
          <a:noFill/>
          <a:ln>
            <a:noFill/>
          </a:ln>
        </p:spPr>
      </p:pic>
    </p:spTree>
  </p:cSld>
  <p:clrMapOvr>
    <a:masterClrMapping/>
  </p:clrMapOvr>
  <mc:AlternateContent>
    <mc:Choice Requires="p14">
      <p:transition spd="slow" p14:dur="1500">
        <p14:doors dir="vert"/>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3"/>
          <p:cNvSpPr txBox="1"/>
          <p:nvPr>
            <p:ph type="title"/>
          </p:nvPr>
        </p:nvSpPr>
        <p:spPr>
          <a:xfrm>
            <a:off x="1524000" y="32466"/>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First Normal Form (1NF)</a:t>
            </a:r>
            <a:endParaRPr sz="2800">
              <a:solidFill>
                <a:srgbClr val="FF0000"/>
              </a:solidFill>
              <a:latin typeface="Book Antiqua"/>
              <a:ea typeface="Book Antiqua"/>
              <a:cs typeface="Book Antiqua"/>
              <a:sym typeface="Book Antiqua"/>
            </a:endParaRPr>
          </a:p>
        </p:txBody>
      </p:sp>
      <p:sp>
        <p:nvSpPr>
          <p:cNvPr id="359" name="Google Shape;359;p33"/>
          <p:cNvSpPr txBox="1"/>
          <p:nvPr>
            <p:ph idx="1" type="body"/>
          </p:nvPr>
        </p:nvSpPr>
        <p:spPr>
          <a:xfrm>
            <a:off x="76200" y="445216"/>
            <a:ext cx="8763000" cy="5991224"/>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400"/>
              <a:buFont typeface="Noto Sans Symbols"/>
              <a:buChar char="▪"/>
            </a:pPr>
            <a:r>
              <a:rPr lang="en-US" sz="2400">
                <a:latin typeface="Book Antiqua"/>
                <a:ea typeface="Book Antiqua"/>
                <a:cs typeface="Book Antiqua"/>
                <a:sym typeface="Book Antiqua"/>
              </a:rPr>
              <a:t>The resulting tables are now referred to as 1NF relations containing atomic (or single) values at the intersection of each row and column. </a:t>
            </a:r>
            <a:endParaRPr/>
          </a:p>
          <a:p>
            <a:pPr indent="-274320" lvl="0" marL="274320" rtl="0" algn="just">
              <a:lnSpc>
                <a:spcPct val="90000"/>
              </a:lnSpc>
              <a:spcBef>
                <a:spcPts val="1200"/>
              </a:spcBef>
              <a:spcAft>
                <a:spcPts val="0"/>
              </a:spcAft>
              <a:buClr>
                <a:schemeClr val="dk1"/>
              </a:buClr>
              <a:buSzPts val="2400"/>
              <a:buFont typeface="Noto Sans Symbols"/>
              <a:buChar char="▪"/>
            </a:pPr>
            <a:r>
              <a:rPr lang="en-US" sz="2400">
                <a:latin typeface="Book Antiqua"/>
                <a:ea typeface="Book Antiqua"/>
                <a:cs typeface="Book Antiqua"/>
                <a:sym typeface="Book Antiqua"/>
              </a:rPr>
              <a:t>The resulting 1NF ClientRental relation is shown in Fig 8.</a:t>
            </a:r>
            <a:endParaRPr sz="2400">
              <a:latin typeface="Book Antiqua"/>
              <a:ea typeface="Book Antiqua"/>
              <a:cs typeface="Book Antiqua"/>
              <a:sym typeface="Book Antiqua"/>
            </a:endParaRPr>
          </a:p>
          <a:p>
            <a:pPr indent="-19050" lvl="0" marL="171450" rtl="0" algn="l">
              <a:lnSpc>
                <a:spcPct val="90000"/>
              </a:lnSpc>
              <a:spcBef>
                <a:spcPts val="1200"/>
              </a:spcBef>
              <a:spcAft>
                <a:spcPts val="0"/>
              </a:spcAft>
              <a:buClr>
                <a:schemeClr val="dk1"/>
              </a:buClr>
              <a:buSzPts val="2400"/>
              <a:buNone/>
            </a:pPr>
            <a:r>
              <a:t/>
            </a:r>
            <a:endParaRPr sz="2400"/>
          </a:p>
          <a:p>
            <a:pPr indent="-19050" lvl="0" marL="171450" rtl="0" algn="l">
              <a:lnSpc>
                <a:spcPct val="90000"/>
              </a:lnSpc>
              <a:spcBef>
                <a:spcPts val="1200"/>
              </a:spcBef>
              <a:spcAft>
                <a:spcPts val="0"/>
              </a:spcAft>
              <a:buClr>
                <a:schemeClr val="dk1"/>
              </a:buClr>
              <a:buSzPts val="2400"/>
              <a:buNone/>
            </a:pPr>
            <a:r>
              <a:t/>
            </a:r>
            <a:endParaRPr sz="2400"/>
          </a:p>
          <a:p>
            <a:pPr indent="-19050" lvl="0" marL="171450" rtl="0" algn="l">
              <a:lnSpc>
                <a:spcPct val="90000"/>
              </a:lnSpc>
              <a:spcBef>
                <a:spcPts val="1200"/>
              </a:spcBef>
              <a:spcAft>
                <a:spcPts val="0"/>
              </a:spcAft>
              <a:buClr>
                <a:schemeClr val="dk1"/>
              </a:buClr>
              <a:buSzPts val="2400"/>
              <a:buNone/>
            </a:pPr>
            <a:r>
              <a:t/>
            </a:r>
            <a:endParaRPr sz="2400"/>
          </a:p>
          <a:p>
            <a:pPr indent="-19050" lvl="0" marL="171450" rtl="0" algn="l">
              <a:lnSpc>
                <a:spcPct val="90000"/>
              </a:lnSpc>
              <a:spcBef>
                <a:spcPts val="1200"/>
              </a:spcBef>
              <a:spcAft>
                <a:spcPts val="0"/>
              </a:spcAft>
              <a:buClr>
                <a:schemeClr val="dk1"/>
              </a:buClr>
              <a:buSzPts val="2400"/>
              <a:buNone/>
            </a:pPr>
            <a:r>
              <a:t/>
            </a:r>
            <a:endParaRPr sz="2400"/>
          </a:p>
          <a:p>
            <a:pPr indent="-121920" lvl="0" marL="274320" rtl="0" algn="just">
              <a:lnSpc>
                <a:spcPct val="90000"/>
              </a:lnSpc>
              <a:spcBef>
                <a:spcPts val="0"/>
              </a:spcBef>
              <a:spcAft>
                <a:spcPts val="0"/>
              </a:spcAft>
              <a:buClr>
                <a:schemeClr val="dk1"/>
              </a:buClr>
              <a:buSzPts val="2400"/>
              <a:buFont typeface="Noto Sans Symbols"/>
              <a:buNone/>
            </a:pPr>
            <a:r>
              <a:t/>
            </a:r>
            <a:endParaRPr sz="2400">
              <a:latin typeface="Book Antiqua"/>
              <a:ea typeface="Book Antiqua"/>
              <a:cs typeface="Book Antiqua"/>
              <a:sym typeface="Book Antiqua"/>
            </a:endParaRPr>
          </a:p>
          <a:p>
            <a:pPr indent="-274320" lvl="0" marL="274320" rtl="0" algn="just">
              <a:lnSpc>
                <a:spcPct val="90000"/>
              </a:lnSpc>
              <a:spcBef>
                <a:spcPts val="600"/>
              </a:spcBef>
              <a:spcAft>
                <a:spcPts val="0"/>
              </a:spcAft>
              <a:buClr>
                <a:schemeClr val="dk1"/>
              </a:buClr>
              <a:buSzPts val="2400"/>
              <a:buFont typeface="Noto Sans Symbols"/>
              <a:buChar char="▪"/>
            </a:pPr>
            <a:r>
              <a:rPr lang="en-US" sz="2400">
                <a:latin typeface="Book Antiqua"/>
                <a:ea typeface="Book Antiqua"/>
                <a:cs typeface="Book Antiqua"/>
                <a:sym typeface="Book Antiqua"/>
              </a:rPr>
              <a:t>Based on given assumptions, we identify the candidate keys for the ClientRental relation as being composite keys comprising </a:t>
            </a:r>
            <a:endParaRPr/>
          </a:p>
          <a:p>
            <a:pPr indent="-274320" lvl="0" marL="548640" rtl="0" algn="l">
              <a:lnSpc>
                <a:spcPct val="90000"/>
              </a:lnSpc>
              <a:spcBef>
                <a:spcPts val="0"/>
              </a:spcBef>
              <a:spcAft>
                <a:spcPts val="0"/>
              </a:spcAft>
              <a:buClr>
                <a:schemeClr val="dk1"/>
              </a:buClr>
              <a:buSzPts val="2400"/>
              <a:buFont typeface="Courier New"/>
              <a:buChar char="o"/>
            </a:pPr>
            <a:r>
              <a:rPr lang="en-US" sz="2400">
                <a:latin typeface="Book Antiqua"/>
                <a:ea typeface="Book Antiqua"/>
                <a:cs typeface="Book Antiqua"/>
                <a:sym typeface="Book Antiqua"/>
              </a:rPr>
              <a:t>(clientNo, propertyNo), </a:t>
            </a:r>
            <a:endParaRPr/>
          </a:p>
          <a:p>
            <a:pPr indent="-274320" lvl="0" marL="548640" rtl="0" algn="l">
              <a:lnSpc>
                <a:spcPct val="90000"/>
              </a:lnSpc>
              <a:spcBef>
                <a:spcPts val="0"/>
              </a:spcBef>
              <a:spcAft>
                <a:spcPts val="0"/>
              </a:spcAft>
              <a:buClr>
                <a:schemeClr val="dk1"/>
              </a:buClr>
              <a:buSzPts val="2400"/>
              <a:buFont typeface="Courier New"/>
              <a:buChar char="o"/>
            </a:pPr>
            <a:r>
              <a:rPr lang="en-US" sz="2400">
                <a:latin typeface="Book Antiqua"/>
                <a:ea typeface="Book Antiqua"/>
                <a:cs typeface="Book Antiqua"/>
                <a:sym typeface="Book Antiqua"/>
              </a:rPr>
              <a:t>(clientNo, rentStart), and </a:t>
            </a:r>
            <a:endParaRPr/>
          </a:p>
          <a:p>
            <a:pPr indent="-274320" lvl="0" marL="548640" rtl="0" algn="l">
              <a:lnSpc>
                <a:spcPct val="90000"/>
              </a:lnSpc>
              <a:spcBef>
                <a:spcPts val="0"/>
              </a:spcBef>
              <a:spcAft>
                <a:spcPts val="0"/>
              </a:spcAft>
              <a:buClr>
                <a:schemeClr val="dk1"/>
              </a:buClr>
              <a:buSzPts val="2400"/>
              <a:buFont typeface="Courier New"/>
              <a:buChar char="o"/>
            </a:pPr>
            <a:r>
              <a:rPr lang="en-US" sz="2400">
                <a:latin typeface="Book Antiqua"/>
                <a:ea typeface="Book Antiqua"/>
                <a:cs typeface="Book Antiqua"/>
                <a:sym typeface="Book Antiqua"/>
              </a:rPr>
              <a:t>(propertyNo, rentStart). </a:t>
            </a:r>
            <a:endParaRPr/>
          </a:p>
        </p:txBody>
      </p:sp>
      <p:sp>
        <p:nvSpPr>
          <p:cNvPr id="360" name="Google Shape;360;p33"/>
          <p:cNvSpPr txBox="1"/>
          <p:nvPr>
            <p:ph idx="12" type="sldNum"/>
          </p:nvPr>
        </p:nvSpPr>
        <p:spPr>
          <a:xfrm>
            <a:off x="8382000" y="6315075"/>
            <a:ext cx="609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pic>
        <p:nvPicPr>
          <p:cNvPr id="361" name="Google Shape;361;p33"/>
          <p:cNvPicPr preferRelativeResize="0"/>
          <p:nvPr/>
        </p:nvPicPr>
        <p:blipFill rotWithShape="1">
          <a:blip r:embed="rId3">
            <a:alphaModFix/>
          </a:blip>
          <a:srcRect b="0" l="0" r="0" t="0"/>
          <a:stretch/>
        </p:blipFill>
        <p:spPr>
          <a:xfrm>
            <a:off x="419100" y="2184758"/>
            <a:ext cx="7810500" cy="2352675"/>
          </a:xfrm>
          <a:prstGeom prst="rect">
            <a:avLst/>
          </a:prstGeom>
          <a:noFill/>
          <a:ln>
            <a:noFill/>
          </a:ln>
        </p:spPr>
      </p:pic>
      <p:sp>
        <p:nvSpPr>
          <p:cNvPr id="362" name="Google Shape;362;p33"/>
          <p:cNvSpPr txBox="1"/>
          <p:nvPr/>
        </p:nvSpPr>
        <p:spPr>
          <a:xfrm>
            <a:off x="8229600" y="4071423"/>
            <a:ext cx="762000" cy="50411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lang="en-US" sz="2000">
                <a:solidFill>
                  <a:srgbClr val="3333FF"/>
                </a:solidFill>
                <a:latin typeface="Book Antiqua"/>
                <a:ea typeface="Book Antiqua"/>
                <a:cs typeface="Book Antiqua"/>
                <a:sym typeface="Book Antiqua"/>
              </a:rPr>
              <a:t>Fig 8</a:t>
            </a:r>
            <a:endParaRPr sz="1600">
              <a:solidFill>
                <a:schemeClr val="dk1"/>
              </a:solidFill>
              <a:latin typeface="Book Antiqua"/>
              <a:ea typeface="Book Antiqua"/>
              <a:cs typeface="Book Antiqua"/>
              <a:sym typeface="Book Antiqua"/>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4"/>
          <p:cNvSpPr txBox="1"/>
          <p:nvPr>
            <p:ph type="title"/>
          </p:nvPr>
        </p:nvSpPr>
        <p:spPr>
          <a:xfrm>
            <a:off x="2057400" y="149225"/>
            <a:ext cx="46482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First Normal Form (1NF)</a:t>
            </a:r>
            <a:endParaRPr sz="2800">
              <a:solidFill>
                <a:srgbClr val="FF0000"/>
              </a:solidFill>
              <a:latin typeface="Book Antiqua"/>
              <a:ea typeface="Book Antiqua"/>
              <a:cs typeface="Book Antiqua"/>
              <a:sym typeface="Book Antiqua"/>
            </a:endParaRPr>
          </a:p>
        </p:txBody>
      </p:sp>
      <p:sp>
        <p:nvSpPr>
          <p:cNvPr id="368" name="Google Shape;368;p34"/>
          <p:cNvSpPr txBox="1"/>
          <p:nvPr>
            <p:ph idx="1" type="body"/>
          </p:nvPr>
        </p:nvSpPr>
        <p:spPr>
          <a:xfrm>
            <a:off x="228600" y="723900"/>
            <a:ext cx="8610600" cy="5791200"/>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600"/>
              <a:buFont typeface="Noto Sans Symbols"/>
              <a:buChar char="▪"/>
            </a:pPr>
            <a:r>
              <a:rPr lang="en-US" sz="2600">
                <a:latin typeface="Book Antiqua"/>
                <a:ea typeface="Book Antiqua"/>
                <a:cs typeface="Book Antiqua"/>
                <a:sym typeface="Book Antiqua"/>
              </a:rPr>
              <a:t>We select </a:t>
            </a:r>
            <a:r>
              <a:rPr b="1" lang="en-US" sz="2600">
                <a:solidFill>
                  <a:srgbClr val="3333FF"/>
                </a:solidFill>
                <a:latin typeface="Book Antiqua"/>
                <a:ea typeface="Book Antiqua"/>
                <a:cs typeface="Book Antiqua"/>
                <a:sym typeface="Book Antiqua"/>
              </a:rPr>
              <a:t>(clientNo, propertyNo)</a:t>
            </a:r>
            <a:r>
              <a:rPr lang="en-US" sz="2600">
                <a:latin typeface="Book Antiqua"/>
                <a:ea typeface="Book Antiqua"/>
                <a:cs typeface="Book Antiqua"/>
                <a:sym typeface="Book Antiqua"/>
              </a:rPr>
              <a:t> as the primary key for the relation. </a:t>
            </a:r>
            <a:endParaRPr/>
          </a:p>
          <a:p>
            <a:pPr indent="-274320" lvl="0" marL="274320" rtl="0" algn="just">
              <a:lnSpc>
                <a:spcPct val="90000"/>
              </a:lnSpc>
              <a:spcBef>
                <a:spcPts val="600"/>
              </a:spcBef>
              <a:spcAft>
                <a:spcPts val="0"/>
              </a:spcAft>
              <a:buClr>
                <a:schemeClr val="dk1"/>
              </a:buClr>
              <a:buSzPts val="2600"/>
              <a:buFont typeface="Noto Sans Symbols"/>
              <a:buChar char="▪"/>
            </a:pPr>
            <a:r>
              <a:rPr lang="en-US" sz="2600">
                <a:latin typeface="Book Antiqua"/>
                <a:ea typeface="Book Antiqua"/>
                <a:cs typeface="Book Antiqua"/>
                <a:sym typeface="Book Antiqua"/>
              </a:rPr>
              <a:t>The ClientRental relation is defined as follows: </a:t>
            </a:r>
            <a:endParaRPr/>
          </a:p>
          <a:p>
            <a:pPr indent="0" lvl="0" marL="0" rtl="0" algn="ctr">
              <a:lnSpc>
                <a:spcPct val="90000"/>
              </a:lnSpc>
              <a:spcBef>
                <a:spcPts val="750"/>
              </a:spcBef>
              <a:spcAft>
                <a:spcPts val="0"/>
              </a:spcAft>
              <a:buClr>
                <a:schemeClr val="dk1"/>
              </a:buClr>
              <a:buSzPts val="2400"/>
              <a:buNone/>
            </a:pPr>
            <a:r>
              <a:rPr lang="en-US" sz="2400">
                <a:latin typeface="Book Antiqua"/>
                <a:ea typeface="Book Antiqua"/>
                <a:cs typeface="Book Antiqua"/>
                <a:sym typeface="Book Antiqua"/>
              </a:rPr>
              <a:t>ClientRental (</a:t>
            </a:r>
            <a:r>
              <a:rPr lang="en-US" sz="2400" u="sng">
                <a:latin typeface="Book Antiqua"/>
                <a:ea typeface="Book Antiqua"/>
                <a:cs typeface="Book Antiqua"/>
                <a:sym typeface="Book Antiqua"/>
              </a:rPr>
              <a:t>clientNo</a:t>
            </a:r>
            <a:r>
              <a:rPr lang="en-US" sz="2400">
                <a:latin typeface="Book Antiqua"/>
                <a:ea typeface="Book Antiqua"/>
                <a:cs typeface="Book Antiqua"/>
                <a:sym typeface="Book Antiqua"/>
              </a:rPr>
              <a:t>, </a:t>
            </a:r>
            <a:r>
              <a:rPr lang="en-US" sz="2400" u="sng">
                <a:latin typeface="Book Antiqua"/>
                <a:ea typeface="Book Antiqua"/>
                <a:cs typeface="Book Antiqua"/>
                <a:sym typeface="Book Antiqua"/>
              </a:rPr>
              <a:t>propertyNo</a:t>
            </a:r>
            <a:r>
              <a:rPr lang="en-US" sz="2400">
                <a:latin typeface="Book Antiqua"/>
                <a:ea typeface="Book Antiqua"/>
                <a:cs typeface="Book Antiqua"/>
                <a:sym typeface="Book Antiqua"/>
              </a:rPr>
              <a:t>, cName, pAddress, rentStart, rentFinish, rent, ownerNo, oName)</a:t>
            </a:r>
            <a:endParaRPr/>
          </a:p>
          <a:p>
            <a:pPr indent="-274320" lvl="0" marL="274320" rtl="0" algn="just">
              <a:lnSpc>
                <a:spcPct val="90000"/>
              </a:lnSpc>
              <a:spcBef>
                <a:spcPts val="600"/>
              </a:spcBef>
              <a:spcAft>
                <a:spcPts val="0"/>
              </a:spcAft>
              <a:buClr>
                <a:schemeClr val="dk1"/>
              </a:buClr>
              <a:buSzPts val="2600"/>
              <a:buFont typeface="Noto Sans Symbols"/>
              <a:buChar char="▪"/>
            </a:pPr>
            <a:r>
              <a:rPr lang="en-US" sz="2600">
                <a:latin typeface="Book Antiqua"/>
                <a:ea typeface="Book Antiqua"/>
                <a:cs typeface="Book Antiqua"/>
                <a:sym typeface="Book Antiqua"/>
              </a:rPr>
              <a:t>This relation is in 1NF as there is a single value at the intersection of each row and column. </a:t>
            </a:r>
            <a:endParaRPr/>
          </a:p>
          <a:p>
            <a:pPr indent="-274320" lvl="0" marL="274320" rtl="0" algn="just">
              <a:lnSpc>
                <a:spcPct val="90000"/>
              </a:lnSpc>
              <a:spcBef>
                <a:spcPts val="600"/>
              </a:spcBef>
              <a:spcAft>
                <a:spcPts val="0"/>
              </a:spcAft>
              <a:buClr>
                <a:schemeClr val="dk1"/>
              </a:buClr>
              <a:buSzPts val="2600"/>
              <a:buFont typeface="Noto Sans Symbols"/>
              <a:buChar char="▪"/>
            </a:pPr>
            <a:r>
              <a:rPr lang="en-US" sz="2600">
                <a:latin typeface="Book Antiqua"/>
                <a:ea typeface="Book Antiqua"/>
                <a:cs typeface="Book Antiqua"/>
                <a:sym typeface="Book Antiqua"/>
              </a:rPr>
              <a:t>It contains data describing clients, property rented, and property owners, which is repeated several times. </a:t>
            </a:r>
            <a:endParaRPr sz="2600">
              <a:latin typeface="Book Antiqua"/>
              <a:ea typeface="Book Antiqua"/>
              <a:cs typeface="Book Antiqua"/>
              <a:sym typeface="Book Antiqua"/>
            </a:endParaRPr>
          </a:p>
          <a:p>
            <a:pPr indent="-274320" lvl="0" marL="274320" rtl="0" algn="just">
              <a:lnSpc>
                <a:spcPct val="90000"/>
              </a:lnSpc>
              <a:spcBef>
                <a:spcPts val="600"/>
              </a:spcBef>
              <a:spcAft>
                <a:spcPts val="0"/>
              </a:spcAft>
              <a:buClr>
                <a:schemeClr val="dk1"/>
              </a:buClr>
              <a:buSzPts val="2600"/>
              <a:buFont typeface="Noto Sans Symbols"/>
              <a:buChar char="▪"/>
            </a:pPr>
            <a:r>
              <a:rPr lang="en-US" sz="2600">
                <a:latin typeface="Book Antiqua"/>
                <a:ea typeface="Book Antiqua"/>
                <a:cs typeface="Book Antiqua"/>
                <a:sym typeface="Book Antiqua"/>
              </a:rPr>
              <a:t>As a result, the ClientRental relation contains significant data redundancy. </a:t>
            </a:r>
            <a:endParaRPr sz="2600">
              <a:latin typeface="Book Antiqua"/>
              <a:ea typeface="Book Antiqua"/>
              <a:cs typeface="Book Antiqua"/>
              <a:sym typeface="Book Antiqua"/>
            </a:endParaRPr>
          </a:p>
          <a:p>
            <a:pPr indent="-274320" lvl="0" marL="274320" rtl="0" algn="just">
              <a:lnSpc>
                <a:spcPct val="90000"/>
              </a:lnSpc>
              <a:spcBef>
                <a:spcPts val="600"/>
              </a:spcBef>
              <a:spcAft>
                <a:spcPts val="0"/>
              </a:spcAft>
              <a:buClr>
                <a:schemeClr val="dk1"/>
              </a:buClr>
              <a:buSzPts val="2600"/>
              <a:buFont typeface="Noto Sans Symbols"/>
              <a:buChar char="▪"/>
            </a:pPr>
            <a:r>
              <a:rPr lang="en-US" sz="2600">
                <a:latin typeface="Book Antiqua"/>
                <a:ea typeface="Book Antiqua"/>
                <a:cs typeface="Book Antiqua"/>
                <a:sym typeface="Book Antiqua"/>
              </a:rPr>
              <a:t>If implemented, this 1NF relation would be subject to the update anomalies. </a:t>
            </a:r>
            <a:endParaRPr/>
          </a:p>
        </p:txBody>
      </p:sp>
      <p:sp>
        <p:nvSpPr>
          <p:cNvPr id="369" name="Google Shape;369;p34"/>
          <p:cNvSpPr txBox="1"/>
          <p:nvPr>
            <p:ph idx="12" type="sldNum"/>
          </p:nvPr>
        </p:nvSpPr>
        <p:spPr>
          <a:xfrm>
            <a:off x="8382000" y="6315075"/>
            <a:ext cx="609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5"/>
          <p:cNvSpPr txBox="1"/>
          <p:nvPr>
            <p:ph type="title"/>
          </p:nvPr>
        </p:nvSpPr>
        <p:spPr>
          <a:xfrm>
            <a:off x="1524000" y="187326"/>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First Normal Form (1NF)</a:t>
            </a:r>
            <a:endParaRPr sz="2800">
              <a:solidFill>
                <a:srgbClr val="FF0000"/>
              </a:solidFill>
              <a:latin typeface="Book Antiqua"/>
              <a:ea typeface="Book Antiqua"/>
              <a:cs typeface="Book Antiqua"/>
              <a:sym typeface="Book Antiqua"/>
            </a:endParaRPr>
          </a:p>
        </p:txBody>
      </p:sp>
      <p:sp>
        <p:nvSpPr>
          <p:cNvPr id="375" name="Google Shape;375;p35"/>
          <p:cNvSpPr txBox="1"/>
          <p:nvPr>
            <p:ph idx="1" type="body"/>
          </p:nvPr>
        </p:nvSpPr>
        <p:spPr>
          <a:xfrm>
            <a:off x="228600" y="723900"/>
            <a:ext cx="8686800" cy="5791200"/>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400"/>
              <a:buFont typeface="Noto Sans Symbols"/>
              <a:buChar char="▪"/>
            </a:pPr>
            <a:r>
              <a:rPr lang="en-US" sz="2400">
                <a:latin typeface="Book Antiqua"/>
                <a:ea typeface="Book Antiqua"/>
                <a:cs typeface="Book Antiqua"/>
                <a:sym typeface="Book Antiqua"/>
              </a:rPr>
              <a:t>The 1NF ClientRental relation has following update anomalies.</a:t>
            </a:r>
            <a:endParaRPr/>
          </a:p>
          <a:p>
            <a:pPr indent="-274320" lvl="0" marL="274320" rtl="0" algn="just">
              <a:lnSpc>
                <a:spcPct val="90000"/>
              </a:lnSpc>
              <a:spcBef>
                <a:spcPts val="1200"/>
              </a:spcBef>
              <a:spcAft>
                <a:spcPts val="0"/>
              </a:spcAft>
              <a:buClr>
                <a:srgbClr val="CC6600"/>
              </a:buClr>
              <a:buSzPts val="2400"/>
              <a:buFont typeface="Noto Sans Symbols"/>
              <a:buChar char="▪"/>
            </a:pPr>
            <a:r>
              <a:rPr b="1" lang="en-US" sz="2400">
                <a:solidFill>
                  <a:srgbClr val="CC6600"/>
                </a:solidFill>
                <a:latin typeface="Book Antiqua"/>
                <a:ea typeface="Book Antiqua"/>
                <a:cs typeface="Book Antiqua"/>
                <a:sym typeface="Book Antiqua"/>
              </a:rPr>
              <a:t>Insertion Anomaly:</a:t>
            </a:r>
            <a:r>
              <a:rPr lang="en-US" sz="2400">
                <a:latin typeface="Book Antiqua"/>
                <a:ea typeface="Book Antiqua"/>
                <a:cs typeface="Book Antiqua"/>
                <a:sym typeface="Book Antiqua"/>
              </a:rPr>
              <a:t> When we want to add a new property for rent in the ClientRental relation in Fig 8, a dummy clientNo need to be assigned to that tuple because it is part of PK.</a:t>
            </a:r>
            <a:endParaRPr/>
          </a:p>
          <a:p>
            <a:pPr indent="-274320" lvl="0" marL="274320" rtl="0" algn="just">
              <a:lnSpc>
                <a:spcPct val="90000"/>
              </a:lnSpc>
              <a:spcBef>
                <a:spcPts val="1200"/>
              </a:spcBef>
              <a:spcAft>
                <a:spcPts val="0"/>
              </a:spcAft>
              <a:buClr>
                <a:srgbClr val="CC6600"/>
              </a:buClr>
              <a:buSzPts val="2400"/>
              <a:buFont typeface="Noto Sans Symbols"/>
              <a:buChar char="▪"/>
            </a:pPr>
            <a:r>
              <a:rPr b="1" lang="en-US" sz="2400">
                <a:solidFill>
                  <a:srgbClr val="CC6600"/>
                </a:solidFill>
                <a:latin typeface="Book Antiqua"/>
                <a:ea typeface="Book Antiqua"/>
                <a:cs typeface="Book Antiqua"/>
                <a:sym typeface="Book Antiqua"/>
              </a:rPr>
              <a:t>Deletion Anomaly:</a:t>
            </a:r>
            <a:r>
              <a:rPr lang="en-US" sz="2400">
                <a:latin typeface="Book Antiqua"/>
                <a:ea typeface="Book Antiqua"/>
                <a:cs typeface="Book Antiqua"/>
                <a:sym typeface="Book Antiqua"/>
              </a:rPr>
              <a:t> Suppose a particular owner doesn’t want to offer his or her property for rent anymore so the property record needs to be removed. However along with that, all the client and other records would have to be removed.</a:t>
            </a:r>
            <a:endParaRPr/>
          </a:p>
          <a:p>
            <a:pPr indent="-274320" lvl="0" marL="274320" rtl="0" algn="just">
              <a:lnSpc>
                <a:spcPct val="90000"/>
              </a:lnSpc>
              <a:spcBef>
                <a:spcPts val="1200"/>
              </a:spcBef>
              <a:spcAft>
                <a:spcPts val="0"/>
              </a:spcAft>
              <a:buClr>
                <a:srgbClr val="CC6600"/>
              </a:buClr>
              <a:buSzPts val="2400"/>
              <a:buFont typeface="Noto Sans Symbols"/>
              <a:buChar char="▪"/>
            </a:pPr>
            <a:r>
              <a:rPr b="1" lang="en-US" sz="2400">
                <a:solidFill>
                  <a:srgbClr val="CC6600"/>
                </a:solidFill>
                <a:latin typeface="Book Antiqua"/>
                <a:ea typeface="Book Antiqua"/>
                <a:cs typeface="Book Antiqua"/>
                <a:sym typeface="Book Antiqua"/>
              </a:rPr>
              <a:t>Modification Anomaly: </a:t>
            </a:r>
            <a:r>
              <a:rPr lang="en-US" sz="2400">
                <a:latin typeface="Book Antiqua"/>
                <a:ea typeface="Book Antiqua"/>
                <a:cs typeface="Book Antiqua"/>
                <a:sym typeface="Book Antiqua"/>
              </a:rPr>
              <a:t>Suppose we wish to change the rent of property number PG4. We have to update two tuples in the ClientRental relation. If only one tuple is updated, this results in an inconsistency in the database.</a:t>
            </a:r>
            <a:endParaRPr/>
          </a:p>
        </p:txBody>
      </p:sp>
      <p:sp>
        <p:nvSpPr>
          <p:cNvPr id="376" name="Google Shape;376;p35"/>
          <p:cNvSpPr txBox="1"/>
          <p:nvPr>
            <p:ph idx="12" type="sldNum"/>
          </p:nvPr>
        </p:nvSpPr>
        <p:spPr>
          <a:xfrm>
            <a:off x="8382000" y="6315075"/>
            <a:ext cx="609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6"/>
          <p:cNvSpPr txBox="1"/>
          <p:nvPr>
            <p:ph type="title"/>
          </p:nvPr>
        </p:nvSpPr>
        <p:spPr>
          <a:xfrm>
            <a:off x="1676400" y="177800"/>
            <a:ext cx="5181600" cy="5175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2800"/>
              <a:buFont typeface="Book Antiqua"/>
              <a:buNone/>
            </a:pPr>
            <a:r>
              <a:rPr b="1" lang="en-US" sz="2800">
                <a:solidFill>
                  <a:srgbClr val="FF0000"/>
                </a:solidFill>
                <a:latin typeface="Book Antiqua"/>
                <a:ea typeface="Book Antiqua"/>
                <a:cs typeface="Book Antiqua"/>
                <a:sym typeface="Book Antiqua"/>
              </a:rPr>
              <a:t>Second Normal Form (2NF)</a:t>
            </a:r>
            <a:endParaRPr sz="2800">
              <a:solidFill>
                <a:srgbClr val="FF0000"/>
              </a:solidFill>
              <a:latin typeface="Book Antiqua"/>
              <a:ea typeface="Book Antiqua"/>
              <a:cs typeface="Book Antiqua"/>
              <a:sym typeface="Book Antiqua"/>
            </a:endParaRPr>
          </a:p>
        </p:txBody>
      </p:sp>
      <p:sp>
        <p:nvSpPr>
          <p:cNvPr id="382" name="Google Shape;382;p36"/>
          <p:cNvSpPr txBox="1"/>
          <p:nvPr>
            <p:ph idx="1" type="body"/>
          </p:nvPr>
        </p:nvSpPr>
        <p:spPr>
          <a:xfrm>
            <a:off x="304800" y="733425"/>
            <a:ext cx="8534400" cy="5581650"/>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600"/>
              <a:buFont typeface="Noto Sans Symbols"/>
              <a:buChar char="▪"/>
            </a:pPr>
            <a:r>
              <a:rPr lang="en-US" sz="2600">
                <a:latin typeface="Book Antiqua"/>
                <a:ea typeface="Book Antiqua"/>
                <a:cs typeface="Book Antiqua"/>
                <a:sym typeface="Book Antiqua"/>
              </a:rPr>
              <a:t>To remove some of these anomalies, we must transform the relation into Second Normal Form.</a:t>
            </a:r>
            <a:endParaRPr/>
          </a:p>
          <a:p>
            <a:pPr indent="-274320" lvl="0" marL="274320" rtl="0" algn="just">
              <a:lnSpc>
                <a:spcPct val="90000"/>
              </a:lnSpc>
              <a:spcBef>
                <a:spcPts val="1200"/>
              </a:spcBef>
              <a:spcAft>
                <a:spcPts val="0"/>
              </a:spcAft>
              <a:buClr>
                <a:schemeClr val="dk1"/>
              </a:buClr>
              <a:buSzPts val="2600"/>
              <a:buFont typeface="Noto Sans Symbols"/>
              <a:buChar char="▪"/>
            </a:pPr>
            <a:r>
              <a:rPr lang="en-US" sz="2600">
                <a:latin typeface="Book Antiqua"/>
                <a:ea typeface="Book Antiqua"/>
                <a:cs typeface="Book Antiqua"/>
                <a:sym typeface="Book Antiqua"/>
              </a:rPr>
              <a:t>Second Normal Form (2NF) is based on the concept of </a:t>
            </a:r>
            <a:r>
              <a:rPr b="1" i="1" lang="en-US" sz="2600">
                <a:solidFill>
                  <a:srgbClr val="00B050"/>
                </a:solidFill>
                <a:latin typeface="Book Antiqua"/>
                <a:ea typeface="Book Antiqua"/>
                <a:cs typeface="Book Antiqua"/>
                <a:sym typeface="Book Antiqua"/>
              </a:rPr>
              <a:t>full functional dependency</a:t>
            </a:r>
            <a:r>
              <a:rPr lang="en-US" sz="2600">
                <a:latin typeface="Book Antiqua"/>
                <a:ea typeface="Book Antiqua"/>
                <a:cs typeface="Book Antiqua"/>
                <a:sym typeface="Book Antiqua"/>
              </a:rPr>
              <a:t>. </a:t>
            </a:r>
            <a:endParaRPr/>
          </a:p>
          <a:p>
            <a:pPr indent="-274320" lvl="0" marL="274320" rtl="0" algn="just">
              <a:lnSpc>
                <a:spcPct val="90000"/>
              </a:lnSpc>
              <a:spcBef>
                <a:spcPts val="1200"/>
              </a:spcBef>
              <a:spcAft>
                <a:spcPts val="0"/>
              </a:spcAft>
              <a:buClr>
                <a:schemeClr val="dk1"/>
              </a:buClr>
              <a:buSzPts val="2600"/>
              <a:buFont typeface="Noto Sans Symbols"/>
              <a:buChar char="▪"/>
            </a:pPr>
            <a:r>
              <a:rPr lang="en-US" sz="2600">
                <a:latin typeface="Book Antiqua"/>
                <a:ea typeface="Book Antiqua"/>
                <a:cs typeface="Book Antiqua"/>
                <a:sym typeface="Book Antiqua"/>
              </a:rPr>
              <a:t>Second Normal Form applies to relations with composite PKs, that is, relations with a primary key composed of two or more attributes. </a:t>
            </a:r>
            <a:endParaRPr/>
          </a:p>
          <a:p>
            <a:pPr indent="-274320" lvl="0" marL="274320" rtl="0" algn="just">
              <a:lnSpc>
                <a:spcPct val="90000"/>
              </a:lnSpc>
              <a:spcBef>
                <a:spcPts val="1200"/>
              </a:spcBef>
              <a:spcAft>
                <a:spcPts val="0"/>
              </a:spcAft>
              <a:buClr>
                <a:schemeClr val="dk1"/>
              </a:buClr>
              <a:buSzPts val="2600"/>
              <a:buFont typeface="Noto Sans Symbols"/>
              <a:buChar char="▪"/>
            </a:pPr>
            <a:r>
              <a:rPr lang="en-US" sz="2600">
                <a:latin typeface="Book Antiqua"/>
                <a:ea typeface="Book Antiqua"/>
                <a:cs typeface="Book Antiqua"/>
                <a:sym typeface="Book Antiqua"/>
              </a:rPr>
              <a:t>A relation with a single-attribute primary key is automatically in at least 2NF. </a:t>
            </a:r>
            <a:endParaRPr sz="2600">
              <a:latin typeface="Book Antiqua"/>
              <a:ea typeface="Book Antiqua"/>
              <a:cs typeface="Book Antiqua"/>
              <a:sym typeface="Book Antiqua"/>
            </a:endParaRPr>
          </a:p>
          <a:p>
            <a:pPr indent="-274320" lvl="0" marL="274320" rtl="0" algn="just">
              <a:lnSpc>
                <a:spcPct val="90000"/>
              </a:lnSpc>
              <a:spcBef>
                <a:spcPts val="1200"/>
              </a:spcBef>
              <a:spcAft>
                <a:spcPts val="0"/>
              </a:spcAft>
              <a:buClr>
                <a:srgbClr val="CC6600"/>
              </a:buClr>
              <a:buSzPts val="2600"/>
              <a:buFont typeface="Noto Sans Symbols"/>
              <a:buChar char="▪"/>
            </a:pPr>
            <a:r>
              <a:rPr b="1" lang="en-US" sz="2600">
                <a:solidFill>
                  <a:srgbClr val="CC6600"/>
                </a:solidFill>
                <a:latin typeface="Book Antiqua"/>
                <a:ea typeface="Book Antiqua"/>
                <a:cs typeface="Book Antiqua"/>
                <a:sym typeface="Book Antiqua"/>
              </a:rPr>
              <a:t>Second Normal Form (2NF)</a:t>
            </a:r>
            <a:r>
              <a:rPr b="1" lang="en-US" sz="2600">
                <a:latin typeface="Book Antiqua"/>
                <a:ea typeface="Book Antiqua"/>
                <a:cs typeface="Book Antiqua"/>
                <a:sym typeface="Book Antiqua"/>
              </a:rPr>
              <a:t> </a:t>
            </a:r>
            <a:r>
              <a:rPr lang="en-US" sz="2600">
                <a:latin typeface="Book Antiqua"/>
                <a:ea typeface="Book Antiqua"/>
                <a:cs typeface="Book Antiqua"/>
                <a:sym typeface="Book Antiqua"/>
              </a:rPr>
              <a:t>A relation that is in First Normal Form and every non-primary-key attribute is fully functionally dependent on the primary key. </a:t>
            </a:r>
            <a:endParaRPr/>
          </a:p>
        </p:txBody>
      </p:sp>
      <p:sp>
        <p:nvSpPr>
          <p:cNvPr id="383" name="Google Shape;383;p36"/>
          <p:cNvSpPr txBox="1"/>
          <p:nvPr>
            <p:ph idx="12" type="sldNum"/>
          </p:nvPr>
        </p:nvSpPr>
        <p:spPr>
          <a:xfrm>
            <a:off x="8382000" y="6315075"/>
            <a:ext cx="609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7"/>
          <p:cNvSpPr txBox="1"/>
          <p:nvPr>
            <p:ph type="title"/>
          </p:nvPr>
        </p:nvSpPr>
        <p:spPr>
          <a:xfrm>
            <a:off x="1524000" y="187326"/>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Second Normal Form (2NF)</a:t>
            </a:r>
            <a:endParaRPr sz="2800">
              <a:solidFill>
                <a:srgbClr val="FF0000"/>
              </a:solidFill>
              <a:latin typeface="Book Antiqua"/>
              <a:ea typeface="Book Antiqua"/>
              <a:cs typeface="Book Antiqua"/>
              <a:sym typeface="Book Antiqua"/>
            </a:endParaRPr>
          </a:p>
        </p:txBody>
      </p:sp>
      <p:sp>
        <p:nvSpPr>
          <p:cNvPr id="389" name="Google Shape;389;p37"/>
          <p:cNvSpPr txBox="1"/>
          <p:nvPr>
            <p:ph idx="1" type="body"/>
          </p:nvPr>
        </p:nvSpPr>
        <p:spPr>
          <a:xfrm>
            <a:off x="192505" y="704850"/>
            <a:ext cx="8763000" cy="5924549"/>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400"/>
              <a:buFont typeface="Noto Sans Symbols"/>
              <a:buChar char="▪"/>
            </a:pPr>
            <a:r>
              <a:rPr lang="en-US" sz="2400">
                <a:latin typeface="Book Antiqua"/>
                <a:ea typeface="Book Antiqua"/>
                <a:cs typeface="Book Antiqua"/>
                <a:sym typeface="Book Antiqua"/>
              </a:rPr>
              <a:t>The normalization of 1NF relations to 2NF involves the removal of partial dependencies. </a:t>
            </a:r>
            <a:endParaRPr sz="2400">
              <a:latin typeface="Book Antiqua"/>
              <a:ea typeface="Book Antiqua"/>
              <a:cs typeface="Book Antiqua"/>
              <a:sym typeface="Book Antiqua"/>
            </a:endParaRPr>
          </a:p>
          <a:p>
            <a:pPr indent="-274320" lvl="0" marL="274320" rtl="0" algn="just">
              <a:lnSpc>
                <a:spcPct val="90000"/>
              </a:lnSpc>
              <a:spcBef>
                <a:spcPts val="750"/>
              </a:spcBef>
              <a:spcAft>
                <a:spcPts val="0"/>
              </a:spcAft>
              <a:buClr>
                <a:schemeClr val="dk1"/>
              </a:buClr>
              <a:buSzPts val="2400"/>
              <a:buFont typeface="Noto Sans Symbols"/>
              <a:buChar char="▪"/>
            </a:pPr>
            <a:r>
              <a:rPr lang="en-US" sz="2400">
                <a:latin typeface="Book Antiqua"/>
                <a:ea typeface="Book Antiqua"/>
                <a:cs typeface="Book Antiqua"/>
                <a:sym typeface="Book Antiqua"/>
              </a:rPr>
              <a:t>The ClientRental relation has the following full and partial functional dependencies on PK:- </a:t>
            </a:r>
            <a:endParaRPr sz="2400">
              <a:latin typeface="Book Antiqua"/>
              <a:ea typeface="Book Antiqua"/>
              <a:cs typeface="Book Antiqua"/>
              <a:sym typeface="Book Antiqua"/>
            </a:endParaRPr>
          </a:p>
          <a:p>
            <a:pPr indent="-274320" lvl="0" marL="548640" rtl="0" algn="just">
              <a:lnSpc>
                <a:spcPct val="90000"/>
              </a:lnSpc>
              <a:spcBef>
                <a:spcPts val="600"/>
              </a:spcBef>
              <a:spcAft>
                <a:spcPts val="0"/>
              </a:spcAft>
              <a:buClr>
                <a:schemeClr val="dk1"/>
              </a:buClr>
              <a:buSzPts val="2200"/>
              <a:buFont typeface="Courier New"/>
              <a:buChar char="o"/>
            </a:pPr>
            <a:r>
              <a:rPr b="1" lang="en-US" sz="2200">
                <a:latin typeface="Book Antiqua"/>
                <a:ea typeface="Book Antiqua"/>
                <a:cs typeface="Book Antiqua"/>
                <a:sym typeface="Book Antiqua"/>
              </a:rPr>
              <a:t>fd1:</a:t>
            </a:r>
            <a:r>
              <a:rPr lang="en-US" sz="2200">
                <a:latin typeface="Book Antiqua"/>
                <a:ea typeface="Book Antiqua"/>
                <a:cs typeface="Book Antiqua"/>
                <a:sym typeface="Book Antiqua"/>
              </a:rPr>
              <a:t> clientNo, propertyNo → rentStart, rentFinish (full dependency on primary key)</a:t>
            </a:r>
            <a:endParaRPr/>
          </a:p>
          <a:p>
            <a:pPr indent="-274320" lvl="0" marL="548640" rtl="0" algn="just">
              <a:lnSpc>
                <a:spcPct val="90000"/>
              </a:lnSpc>
              <a:spcBef>
                <a:spcPts val="600"/>
              </a:spcBef>
              <a:spcAft>
                <a:spcPts val="0"/>
              </a:spcAft>
              <a:buClr>
                <a:schemeClr val="dk1"/>
              </a:buClr>
              <a:buSzPts val="2200"/>
              <a:buFont typeface="Courier New"/>
              <a:buChar char="o"/>
            </a:pPr>
            <a:r>
              <a:rPr b="1" lang="en-US" sz="2200">
                <a:latin typeface="Book Antiqua"/>
                <a:ea typeface="Book Antiqua"/>
                <a:cs typeface="Book Antiqua"/>
                <a:sym typeface="Book Antiqua"/>
              </a:rPr>
              <a:t>fd2:</a:t>
            </a:r>
            <a:r>
              <a:rPr lang="en-US" sz="2200">
                <a:latin typeface="Book Antiqua"/>
                <a:ea typeface="Book Antiqua"/>
                <a:cs typeface="Book Antiqua"/>
                <a:sym typeface="Book Antiqua"/>
              </a:rPr>
              <a:t> clientNo → cName (Partial dependency)</a:t>
            </a:r>
            <a:endParaRPr/>
          </a:p>
          <a:p>
            <a:pPr indent="-274320" lvl="0" marL="548640" rtl="0" algn="just">
              <a:lnSpc>
                <a:spcPct val="90000"/>
              </a:lnSpc>
              <a:spcBef>
                <a:spcPts val="600"/>
              </a:spcBef>
              <a:spcAft>
                <a:spcPts val="0"/>
              </a:spcAft>
              <a:buClr>
                <a:schemeClr val="dk1"/>
              </a:buClr>
              <a:buSzPts val="2200"/>
              <a:buFont typeface="Courier New"/>
              <a:buChar char="o"/>
            </a:pPr>
            <a:r>
              <a:rPr b="1" lang="en-US" sz="2200">
                <a:latin typeface="Book Antiqua"/>
                <a:ea typeface="Book Antiqua"/>
                <a:cs typeface="Book Antiqua"/>
                <a:sym typeface="Book Antiqua"/>
              </a:rPr>
              <a:t>fd3:</a:t>
            </a:r>
            <a:r>
              <a:rPr lang="en-US" sz="2200">
                <a:latin typeface="Book Antiqua"/>
                <a:ea typeface="Book Antiqua"/>
                <a:cs typeface="Book Antiqua"/>
                <a:sym typeface="Book Antiqua"/>
              </a:rPr>
              <a:t> propertyNo → pAddress, rent, ownerNo, oName (Partial dependency)</a:t>
            </a:r>
            <a:endParaRPr sz="2200">
              <a:latin typeface="Book Antiqua"/>
              <a:ea typeface="Book Antiqua"/>
              <a:cs typeface="Book Antiqua"/>
              <a:sym typeface="Book Antiqua"/>
            </a:endParaRPr>
          </a:p>
        </p:txBody>
      </p:sp>
      <p:sp>
        <p:nvSpPr>
          <p:cNvPr id="390" name="Google Shape;390;p37"/>
          <p:cNvSpPr txBox="1"/>
          <p:nvPr>
            <p:ph idx="12" type="sldNum"/>
          </p:nvPr>
        </p:nvSpPr>
        <p:spPr>
          <a:xfrm>
            <a:off x="8382000" y="6315075"/>
            <a:ext cx="609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pic>
        <p:nvPicPr>
          <p:cNvPr id="391" name="Google Shape;391;p37"/>
          <p:cNvPicPr preferRelativeResize="0"/>
          <p:nvPr/>
        </p:nvPicPr>
        <p:blipFill rotWithShape="1">
          <a:blip r:embed="rId3">
            <a:alphaModFix/>
          </a:blip>
          <a:srcRect b="0" l="0" r="0" t="0"/>
          <a:stretch/>
        </p:blipFill>
        <p:spPr>
          <a:xfrm>
            <a:off x="668755" y="4289424"/>
            <a:ext cx="7810500" cy="2352675"/>
          </a:xfrm>
          <a:prstGeom prst="rect">
            <a:avLst/>
          </a:prstGeom>
          <a:noFill/>
          <a:ln>
            <a:noFill/>
          </a:ln>
        </p:spPr>
      </p:pic>
    </p:spTree>
  </p:cSld>
  <p:clrMapOvr>
    <a:masterClrMapping/>
  </p:clrMapOvr>
  <mc:AlternateContent>
    <mc:Choice Requires="p14">
      <p:transition spd="slow" p14:dur="1500">
        <p14:doors dir="vert"/>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8"/>
          <p:cNvSpPr txBox="1"/>
          <p:nvPr>
            <p:ph type="title"/>
          </p:nvPr>
        </p:nvSpPr>
        <p:spPr>
          <a:xfrm>
            <a:off x="1524000" y="187326"/>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Second Normal Form (2NF)</a:t>
            </a:r>
            <a:endParaRPr sz="2800">
              <a:solidFill>
                <a:srgbClr val="FF0000"/>
              </a:solidFill>
              <a:latin typeface="Book Antiqua"/>
              <a:ea typeface="Book Antiqua"/>
              <a:cs typeface="Book Antiqua"/>
              <a:sym typeface="Book Antiqua"/>
            </a:endParaRPr>
          </a:p>
        </p:txBody>
      </p:sp>
      <p:sp>
        <p:nvSpPr>
          <p:cNvPr id="397" name="Google Shape;397;p38"/>
          <p:cNvSpPr txBox="1"/>
          <p:nvPr>
            <p:ph idx="1" type="body"/>
          </p:nvPr>
        </p:nvSpPr>
        <p:spPr>
          <a:xfrm>
            <a:off x="152400" y="561976"/>
            <a:ext cx="8763000" cy="5753099"/>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600"/>
              <a:buFont typeface="Noto Sans Symbols"/>
              <a:buChar char="▪"/>
            </a:pPr>
            <a:r>
              <a:rPr lang="en-US" sz="2600">
                <a:latin typeface="Book Antiqua"/>
                <a:ea typeface="Book Antiqua"/>
                <a:cs typeface="Book Antiqua"/>
                <a:sym typeface="Book Antiqua"/>
              </a:rPr>
              <a:t>The identification of partial dependencies within the </a:t>
            </a:r>
            <a:r>
              <a:rPr i="1" lang="en-US" sz="2600">
                <a:latin typeface="Book Antiqua"/>
                <a:ea typeface="Book Antiqua"/>
                <a:cs typeface="Book Antiqua"/>
                <a:sym typeface="Book Antiqua"/>
              </a:rPr>
              <a:t>ClientRental</a:t>
            </a:r>
            <a:r>
              <a:rPr lang="en-US" sz="2600">
                <a:latin typeface="Book Antiqua"/>
                <a:ea typeface="Book Antiqua"/>
                <a:cs typeface="Book Antiqua"/>
                <a:sym typeface="Book Antiqua"/>
              </a:rPr>
              <a:t> relation indicates that the relation is not in 2NF. </a:t>
            </a:r>
            <a:endParaRPr sz="2600">
              <a:latin typeface="Book Antiqua"/>
              <a:ea typeface="Book Antiqua"/>
              <a:cs typeface="Book Antiqua"/>
              <a:sym typeface="Book Antiqua"/>
            </a:endParaRPr>
          </a:p>
          <a:p>
            <a:pPr indent="-274320" lvl="0" marL="274320" rtl="0" algn="just">
              <a:lnSpc>
                <a:spcPct val="90000"/>
              </a:lnSpc>
              <a:spcBef>
                <a:spcPts val="600"/>
              </a:spcBef>
              <a:spcAft>
                <a:spcPts val="0"/>
              </a:spcAft>
              <a:buClr>
                <a:schemeClr val="dk1"/>
              </a:buClr>
              <a:buSzPts val="2600"/>
              <a:buFont typeface="Noto Sans Symbols"/>
              <a:buChar char="▪"/>
            </a:pPr>
            <a:r>
              <a:rPr lang="en-US" sz="2600">
                <a:latin typeface="Book Antiqua"/>
                <a:ea typeface="Book Antiqua"/>
                <a:cs typeface="Book Antiqua"/>
                <a:sym typeface="Book Antiqua"/>
              </a:rPr>
              <a:t>To transform the </a:t>
            </a:r>
            <a:r>
              <a:rPr i="1" lang="en-US" sz="2600">
                <a:latin typeface="Book Antiqua"/>
                <a:ea typeface="Book Antiqua"/>
                <a:cs typeface="Book Antiqua"/>
                <a:sym typeface="Book Antiqua"/>
              </a:rPr>
              <a:t>ClientRental</a:t>
            </a:r>
            <a:r>
              <a:rPr lang="en-US" sz="2600">
                <a:latin typeface="Book Antiqua"/>
                <a:ea typeface="Book Antiqua"/>
                <a:cs typeface="Book Antiqua"/>
                <a:sym typeface="Book Antiqua"/>
              </a:rPr>
              <a:t> relation into 2NF requires the creation of new relations </a:t>
            </a:r>
            <a:endParaRPr sz="2600">
              <a:latin typeface="Book Antiqua"/>
              <a:ea typeface="Book Antiqua"/>
              <a:cs typeface="Book Antiqua"/>
              <a:sym typeface="Book Antiqua"/>
            </a:endParaRPr>
          </a:p>
          <a:p>
            <a:pPr indent="-274320" lvl="0" marL="548640" rtl="0" algn="just">
              <a:lnSpc>
                <a:spcPct val="90000"/>
              </a:lnSpc>
              <a:spcBef>
                <a:spcPts val="750"/>
              </a:spcBef>
              <a:spcAft>
                <a:spcPts val="0"/>
              </a:spcAft>
              <a:buClr>
                <a:schemeClr val="dk1"/>
              </a:buClr>
              <a:buSzPts val="2600"/>
              <a:buFont typeface="Courier New"/>
              <a:buChar char="o"/>
            </a:pPr>
            <a:r>
              <a:rPr lang="en-US" sz="2600">
                <a:latin typeface="Book Antiqua"/>
                <a:ea typeface="Book Antiqua"/>
                <a:cs typeface="Book Antiqua"/>
                <a:sym typeface="Book Antiqua"/>
              </a:rPr>
              <a:t>we remove the partially dependent attribute(s) from the relation by placing them in a new relation </a:t>
            </a:r>
            <a:endParaRPr sz="2600">
              <a:latin typeface="Book Antiqua"/>
              <a:ea typeface="Book Antiqua"/>
              <a:cs typeface="Book Antiqua"/>
              <a:sym typeface="Book Antiqua"/>
            </a:endParaRPr>
          </a:p>
          <a:p>
            <a:pPr indent="-274320" lvl="0" marL="548640" rtl="0" algn="just">
              <a:lnSpc>
                <a:spcPct val="90000"/>
              </a:lnSpc>
              <a:spcBef>
                <a:spcPts val="750"/>
              </a:spcBef>
              <a:spcAft>
                <a:spcPts val="0"/>
              </a:spcAft>
              <a:buClr>
                <a:schemeClr val="dk1"/>
              </a:buClr>
              <a:buSzPts val="2600"/>
              <a:buFont typeface="Courier New"/>
              <a:buChar char="o"/>
            </a:pPr>
            <a:r>
              <a:rPr lang="en-US" sz="2600">
                <a:latin typeface="Book Antiqua"/>
                <a:ea typeface="Book Antiqua"/>
                <a:cs typeface="Book Antiqua"/>
                <a:sym typeface="Book Antiqua"/>
              </a:rPr>
              <a:t>along with a copy of their determinant. </a:t>
            </a:r>
            <a:endParaRPr/>
          </a:p>
          <a:p>
            <a:pPr indent="-274320" lvl="0" marL="274320" rtl="0" algn="just">
              <a:lnSpc>
                <a:spcPct val="90000"/>
              </a:lnSpc>
              <a:spcBef>
                <a:spcPts val="600"/>
              </a:spcBef>
              <a:spcAft>
                <a:spcPts val="0"/>
              </a:spcAft>
              <a:buClr>
                <a:schemeClr val="dk1"/>
              </a:buClr>
              <a:buSzPts val="2600"/>
              <a:buFont typeface="Noto Sans Symbols"/>
              <a:buChar char="▪"/>
            </a:pPr>
            <a:r>
              <a:rPr lang="en-US" sz="2600">
                <a:latin typeface="Book Antiqua"/>
                <a:ea typeface="Book Antiqua"/>
                <a:cs typeface="Book Antiqua"/>
                <a:sym typeface="Book Antiqua"/>
              </a:rPr>
              <a:t>This results in the creation of three new relations called Client, Rental, and PropertyOwner, as shown in Fig 9. </a:t>
            </a:r>
            <a:endParaRPr/>
          </a:p>
          <a:p>
            <a:pPr indent="-274320" lvl="0" marL="274320" rtl="0" algn="just">
              <a:lnSpc>
                <a:spcPct val="90000"/>
              </a:lnSpc>
              <a:spcBef>
                <a:spcPts val="600"/>
              </a:spcBef>
              <a:spcAft>
                <a:spcPts val="0"/>
              </a:spcAft>
              <a:buClr>
                <a:schemeClr val="dk1"/>
              </a:buClr>
              <a:buSzPts val="2600"/>
              <a:buFont typeface="Noto Sans Symbols"/>
              <a:buChar char="▪"/>
            </a:pPr>
            <a:r>
              <a:rPr lang="en-US" sz="2600">
                <a:latin typeface="Book Antiqua"/>
                <a:ea typeface="Book Antiqua"/>
                <a:cs typeface="Book Antiqua"/>
                <a:sym typeface="Book Antiqua"/>
              </a:rPr>
              <a:t>These three relations are in 2NF as every non-PK attribute is fully functionally dependent on the PK of the relation. </a:t>
            </a:r>
            <a:endParaRPr/>
          </a:p>
        </p:txBody>
      </p:sp>
      <p:sp>
        <p:nvSpPr>
          <p:cNvPr id="398" name="Google Shape;398;p38"/>
          <p:cNvSpPr txBox="1"/>
          <p:nvPr>
            <p:ph idx="12" type="sldNum"/>
          </p:nvPr>
        </p:nvSpPr>
        <p:spPr>
          <a:xfrm>
            <a:off x="8382000" y="6315075"/>
            <a:ext cx="609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9"/>
          <p:cNvSpPr txBox="1"/>
          <p:nvPr>
            <p:ph type="title"/>
          </p:nvPr>
        </p:nvSpPr>
        <p:spPr>
          <a:xfrm>
            <a:off x="1524000" y="187326"/>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Second Normal Form (2NF)</a:t>
            </a:r>
            <a:endParaRPr sz="2800">
              <a:solidFill>
                <a:srgbClr val="FF0000"/>
              </a:solidFill>
              <a:latin typeface="Book Antiqua"/>
              <a:ea typeface="Book Antiqua"/>
              <a:cs typeface="Book Antiqua"/>
              <a:sym typeface="Book Antiqua"/>
            </a:endParaRPr>
          </a:p>
        </p:txBody>
      </p:sp>
      <p:sp>
        <p:nvSpPr>
          <p:cNvPr id="404" name="Google Shape;404;p39"/>
          <p:cNvSpPr txBox="1"/>
          <p:nvPr>
            <p:ph idx="12" type="sldNum"/>
          </p:nvPr>
        </p:nvSpPr>
        <p:spPr>
          <a:xfrm>
            <a:off x="8382000" y="6315075"/>
            <a:ext cx="609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pic>
        <p:nvPicPr>
          <p:cNvPr id="405" name="Google Shape;405;p39"/>
          <p:cNvPicPr preferRelativeResize="0"/>
          <p:nvPr/>
        </p:nvPicPr>
        <p:blipFill rotWithShape="1">
          <a:blip r:embed="rId3">
            <a:alphaModFix/>
          </a:blip>
          <a:srcRect b="0" l="0" r="0" t="0"/>
          <a:stretch/>
        </p:blipFill>
        <p:spPr>
          <a:xfrm>
            <a:off x="952500" y="2819400"/>
            <a:ext cx="1752600" cy="1125186"/>
          </a:xfrm>
          <a:prstGeom prst="rect">
            <a:avLst/>
          </a:prstGeom>
          <a:noFill/>
          <a:ln>
            <a:noFill/>
          </a:ln>
        </p:spPr>
      </p:pic>
      <p:pic>
        <p:nvPicPr>
          <p:cNvPr id="406" name="Google Shape;406;p39"/>
          <p:cNvPicPr preferRelativeResize="0"/>
          <p:nvPr/>
        </p:nvPicPr>
        <p:blipFill rotWithShape="1">
          <a:blip r:embed="rId4">
            <a:alphaModFix/>
          </a:blip>
          <a:srcRect b="0" l="0" r="0" t="0"/>
          <a:stretch/>
        </p:blipFill>
        <p:spPr>
          <a:xfrm>
            <a:off x="3238500" y="2819400"/>
            <a:ext cx="2995863" cy="1651067"/>
          </a:xfrm>
          <a:prstGeom prst="rect">
            <a:avLst/>
          </a:prstGeom>
          <a:noFill/>
          <a:ln>
            <a:noFill/>
          </a:ln>
        </p:spPr>
      </p:pic>
      <p:pic>
        <p:nvPicPr>
          <p:cNvPr id="407" name="Google Shape;407;p39"/>
          <p:cNvPicPr preferRelativeResize="0"/>
          <p:nvPr/>
        </p:nvPicPr>
        <p:blipFill rotWithShape="1">
          <a:blip r:embed="rId5">
            <a:alphaModFix/>
          </a:blip>
          <a:srcRect b="0" l="0" r="0" t="0"/>
          <a:stretch/>
        </p:blipFill>
        <p:spPr>
          <a:xfrm>
            <a:off x="1028700" y="4601913"/>
            <a:ext cx="4419600" cy="1752600"/>
          </a:xfrm>
          <a:prstGeom prst="rect">
            <a:avLst/>
          </a:prstGeom>
          <a:noFill/>
          <a:ln>
            <a:noFill/>
          </a:ln>
        </p:spPr>
      </p:pic>
      <p:sp>
        <p:nvSpPr>
          <p:cNvPr id="408" name="Google Shape;408;p39"/>
          <p:cNvSpPr txBox="1"/>
          <p:nvPr/>
        </p:nvSpPr>
        <p:spPr>
          <a:xfrm>
            <a:off x="6767763" y="3980444"/>
            <a:ext cx="762000" cy="50411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lang="en-US" sz="2000">
                <a:solidFill>
                  <a:srgbClr val="3333FF"/>
                </a:solidFill>
                <a:latin typeface="Book Antiqua"/>
                <a:ea typeface="Book Antiqua"/>
                <a:cs typeface="Book Antiqua"/>
                <a:sym typeface="Book Antiqua"/>
              </a:rPr>
              <a:t>Fig 9</a:t>
            </a:r>
            <a:endParaRPr sz="1600">
              <a:solidFill>
                <a:schemeClr val="dk1"/>
              </a:solidFill>
              <a:latin typeface="Book Antiqua"/>
              <a:ea typeface="Book Antiqua"/>
              <a:cs typeface="Book Antiqua"/>
              <a:sym typeface="Book Antiqua"/>
            </a:endParaRPr>
          </a:p>
        </p:txBody>
      </p:sp>
      <p:sp>
        <p:nvSpPr>
          <p:cNvPr id="409" name="Google Shape;409;p39"/>
          <p:cNvSpPr txBox="1"/>
          <p:nvPr/>
        </p:nvSpPr>
        <p:spPr>
          <a:xfrm>
            <a:off x="190500" y="892454"/>
            <a:ext cx="8763000" cy="1621868"/>
          </a:xfrm>
          <a:prstGeom prst="rect">
            <a:avLst/>
          </a:prstGeom>
          <a:noFill/>
          <a:ln>
            <a:noFill/>
          </a:ln>
        </p:spPr>
        <p:txBody>
          <a:bodyPr anchorCtr="0" anchor="t" bIns="45700" lIns="91425" spcFirstLastPara="1" rIns="91425" wrap="square" tIns="45700">
            <a:noAutofit/>
          </a:bodyPr>
          <a:lstStyle/>
          <a:p>
            <a:pPr indent="-274320" lvl="0" marL="274320" marR="0" rtl="0" algn="l">
              <a:spcBef>
                <a:spcPts val="0"/>
              </a:spcBef>
              <a:spcAft>
                <a:spcPts val="0"/>
              </a:spcAft>
              <a:buClr>
                <a:schemeClr val="dk1"/>
              </a:buClr>
              <a:buSzPts val="2200"/>
              <a:buFont typeface="Noto Sans Symbols"/>
              <a:buChar char="▪"/>
            </a:pPr>
            <a:r>
              <a:rPr lang="en-US" sz="2200">
                <a:solidFill>
                  <a:schemeClr val="dk1"/>
                </a:solidFill>
                <a:latin typeface="Book Antiqua"/>
                <a:ea typeface="Book Antiqua"/>
                <a:cs typeface="Book Antiqua"/>
                <a:sym typeface="Book Antiqua"/>
              </a:rPr>
              <a:t>The relations have the following form:</a:t>
            </a:r>
            <a:endParaRPr/>
          </a:p>
          <a:p>
            <a:pPr indent="-274320" lvl="0" marL="548640" marR="0" rtl="0" algn="l">
              <a:spcBef>
                <a:spcPts val="0"/>
              </a:spcBef>
              <a:spcAft>
                <a:spcPts val="0"/>
              </a:spcAft>
              <a:buClr>
                <a:schemeClr val="dk1"/>
              </a:buClr>
              <a:buSzPts val="2200"/>
              <a:buFont typeface="Courier New"/>
              <a:buChar char="o"/>
            </a:pPr>
            <a:r>
              <a:rPr lang="en-US" sz="2200">
                <a:solidFill>
                  <a:schemeClr val="dk1"/>
                </a:solidFill>
                <a:latin typeface="Book Antiqua"/>
                <a:ea typeface="Book Antiqua"/>
                <a:cs typeface="Book Antiqua"/>
                <a:sym typeface="Book Antiqua"/>
              </a:rPr>
              <a:t>Client (</a:t>
            </a:r>
            <a:r>
              <a:rPr lang="en-US" sz="2200" u="sng">
                <a:solidFill>
                  <a:schemeClr val="dk1"/>
                </a:solidFill>
                <a:latin typeface="Book Antiqua"/>
                <a:ea typeface="Book Antiqua"/>
                <a:cs typeface="Book Antiqua"/>
                <a:sym typeface="Book Antiqua"/>
              </a:rPr>
              <a:t>clientNo</a:t>
            </a:r>
            <a:r>
              <a:rPr lang="en-US" sz="2200">
                <a:solidFill>
                  <a:schemeClr val="dk1"/>
                </a:solidFill>
                <a:latin typeface="Book Antiqua"/>
                <a:ea typeface="Book Antiqua"/>
                <a:cs typeface="Book Antiqua"/>
                <a:sym typeface="Book Antiqua"/>
              </a:rPr>
              <a:t>, cName)</a:t>
            </a:r>
            <a:endParaRPr/>
          </a:p>
          <a:p>
            <a:pPr indent="-274320" lvl="0" marL="548640" marR="0" rtl="0" algn="l">
              <a:spcBef>
                <a:spcPts val="0"/>
              </a:spcBef>
              <a:spcAft>
                <a:spcPts val="0"/>
              </a:spcAft>
              <a:buClr>
                <a:schemeClr val="dk1"/>
              </a:buClr>
              <a:buSzPts val="2200"/>
              <a:buFont typeface="Courier New"/>
              <a:buChar char="o"/>
            </a:pPr>
            <a:r>
              <a:rPr lang="en-US" sz="2200">
                <a:solidFill>
                  <a:schemeClr val="dk1"/>
                </a:solidFill>
                <a:latin typeface="Book Antiqua"/>
                <a:ea typeface="Book Antiqua"/>
                <a:cs typeface="Book Antiqua"/>
                <a:sym typeface="Book Antiqua"/>
              </a:rPr>
              <a:t>Rental (</a:t>
            </a:r>
            <a:r>
              <a:rPr lang="en-US" sz="2200" u="sng">
                <a:solidFill>
                  <a:schemeClr val="dk1"/>
                </a:solidFill>
                <a:latin typeface="Book Antiqua"/>
                <a:ea typeface="Book Antiqua"/>
                <a:cs typeface="Book Antiqua"/>
                <a:sym typeface="Book Antiqua"/>
              </a:rPr>
              <a:t>clientNo</a:t>
            </a:r>
            <a:r>
              <a:rPr lang="en-US" sz="2200">
                <a:solidFill>
                  <a:schemeClr val="dk1"/>
                </a:solidFill>
                <a:latin typeface="Book Antiqua"/>
                <a:ea typeface="Book Antiqua"/>
                <a:cs typeface="Book Antiqua"/>
                <a:sym typeface="Book Antiqua"/>
              </a:rPr>
              <a:t>, </a:t>
            </a:r>
            <a:r>
              <a:rPr lang="en-US" sz="2200" u="sng">
                <a:solidFill>
                  <a:schemeClr val="dk1"/>
                </a:solidFill>
                <a:latin typeface="Book Antiqua"/>
                <a:ea typeface="Book Antiqua"/>
                <a:cs typeface="Book Antiqua"/>
                <a:sym typeface="Book Antiqua"/>
              </a:rPr>
              <a:t>propertyNo</a:t>
            </a:r>
            <a:r>
              <a:rPr lang="en-US" sz="2200">
                <a:solidFill>
                  <a:schemeClr val="dk1"/>
                </a:solidFill>
                <a:latin typeface="Book Antiqua"/>
                <a:ea typeface="Book Antiqua"/>
                <a:cs typeface="Book Antiqua"/>
                <a:sym typeface="Book Antiqua"/>
              </a:rPr>
              <a:t>, rentStart, rentFinish)</a:t>
            </a:r>
            <a:endParaRPr/>
          </a:p>
          <a:p>
            <a:pPr indent="-274320" lvl="0" marL="548640" marR="0" rtl="0" algn="l">
              <a:spcBef>
                <a:spcPts val="0"/>
              </a:spcBef>
              <a:spcAft>
                <a:spcPts val="0"/>
              </a:spcAft>
              <a:buClr>
                <a:schemeClr val="dk1"/>
              </a:buClr>
              <a:buSzPts val="2200"/>
              <a:buFont typeface="Courier New"/>
              <a:buChar char="o"/>
            </a:pPr>
            <a:r>
              <a:rPr lang="en-US" sz="2200">
                <a:solidFill>
                  <a:schemeClr val="dk1"/>
                </a:solidFill>
                <a:latin typeface="Book Antiqua"/>
                <a:ea typeface="Book Antiqua"/>
                <a:cs typeface="Book Antiqua"/>
                <a:sym typeface="Book Antiqua"/>
              </a:rPr>
              <a:t>PropertyOwner (</a:t>
            </a:r>
            <a:r>
              <a:rPr lang="en-US" sz="2200" u="sng">
                <a:solidFill>
                  <a:schemeClr val="dk1"/>
                </a:solidFill>
                <a:latin typeface="Book Antiqua"/>
                <a:ea typeface="Book Antiqua"/>
                <a:cs typeface="Book Antiqua"/>
                <a:sym typeface="Book Antiqua"/>
              </a:rPr>
              <a:t>propertyNo</a:t>
            </a:r>
            <a:r>
              <a:rPr lang="en-US" sz="2200">
                <a:solidFill>
                  <a:schemeClr val="dk1"/>
                </a:solidFill>
                <a:latin typeface="Book Antiqua"/>
                <a:ea typeface="Book Antiqua"/>
                <a:cs typeface="Book Antiqua"/>
                <a:sym typeface="Book Antiqua"/>
              </a:rPr>
              <a:t>, pAddress, rent, ownerNo, oName)</a:t>
            </a:r>
            <a:endParaRPr sz="2200">
              <a:solidFill>
                <a:schemeClr val="dk1"/>
              </a:solidFill>
              <a:latin typeface="Book Antiqua"/>
              <a:ea typeface="Book Antiqua"/>
              <a:cs typeface="Book Antiqua"/>
              <a:sym typeface="Book Antiqua"/>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0"/>
          <p:cNvSpPr txBox="1"/>
          <p:nvPr>
            <p:ph type="title"/>
          </p:nvPr>
        </p:nvSpPr>
        <p:spPr>
          <a:xfrm>
            <a:off x="1524000" y="187326"/>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Third Normal Form (3NF)</a:t>
            </a:r>
            <a:endParaRPr sz="2800">
              <a:solidFill>
                <a:srgbClr val="FF0000"/>
              </a:solidFill>
              <a:latin typeface="Book Antiqua"/>
              <a:ea typeface="Book Antiqua"/>
              <a:cs typeface="Book Antiqua"/>
              <a:sym typeface="Book Antiqua"/>
            </a:endParaRPr>
          </a:p>
        </p:txBody>
      </p:sp>
      <p:sp>
        <p:nvSpPr>
          <p:cNvPr id="415" name="Google Shape;415;p40"/>
          <p:cNvSpPr txBox="1"/>
          <p:nvPr>
            <p:ph idx="1" type="body"/>
          </p:nvPr>
        </p:nvSpPr>
        <p:spPr>
          <a:xfrm>
            <a:off x="217714" y="800101"/>
            <a:ext cx="8763000" cy="5372099"/>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500"/>
              <a:buFont typeface="Noto Sans Symbols"/>
              <a:buChar char="▪"/>
            </a:pPr>
            <a:r>
              <a:rPr lang="en-US" sz="2500">
                <a:latin typeface="Book Antiqua"/>
                <a:ea typeface="Book Antiqua"/>
                <a:cs typeface="Book Antiqua"/>
                <a:sym typeface="Book Antiqua"/>
              </a:rPr>
              <a:t>Although 2NF relations have less redundancy than those in 1NF, they may still suffer from update anomalies. </a:t>
            </a:r>
            <a:endParaRPr sz="2500">
              <a:latin typeface="Book Antiqua"/>
              <a:ea typeface="Book Antiqua"/>
              <a:cs typeface="Book Antiqua"/>
              <a:sym typeface="Book Antiqua"/>
            </a:endParaRPr>
          </a:p>
          <a:p>
            <a:pPr indent="-274320" lvl="0" marL="274320" rtl="0" algn="just">
              <a:lnSpc>
                <a:spcPct val="90000"/>
              </a:lnSpc>
              <a:spcBef>
                <a:spcPts val="1200"/>
              </a:spcBef>
              <a:spcAft>
                <a:spcPts val="0"/>
              </a:spcAft>
              <a:buClr>
                <a:schemeClr val="dk1"/>
              </a:buClr>
              <a:buSzPts val="2500"/>
              <a:buFont typeface="Noto Sans Symbols"/>
              <a:buChar char="▪"/>
            </a:pPr>
            <a:r>
              <a:rPr lang="en-US" sz="2500">
                <a:latin typeface="Book Antiqua"/>
                <a:ea typeface="Book Antiqua"/>
                <a:cs typeface="Book Antiqua"/>
                <a:sym typeface="Book Antiqua"/>
              </a:rPr>
              <a:t>For example, if we want to update the name of an owner, such as Tony Shaw (ownerNo CO93), we have to update two tuples in the PropertyOwner relation of Fig 9. </a:t>
            </a:r>
            <a:endParaRPr/>
          </a:p>
          <a:p>
            <a:pPr indent="-274320" lvl="0" marL="274320" rtl="0" algn="just">
              <a:lnSpc>
                <a:spcPct val="90000"/>
              </a:lnSpc>
              <a:spcBef>
                <a:spcPts val="1200"/>
              </a:spcBef>
              <a:spcAft>
                <a:spcPts val="0"/>
              </a:spcAft>
              <a:buClr>
                <a:schemeClr val="dk1"/>
              </a:buClr>
              <a:buSzPts val="2500"/>
              <a:buFont typeface="Noto Sans Symbols"/>
              <a:buChar char="▪"/>
            </a:pPr>
            <a:r>
              <a:rPr lang="en-US" sz="2500">
                <a:latin typeface="Book Antiqua"/>
                <a:ea typeface="Book Antiqua"/>
                <a:cs typeface="Book Antiqua"/>
                <a:sym typeface="Book Antiqua"/>
              </a:rPr>
              <a:t>If we update only one tuple and not the other, the database would be in an inconsistent state. </a:t>
            </a:r>
            <a:endParaRPr sz="2500">
              <a:latin typeface="Book Antiqua"/>
              <a:ea typeface="Book Antiqua"/>
              <a:cs typeface="Book Antiqua"/>
              <a:sym typeface="Book Antiqua"/>
            </a:endParaRPr>
          </a:p>
          <a:p>
            <a:pPr indent="-274320" lvl="0" marL="274320" rtl="0" algn="just">
              <a:lnSpc>
                <a:spcPct val="90000"/>
              </a:lnSpc>
              <a:spcBef>
                <a:spcPts val="1200"/>
              </a:spcBef>
              <a:spcAft>
                <a:spcPts val="0"/>
              </a:spcAft>
              <a:buClr>
                <a:schemeClr val="dk1"/>
              </a:buClr>
              <a:buSzPts val="2500"/>
              <a:buFont typeface="Noto Sans Symbols"/>
              <a:buChar char="▪"/>
            </a:pPr>
            <a:r>
              <a:rPr lang="en-US" sz="2500">
                <a:latin typeface="Book Antiqua"/>
                <a:ea typeface="Book Antiqua"/>
                <a:cs typeface="Book Antiqua"/>
                <a:sym typeface="Book Antiqua"/>
              </a:rPr>
              <a:t>This update anomaly is caused by a transitive dependency. </a:t>
            </a:r>
            <a:endParaRPr/>
          </a:p>
          <a:p>
            <a:pPr indent="-274320" lvl="0" marL="548640" rtl="0" algn="just">
              <a:lnSpc>
                <a:spcPct val="90000"/>
              </a:lnSpc>
              <a:spcBef>
                <a:spcPts val="1200"/>
              </a:spcBef>
              <a:spcAft>
                <a:spcPts val="0"/>
              </a:spcAft>
              <a:buClr>
                <a:schemeClr val="dk1"/>
              </a:buClr>
              <a:buSzPts val="2500"/>
              <a:buFont typeface="Courier New"/>
              <a:buChar char="o"/>
            </a:pPr>
            <a:r>
              <a:rPr b="1" lang="en-US" sz="2500">
                <a:latin typeface="Book Antiqua"/>
                <a:ea typeface="Book Antiqua"/>
                <a:cs typeface="Book Antiqua"/>
                <a:sym typeface="Book Antiqua"/>
              </a:rPr>
              <a:t>Fd4:</a:t>
            </a:r>
            <a:r>
              <a:rPr lang="en-US" sz="2500">
                <a:latin typeface="Book Antiqua"/>
                <a:ea typeface="Book Antiqua"/>
                <a:cs typeface="Book Antiqua"/>
                <a:sym typeface="Book Antiqua"/>
              </a:rPr>
              <a:t> ownerNo → oName (Transitive dependency on PK)</a:t>
            </a:r>
            <a:endParaRPr sz="2500">
              <a:latin typeface="Book Antiqua"/>
              <a:ea typeface="Book Antiqua"/>
              <a:cs typeface="Book Antiqua"/>
              <a:sym typeface="Book Antiqua"/>
            </a:endParaRPr>
          </a:p>
          <a:p>
            <a:pPr indent="-274320" lvl="0" marL="274320" rtl="0" algn="just">
              <a:lnSpc>
                <a:spcPct val="90000"/>
              </a:lnSpc>
              <a:spcBef>
                <a:spcPts val="1200"/>
              </a:spcBef>
              <a:spcAft>
                <a:spcPts val="0"/>
              </a:spcAft>
              <a:buClr>
                <a:schemeClr val="dk1"/>
              </a:buClr>
              <a:buSzPts val="2500"/>
              <a:buFont typeface="Noto Sans Symbols"/>
              <a:buChar char="▪"/>
            </a:pPr>
            <a:r>
              <a:rPr lang="en-US" sz="2500">
                <a:latin typeface="Book Antiqua"/>
                <a:ea typeface="Book Antiqua"/>
                <a:cs typeface="Book Antiqua"/>
                <a:sym typeface="Book Antiqua"/>
              </a:rPr>
              <a:t>We need to remove such dependencies by progressing to Third Normal Form.</a:t>
            </a:r>
            <a:endParaRPr sz="2500">
              <a:latin typeface="Book Antiqua"/>
              <a:ea typeface="Book Antiqua"/>
              <a:cs typeface="Book Antiqua"/>
              <a:sym typeface="Book Antiqua"/>
            </a:endParaRPr>
          </a:p>
        </p:txBody>
      </p:sp>
      <p:sp>
        <p:nvSpPr>
          <p:cNvPr id="416" name="Google Shape;416;p40"/>
          <p:cNvSpPr txBox="1"/>
          <p:nvPr>
            <p:ph idx="12" type="sldNum"/>
          </p:nvPr>
        </p:nvSpPr>
        <p:spPr>
          <a:xfrm>
            <a:off x="8382000" y="6315075"/>
            <a:ext cx="609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1"/>
          <p:cNvSpPr txBox="1"/>
          <p:nvPr>
            <p:ph type="title"/>
          </p:nvPr>
        </p:nvSpPr>
        <p:spPr>
          <a:xfrm>
            <a:off x="1524000" y="372981"/>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Third Normal Form (3NF)</a:t>
            </a:r>
            <a:endParaRPr sz="2800">
              <a:solidFill>
                <a:srgbClr val="FF0000"/>
              </a:solidFill>
              <a:latin typeface="Book Antiqua"/>
              <a:ea typeface="Book Antiqua"/>
              <a:cs typeface="Book Antiqua"/>
              <a:sym typeface="Book Antiqua"/>
            </a:endParaRPr>
          </a:p>
        </p:txBody>
      </p:sp>
      <p:sp>
        <p:nvSpPr>
          <p:cNvPr id="422" name="Google Shape;422;p41"/>
          <p:cNvSpPr txBox="1"/>
          <p:nvPr>
            <p:ph idx="1" type="body"/>
          </p:nvPr>
        </p:nvSpPr>
        <p:spPr>
          <a:xfrm>
            <a:off x="190500" y="889908"/>
            <a:ext cx="8763000" cy="5695949"/>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rgbClr val="CC6600"/>
              </a:buClr>
              <a:buSzPts val="2600"/>
              <a:buFont typeface="Noto Sans Symbols"/>
              <a:buChar char="▪"/>
            </a:pPr>
            <a:r>
              <a:rPr b="1" lang="en-US" sz="2600">
                <a:solidFill>
                  <a:srgbClr val="CC6600"/>
                </a:solidFill>
                <a:latin typeface="Book Antiqua"/>
                <a:ea typeface="Book Antiqua"/>
                <a:cs typeface="Book Antiqua"/>
                <a:sym typeface="Book Antiqua"/>
              </a:rPr>
              <a:t>Third Normal Form (3NF)</a:t>
            </a:r>
            <a:r>
              <a:rPr b="1" lang="en-US" sz="2600">
                <a:latin typeface="Book Antiqua"/>
                <a:ea typeface="Book Antiqua"/>
                <a:cs typeface="Book Antiqua"/>
                <a:sym typeface="Book Antiqua"/>
              </a:rPr>
              <a:t> </a:t>
            </a:r>
            <a:r>
              <a:rPr lang="en-US" sz="2600">
                <a:latin typeface="Book Antiqua"/>
                <a:ea typeface="Book Antiqua"/>
                <a:cs typeface="Book Antiqua"/>
                <a:sym typeface="Book Antiqua"/>
              </a:rPr>
              <a:t>A relation that is in First and Second Normal Form and in which no non-primary-key attribute is transitively dependent on the primary key.</a:t>
            </a:r>
            <a:endParaRPr/>
          </a:p>
          <a:p>
            <a:pPr indent="-274320" lvl="0" marL="274320" rtl="0" algn="just">
              <a:lnSpc>
                <a:spcPct val="90000"/>
              </a:lnSpc>
              <a:spcBef>
                <a:spcPts val="1200"/>
              </a:spcBef>
              <a:spcAft>
                <a:spcPts val="0"/>
              </a:spcAft>
              <a:buClr>
                <a:schemeClr val="dk1"/>
              </a:buClr>
              <a:buSzPts val="2600"/>
              <a:buFont typeface="Noto Sans Symbols"/>
              <a:buChar char="▪"/>
            </a:pPr>
            <a:r>
              <a:rPr lang="en-US" sz="2600">
                <a:latin typeface="Book Antiqua"/>
                <a:ea typeface="Book Antiqua"/>
                <a:cs typeface="Book Antiqua"/>
                <a:sym typeface="Book Antiqua"/>
              </a:rPr>
              <a:t>The normalization of 2NF relations to 3NF involves the removal of transitive dependencies.</a:t>
            </a:r>
            <a:endParaRPr sz="2600">
              <a:latin typeface="Book Antiqua"/>
              <a:ea typeface="Book Antiqua"/>
              <a:cs typeface="Book Antiqua"/>
              <a:sym typeface="Book Antiqua"/>
            </a:endParaRPr>
          </a:p>
          <a:p>
            <a:pPr indent="-274320" lvl="0" marL="274320" rtl="0" algn="just">
              <a:lnSpc>
                <a:spcPct val="90000"/>
              </a:lnSpc>
              <a:spcBef>
                <a:spcPts val="1200"/>
              </a:spcBef>
              <a:spcAft>
                <a:spcPts val="0"/>
              </a:spcAft>
              <a:buClr>
                <a:schemeClr val="dk1"/>
              </a:buClr>
              <a:buSzPts val="2600"/>
              <a:buFont typeface="Noto Sans Symbols"/>
              <a:buChar char="▪"/>
            </a:pPr>
            <a:r>
              <a:rPr lang="en-US" sz="2600">
                <a:latin typeface="Book Antiqua"/>
                <a:ea typeface="Book Antiqua"/>
                <a:cs typeface="Book Antiqua"/>
                <a:sym typeface="Book Antiqua"/>
              </a:rPr>
              <a:t>We remove the transitively dependent attribute(s) from the relation by placing the attribute(s) in a new relation along with a copy of the determinant.</a:t>
            </a:r>
            <a:endParaRPr sz="2600">
              <a:latin typeface="Book Antiqua"/>
              <a:ea typeface="Book Antiqua"/>
              <a:cs typeface="Book Antiqua"/>
              <a:sym typeface="Book Antiqua"/>
            </a:endParaRPr>
          </a:p>
          <a:p>
            <a:pPr indent="-274320" lvl="0" marL="274320" rtl="0" algn="just">
              <a:lnSpc>
                <a:spcPct val="90000"/>
              </a:lnSpc>
              <a:spcBef>
                <a:spcPts val="1200"/>
              </a:spcBef>
              <a:spcAft>
                <a:spcPts val="0"/>
              </a:spcAft>
              <a:buClr>
                <a:schemeClr val="dk1"/>
              </a:buClr>
              <a:buSzPts val="2600"/>
              <a:buFont typeface="Noto Sans Symbols"/>
              <a:buChar char="▪"/>
            </a:pPr>
            <a:r>
              <a:rPr lang="en-US" sz="2600">
                <a:latin typeface="Book Antiqua"/>
                <a:ea typeface="Book Antiqua"/>
                <a:cs typeface="Book Antiqua"/>
                <a:sym typeface="Book Antiqua"/>
              </a:rPr>
              <a:t>All the non-PK attributes within the </a:t>
            </a:r>
            <a:r>
              <a:rPr i="1" lang="en-US" sz="2600">
                <a:latin typeface="Book Antiqua"/>
                <a:ea typeface="Book Antiqua"/>
                <a:cs typeface="Book Antiqua"/>
                <a:sym typeface="Book Antiqua"/>
              </a:rPr>
              <a:t>PropertyOwner</a:t>
            </a:r>
            <a:r>
              <a:rPr lang="en-US" sz="2600">
                <a:latin typeface="Book Antiqua"/>
                <a:ea typeface="Book Antiqua"/>
                <a:cs typeface="Book Antiqua"/>
                <a:sym typeface="Book Antiqua"/>
              </a:rPr>
              <a:t> relation are functionally dependent on the PK,</a:t>
            </a:r>
            <a:endParaRPr/>
          </a:p>
          <a:p>
            <a:pPr indent="-274320" lvl="0" marL="548640" rtl="0" algn="just">
              <a:lnSpc>
                <a:spcPct val="90000"/>
              </a:lnSpc>
              <a:spcBef>
                <a:spcPts val="600"/>
              </a:spcBef>
              <a:spcAft>
                <a:spcPts val="0"/>
              </a:spcAft>
              <a:buClr>
                <a:schemeClr val="dk1"/>
              </a:buClr>
              <a:buSzPts val="2400"/>
              <a:buFont typeface="Courier New"/>
              <a:buChar char="o"/>
            </a:pPr>
            <a:r>
              <a:rPr lang="en-US" sz="2400">
                <a:latin typeface="Book Antiqua"/>
                <a:ea typeface="Book Antiqua"/>
                <a:cs typeface="Book Antiqua"/>
                <a:sym typeface="Book Antiqua"/>
              </a:rPr>
              <a:t>with the exception of </a:t>
            </a:r>
            <a:r>
              <a:rPr i="1" lang="en-US" sz="2400">
                <a:latin typeface="Book Antiqua"/>
                <a:ea typeface="Book Antiqua"/>
                <a:cs typeface="Book Antiqua"/>
                <a:sym typeface="Book Antiqua"/>
              </a:rPr>
              <a:t>oName</a:t>
            </a:r>
            <a:r>
              <a:rPr lang="en-US" sz="2400">
                <a:latin typeface="Book Antiqua"/>
                <a:ea typeface="Book Antiqua"/>
                <a:cs typeface="Book Antiqua"/>
                <a:sym typeface="Book Antiqua"/>
              </a:rPr>
              <a:t>, which is transitively dependent on </a:t>
            </a:r>
            <a:r>
              <a:rPr i="1" lang="en-US" sz="2400">
                <a:latin typeface="Book Antiqua"/>
                <a:ea typeface="Book Antiqua"/>
                <a:cs typeface="Book Antiqua"/>
                <a:sym typeface="Book Antiqua"/>
              </a:rPr>
              <a:t>propertyNo </a:t>
            </a:r>
            <a:r>
              <a:rPr lang="en-US" sz="2400">
                <a:latin typeface="Book Antiqua"/>
                <a:ea typeface="Book Antiqua"/>
                <a:cs typeface="Book Antiqua"/>
                <a:sym typeface="Book Antiqua"/>
              </a:rPr>
              <a:t>via </a:t>
            </a:r>
            <a:r>
              <a:rPr i="1" lang="en-US" sz="2400">
                <a:latin typeface="Book Antiqua"/>
                <a:ea typeface="Book Antiqua"/>
                <a:cs typeface="Book Antiqua"/>
                <a:sym typeface="Book Antiqua"/>
              </a:rPr>
              <a:t>ownerNo</a:t>
            </a:r>
            <a:r>
              <a:rPr lang="en-US" sz="2400">
                <a:latin typeface="Book Antiqua"/>
                <a:ea typeface="Book Antiqua"/>
                <a:cs typeface="Book Antiqua"/>
                <a:sym typeface="Book Antiqua"/>
              </a:rPr>
              <a:t> (represented as fd4).</a:t>
            </a:r>
            <a:endParaRPr/>
          </a:p>
        </p:txBody>
      </p:sp>
      <p:sp>
        <p:nvSpPr>
          <p:cNvPr id="423" name="Google Shape;423;p41"/>
          <p:cNvSpPr txBox="1"/>
          <p:nvPr>
            <p:ph idx="12" type="sldNum"/>
          </p:nvPr>
        </p:nvSpPr>
        <p:spPr>
          <a:xfrm>
            <a:off x="8382000" y="6315075"/>
            <a:ext cx="609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2"/>
          <p:cNvSpPr txBox="1"/>
          <p:nvPr>
            <p:ph type="title"/>
          </p:nvPr>
        </p:nvSpPr>
        <p:spPr>
          <a:xfrm>
            <a:off x="1524000" y="187326"/>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Third Normal Form (3NF)</a:t>
            </a:r>
            <a:endParaRPr sz="2800">
              <a:solidFill>
                <a:srgbClr val="FF0000"/>
              </a:solidFill>
              <a:latin typeface="Book Antiqua"/>
              <a:ea typeface="Book Antiqua"/>
              <a:cs typeface="Book Antiqua"/>
              <a:sym typeface="Book Antiqua"/>
            </a:endParaRPr>
          </a:p>
        </p:txBody>
      </p:sp>
      <p:sp>
        <p:nvSpPr>
          <p:cNvPr id="429" name="Google Shape;429;p42"/>
          <p:cNvSpPr txBox="1"/>
          <p:nvPr>
            <p:ph idx="12" type="sldNum"/>
          </p:nvPr>
        </p:nvSpPr>
        <p:spPr>
          <a:xfrm>
            <a:off x="8382000" y="6315075"/>
            <a:ext cx="609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pic>
        <p:nvPicPr>
          <p:cNvPr id="430" name="Google Shape;430;p42"/>
          <p:cNvPicPr preferRelativeResize="0"/>
          <p:nvPr/>
        </p:nvPicPr>
        <p:blipFill rotWithShape="1">
          <a:blip r:embed="rId3">
            <a:alphaModFix/>
          </a:blip>
          <a:srcRect b="0" l="0" r="0" t="0"/>
          <a:stretch/>
        </p:blipFill>
        <p:spPr>
          <a:xfrm>
            <a:off x="1905000" y="3701716"/>
            <a:ext cx="4343400" cy="1600200"/>
          </a:xfrm>
          <a:prstGeom prst="rect">
            <a:avLst/>
          </a:prstGeom>
          <a:noFill/>
          <a:ln>
            <a:noFill/>
          </a:ln>
        </p:spPr>
      </p:pic>
      <p:pic>
        <p:nvPicPr>
          <p:cNvPr id="431" name="Google Shape;431;p42"/>
          <p:cNvPicPr preferRelativeResize="0"/>
          <p:nvPr/>
        </p:nvPicPr>
        <p:blipFill rotWithShape="1">
          <a:blip r:embed="rId4">
            <a:alphaModFix/>
          </a:blip>
          <a:srcRect b="0" l="0" r="0" t="0"/>
          <a:stretch/>
        </p:blipFill>
        <p:spPr>
          <a:xfrm>
            <a:off x="3048000" y="5334000"/>
            <a:ext cx="2286000" cy="1219200"/>
          </a:xfrm>
          <a:prstGeom prst="rect">
            <a:avLst/>
          </a:prstGeom>
          <a:noFill/>
          <a:ln>
            <a:noFill/>
          </a:ln>
        </p:spPr>
      </p:pic>
      <p:sp>
        <p:nvSpPr>
          <p:cNvPr id="432" name="Google Shape;432;p42"/>
          <p:cNvSpPr txBox="1"/>
          <p:nvPr/>
        </p:nvSpPr>
        <p:spPr>
          <a:xfrm>
            <a:off x="192505" y="717384"/>
            <a:ext cx="8763000" cy="2828924"/>
          </a:xfrm>
          <a:prstGeom prst="rect">
            <a:avLst/>
          </a:prstGeom>
          <a:noFill/>
          <a:ln>
            <a:noFill/>
          </a:ln>
        </p:spPr>
        <p:txBody>
          <a:bodyPr anchorCtr="0" anchor="t" bIns="45700" lIns="91425" spcFirstLastPara="1" rIns="91425" wrap="square" tIns="45700">
            <a:noAutofit/>
          </a:bodyPr>
          <a:lstStyle/>
          <a:p>
            <a:pPr indent="-274320" lvl="0" marL="274320" marR="0" rtl="0" algn="just">
              <a:spcBef>
                <a:spcPts val="0"/>
              </a:spcBef>
              <a:spcAft>
                <a:spcPts val="0"/>
              </a:spcAft>
              <a:buClr>
                <a:schemeClr val="dk1"/>
              </a:buClr>
              <a:buSzPts val="2400"/>
              <a:buFont typeface="Noto Sans Symbols"/>
              <a:buChar char="▪"/>
            </a:pPr>
            <a:r>
              <a:rPr lang="en-US" sz="2400">
                <a:solidFill>
                  <a:schemeClr val="dk1"/>
                </a:solidFill>
                <a:latin typeface="Book Antiqua"/>
                <a:ea typeface="Book Antiqua"/>
                <a:cs typeface="Book Antiqua"/>
                <a:sym typeface="Book Antiqua"/>
              </a:rPr>
              <a:t>To transform the </a:t>
            </a:r>
            <a:r>
              <a:rPr i="1" lang="en-US" sz="2400">
                <a:solidFill>
                  <a:schemeClr val="dk1"/>
                </a:solidFill>
                <a:latin typeface="Book Antiqua"/>
                <a:ea typeface="Book Antiqua"/>
                <a:cs typeface="Book Antiqua"/>
                <a:sym typeface="Book Antiqua"/>
              </a:rPr>
              <a:t>PropertyOwner</a:t>
            </a:r>
            <a:r>
              <a:rPr lang="en-US" sz="2400">
                <a:solidFill>
                  <a:schemeClr val="dk1"/>
                </a:solidFill>
                <a:latin typeface="Book Antiqua"/>
                <a:ea typeface="Book Antiqua"/>
                <a:cs typeface="Book Antiqua"/>
                <a:sym typeface="Book Antiqua"/>
              </a:rPr>
              <a:t> relation into 3NF we must first remove this transitive dependency by creating two new relations called </a:t>
            </a:r>
            <a:r>
              <a:rPr i="1" lang="en-US" sz="2400">
                <a:solidFill>
                  <a:schemeClr val="dk1"/>
                </a:solidFill>
                <a:latin typeface="Book Antiqua"/>
                <a:ea typeface="Book Antiqua"/>
                <a:cs typeface="Book Antiqua"/>
                <a:sym typeface="Book Antiqua"/>
              </a:rPr>
              <a:t>PropertyForRent</a:t>
            </a:r>
            <a:r>
              <a:rPr lang="en-US" sz="2400">
                <a:solidFill>
                  <a:schemeClr val="dk1"/>
                </a:solidFill>
                <a:latin typeface="Book Antiqua"/>
                <a:ea typeface="Book Antiqua"/>
                <a:cs typeface="Book Antiqua"/>
                <a:sym typeface="Book Antiqua"/>
              </a:rPr>
              <a:t> and </a:t>
            </a:r>
            <a:r>
              <a:rPr i="1" lang="en-US" sz="2400">
                <a:solidFill>
                  <a:schemeClr val="dk1"/>
                </a:solidFill>
                <a:latin typeface="Book Antiqua"/>
                <a:ea typeface="Book Antiqua"/>
                <a:cs typeface="Book Antiqua"/>
                <a:sym typeface="Book Antiqua"/>
              </a:rPr>
              <a:t>Owner</a:t>
            </a:r>
            <a:r>
              <a:rPr lang="en-US" sz="2400">
                <a:solidFill>
                  <a:schemeClr val="dk1"/>
                </a:solidFill>
                <a:latin typeface="Book Antiqua"/>
                <a:ea typeface="Book Antiqua"/>
                <a:cs typeface="Book Antiqua"/>
                <a:sym typeface="Book Antiqua"/>
              </a:rPr>
              <a:t>, as shown in Figure 10. </a:t>
            </a:r>
            <a:endParaRPr/>
          </a:p>
          <a:p>
            <a:pPr indent="-274320" lvl="0" marL="274320" marR="0" rtl="0" algn="just">
              <a:spcBef>
                <a:spcPts val="600"/>
              </a:spcBef>
              <a:spcAft>
                <a:spcPts val="0"/>
              </a:spcAft>
              <a:buClr>
                <a:schemeClr val="dk1"/>
              </a:buClr>
              <a:buSzPts val="2400"/>
              <a:buFont typeface="Noto Sans Symbols"/>
              <a:buChar char="▪"/>
            </a:pPr>
            <a:r>
              <a:rPr lang="en-US" sz="2400">
                <a:solidFill>
                  <a:schemeClr val="dk1"/>
                </a:solidFill>
                <a:latin typeface="Book Antiqua"/>
                <a:ea typeface="Book Antiqua"/>
                <a:cs typeface="Book Antiqua"/>
                <a:sym typeface="Book Antiqua"/>
              </a:rPr>
              <a:t>The new relations have the form:</a:t>
            </a:r>
            <a:endParaRPr/>
          </a:p>
          <a:p>
            <a:pPr indent="-274320" lvl="0" marL="548640" marR="0" rtl="0" algn="l">
              <a:spcBef>
                <a:spcPts val="0"/>
              </a:spcBef>
              <a:spcAft>
                <a:spcPts val="0"/>
              </a:spcAft>
              <a:buClr>
                <a:schemeClr val="dk1"/>
              </a:buClr>
              <a:buSzPts val="2400"/>
              <a:buFont typeface="Courier New"/>
              <a:buChar char="o"/>
            </a:pPr>
            <a:r>
              <a:rPr lang="en-US" sz="2400">
                <a:solidFill>
                  <a:schemeClr val="dk1"/>
                </a:solidFill>
                <a:latin typeface="Book Antiqua"/>
                <a:ea typeface="Book Antiqua"/>
                <a:cs typeface="Book Antiqua"/>
                <a:sym typeface="Book Antiqua"/>
              </a:rPr>
              <a:t>PropertyForRent (</a:t>
            </a:r>
            <a:r>
              <a:rPr lang="en-US" sz="2400" u="sng">
                <a:solidFill>
                  <a:schemeClr val="dk1"/>
                </a:solidFill>
                <a:latin typeface="Book Antiqua"/>
                <a:ea typeface="Book Antiqua"/>
                <a:cs typeface="Book Antiqua"/>
                <a:sym typeface="Book Antiqua"/>
              </a:rPr>
              <a:t>propertyNo</a:t>
            </a:r>
            <a:r>
              <a:rPr lang="en-US" sz="2400">
                <a:solidFill>
                  <a:schemeClr val="dk1"/>
                </a:solidFill>
                <a:latin typeface="Book Antiqua"/>
                <a:ea typeface="Book Antiqua"/>
                <a:cs typeface="Book Antiqua"/>
                <a:sym typeface="Book Antiqua"/>
              </a:rPr>
              <a:t>, pAddress, rent, ownerNo)</a:t>
            </a:r>
            <a:endParaRPr/>
          </a:p>
          <a:p>
            <a:pPr indent="-274320" lvl="0" marL="548640" marR="0" rtl="0" algn="l">
              <a:spcBef>
                <a:spcPts val="0"/>
              </a:spcBef>
              <a:spcAft>
                <a:spcPts val="0"/>
              </a:spcAft>
              <a:buClr>
                <a:schemeClr val="dk1"/>
              </a:buClr>
              <a:buSzPts val="2400"/>
              <a:buFont typeface="Courier New"/>
              <a:buChar char="o"/>
            </a:pPr>
            <a:r>
              <a:rPr lang="en-US" sz="2400">
                <a:solidFill>
                  <a:schemeClr val="dk1"/>
                </a:solidFill>
                <a:latin typeface="Book Antiqua"/>
                <a:ea typeface="Book Antiqua"/>
                <a:cs typeface="Book Antiqua"/>
                <a:sym typeface="Book Antiqua"/>
              </a:rPr>
              <a:t>Owner (</a:t>
            </a:r>
            <a:r>
              <a:rPr lang="en-US" sz="2400" u="sng">
                <a:solidFill>
                  <a:schemeClr val="dk1"/>
                </a:solidFill>
                <a:latin typeface="Book Antiqua"/>
                <a:ea typeface="Book Antiqua"/>
                <a:cs typeface="Book Antiqua"/>
                <a:sym typeface="Book Antiqua"/>
              </a:rPr>
              <a:t>ownerNo</a:t>
            </a:r>
            <a:r>
              <a:rPr lang="en-US" sz="2400">
                <a:solidFill>
                  <a:schemeClr val="dk1"/>
                </a:solidFill>
                <a:latin typeface="Book Antiqua"/>
                <a:ea typeface="Book Antiqua"/>
                <a:cs typeface="Book Antiqua"/>
                <a:sym typeface="Book Antiqua"/>
              </a:rPr>
              <a:t>, oName)</a:t>
            </a:r>
            <a:endParaRPr/>
          </a:p>
        </p:txBody>
      </p:sp>
      <p:sp>
        <p:nvSpPr>
          <p:cNvPr id="433" name="Google Shape;433;p42"/>
          <p:cNvSpPr txBox="1"/>
          <p:nvPr/>
        </p:nvSpPr>
        <p:spPr>
          <a:xfrm>
            <a:off x="6629400" y="4426581"/>
            <a:ext cx="990600" cy="50411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00">
                <a:solidFill>
                  <a:srgbClr val="3333FF"/>
                </a:solidFill>
                <a:latin typeface="Book Antiqua"/>
                <a:ea typeface="Book Antiqua"/>
                <a:cs typeface="Book Antiqua"/>
                <a:sym typeface="Book Antiqua"/>
              </a:rPr>
              <a:t>Fig 10</a:t>
            </a:r>
            <a:endParaRPr sz="1600">
              <a:solidFill>
                <a:schemeClr val="dk1"/>
              </a:solidFill>
              <a:latin typeface="Book Antiqua"/>
              <a:ea typeface="Book Antiqua"/>
              <a:cs typeface="Book Antiqua"/>
              <a:sym typeface="Book Antiqua"/>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3"/>
          <p:cNvSpPr txBox="1"/>
          <p:nvPr>
            <p:ph type="title"/>
          </p:nvPr>
        </p:nvSpPr>
        <p:spPr>
          <a:xfrm>
            <a:off x="1524000" y="187326"/>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Third Normal Form (3NF)</a:t>
            </a:r>
            <a:endParaRPr sz="2800">
              <a:solidFill>
                <a:srgbClr val="FF0000"/>
              </a:solidFill>
              <a:latin typeface="Book Antiqua"/>
              <a:ea typeface="Book Antiqua"/>
              <a:cs typeface="Book Antiqua"/>
              <a:sym typeface="Book Antiqua"/>
            </a:endParaRPr>
          </a:p>
        </p:txBody>
      </p:sp>
      <p:sp>
        <p:nvSpPr>
          <p:cNvPr id="441" name="Google Shape;441;p43"/>
          <p:cNvSpPr txBox="1"/>
          <p:nvPr>
            <p:ph idx="1" type="body"/>
          </p:nvPr>
        </p:nvSpPr>
        <p:spPr>
          <a:xfrm>
            <a:off x="152400" y="561976"/>
            <a:ext cx="8763000" cy="5991224"/>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Clr>
                <a:schemeClr val="dk1"/>
              </a:buClr>
              <a:buSzPts val="2400"/>
              <a:buFont typeface="Noto Sans Symbols"/>
              <a:buChar char="▪"/>
            </a:pPr>
            <a:r>
              <a:rPr lang="en-US" sz="2400">
                <a:latin typeface="Book Antiqua"/>
                <a:ea typeface="Book Antiqua"/>
                <a:cs typeface="Book Antiqua"/>
                <a:sym typeface="Book Antiqua"/>
              </a:rPr>
              <a:t>The </a:t>
            </a:r>
            <a:r>
              <a:rPr i="1" lang="en-US" sz="2400">
                <a:latin typeface="Book Antiqua"/>
                <a:ea typeface="Book Antiqua"/>
                <a:cs typeface="Book Antiqua"/>
                <a:sym typeface="Book Antiqua"/>
              </a:rPr>
              <a:t>PropertyForRent</a:t>
            </a:r>
            <a:r>
              <a:rPr lang="en-US" sz="2400">
                <a:latin typeface="Book Antiqua"/>
                <a:ea typeface="Book Antiqua"/>
                <a:cs typeface="Book Antiqua"/>
                <a:sym typeface="Book Antiqua"/>
              </a:rPr>
              <a:t> and </a:t>
            </a:r>
            <a:r>
              <a:rPr i="1" lang="en-US" sz="2400">
                <a:latin typeface="Book Antiqua"/>
                <a:ea typeface="Book Antiqua"/>
                <a:cs typeface="Book Antiqua"/>
                <a:sym typeface="Book Antiqua"/>
              </a:rPr>
              <a:t>Owner</a:t>
            </a:r>
            <a:r>
              <a:rPr lang="en-US" sz="2400">
                <a:latin typeface="Book Antiqua"/>
                <a:ea typeface="Book Antiqua"/>
                <a:cs typeface="Book Antiqua"/>
                <a:sym typeface="Book Antiqua"/>
              </a:rPr>
              <a:t> relations are in 3NF as there are no further transitive dependencies on the PK.</a:t>
            </a:r>
            <a:endParaRPr sz="2400">
              <a:latin typeface="Book Antiqua"/>
              <a:ea typeface="Book Antiqua"/>
              <a:cs typeface="Book Antiqua"/>
              <a:sym typeface="Book Antiqua"/>
            </a:endParaRPr>
          </a:p>
          <a:p>
            <a:pPr indent="-274320" lvl="0" marL="274320" rtl="0" algn="just">
              <a:lnSpc>
                <a:spcPct val="90000"/>
              </a:lnSpc>
              <a:spcBef>
                <a:spcPts val="600"/>
              </a:spcBef>
              <a:spcAft>
                <a:spcPts val="0"/>
              </a:spcAft>
              <a:buClr>
                <a:schemeClr val="dk1"/>
              </a:buClr>
              <a:buSzPts val="2400"/>
              <a:buFont typeface="Noto Sans Symbols"/>
              <a:buChar char="▪"/>
            </a:pPr>
            <a:r>
              <a:rPr lang="en-US" sz="2400">
                <a:latin typeface="Book Antiqua"/>
                <a:ea typeface="Book Antiqua"/>
                <a:cs typeface="Book Antiqua"/>
                <a:sym typeface="Book Antiqua"/>
              </a:rPr>
              <a:t>The </a:t>
            </a:r>
            <a:r>
              <a:rPr i="1" lang="en-US" sz="2400">
                <a:latin typeface="Book Antiqua"/>
                <a:ea typeface="Book Antiqua"/>
                <a:cs typeface="Book Antiqua"/>
                <a:sym typeface="Book Antiqua"/>
              </a:rPr>
              <a:t>ClientRental</a:t>
            </a:r>
            <a:r>
              <a:rPr lang="en-US" sz="2400">
                <a:latin typeface="Book Antiqua"/>
                <a:ea typeface="Book Antiqua"/>
                <a:cs typeface="Book Antiqua"/>
                <a:sym typeface="Book Antiqua"/>
              </a:rPr>
              <a:t> relation shown in Fig 8 has been transformed by the process of normalization into four relations in 3NF. </a:t>
            </a:r>
            <a:endParaRPr sz="2400">
              <a:latin typeface="Book Antiqua"/>
              <a:ea typeface="Book Antiqua"/>
              <a:cs typeface="Book Antiqua"/>
              <a:sym typeface="Book Antiqua"/>
            </a:endParaRPr>
          </a:p>
          <a:p>
            <a:pPr indent="-274320" lvl="0" marL="274320" rtl="0" algn="just">
              <a:lnSpc>
                <a:spcPct val="90000"/>
              </a:lnSpc>
              <a:spcBef>
                <a:spcPts val="600"/>
              </a:spcBef>
              <a:spcAft>
                <a:spcPts val="0"/>
              </a:spcAft>
              <a:buClr>
                <a:schemeClr val="dk1"/>
              </a:buClr>
              <a:buSzPts val="2400"/>
              <a:buFont typeface="Noto Sans Symbols"/>
              <a:buChar char="▪"/>
            </a:pPr>
            <a:r>
              <a:rPr lang="en-US" sz="2400">
                <a:latin typeface="Book Antiqua"/>
                <a:ea typeface="Book Antiqua"/>
                <a:cs typeface="Book Antiqua"/>
                <a:sym typeface="Book Antiqua"/>
              </a:rPr>
              <a:t>Fig 11 illustrates the process by which the original 1NF relation is decomposed into the 3NF relations. </a:t>
            </a:r>
            <a:endParaRPr sz="2400">
              <a:latin typeface="Book Antiqua"/>
              <a:ea typeface="Book Antiqua"/>
              <a:cs typeface="Book Antiqua"/>
              <a:sym typeface="Book Antiqua"/>
            </a:endParaRPr>
          </a:p>
          <a:p>
            <a:pPr indent="-19050" lvl="0" marL="171450" rtl="0" algn="l">
              <a:lnSpc>
                <a:spcPct val="90000"/>
              </a:lnSpc>
              <a:spcBef>
                <a:spcPts val="750"/>
              </a:spcBef>
              <a:spcAft>
                <a:spcPts val="0"/>
              </a:spcAft>
              <a:buClr>
                <a:schemeClr val="dk1"/>
              </a:buClr>
              <a:buSzPts val="2400"/>
              <a:buNone/>
            </a:pPr>
            <a:r>
              <a:t/>
            </a:r>
            <a:endParaRPr sz="2400"/>
          </a:p>
          <a:p>
            <a:pPr indent="-19050" lvl="0" marL="171450" rtl="0" algn="l">
              <a:lnSpc>
                <a:spcPct val="90000"/>
              </a:lnSpc>
              <a:spcBef>
                <a:spcPts val="750"/>
              </a:spcBef>
              <a:spcAft>
                <a:spcPts val="0"/>
              </a:spcAft>
              <a:buClr>
                <a:schemeClr val="dk1"/>
              </a:buClr>
              <a:buSzPts val="2400"/>
              <a:buNone/>
            </a:pPr>
            <a:r>
              <a:t/>
            </a:r>
            <a:endParaRPr sz="2400"/>
          </a:p>
          <a:p>
            <a:pPr indent="-19050" lvl="0" marL="171450" rtl="0" algn="l">
              <a:lnSpc>
                <a:spcPct val="90000"/>
              </a:lnSpc>
              <a:spcBef>
                <a:spcPts val="750"/>
              </a:spcBef>
              <a:spcAft>
                <a:spcPts val="0"/>
              </a:spcAft>
              <a:buClr>
                <a:schemeClr val="dk1"/>
              </a:buClr>
              <a:buSzPts val="2400"/>
              <a:buNone/>
            </a:pPr>
            <a:r>
              <a:t/>
            </a:r>
            <a:endParaRPr sz="2400"/>
          </a:p>
          <a:p>
            <a:pPr indent="-19050" lvl="0" marL="171450" rtl="0" algn="l">
              <a:lnSpc>
                <a:spcPct val="90000"/>
              </a:lnSpc>
              <a:spcBef>
                <a:spcPts val="750"/>
              </a:spcBef>
              <a:spcAft>
                <a:spcPts val="0"/>
              </a:spcAft>
              <a:buClr>
                <a:schemeClr val="dk1"/>
              </a:buClr>
              <a:buSzPts val="2400"/>
              <a:buNone/>
            </a:pPr>
            <a:r>
              <a:t/>
            </a:r>
            <a:endParaRPr sz="2400"/>
          </a:p>
          <a:p>
            <a:pPr indent="-19050" lvl="0" marL="171450" rtl="0" algn="l">
              <a:lnSpc>
                <a:spcPct val="90000"/>
              </a:lnSpc>
              <a:spcBef>
                <a:spcPts val="750"/>
              </a:spcBef>
              <a:spcAft>
                <a:spcPts val="0"/>
              </a:spcAft>
              <a:buClr>
                <a:schemeClr val="dk1"/>
              </a:buClr>
              <a:buSzPts val="2400"/>
              <a:buNone/>
            </a:pPr>
            <a:r>
              <a:t/>
            </a:r>
            <a:endParaRPr sz="2400"/>
          </a:p>
          <a:p>
            <a:pPr indent="-19050" lvl="0" marL="171450" rtl="0" algn="l">
              <a:lnSpc>
                <a:spcPct val="90000"/>
              </a:lnSpc>
              <a:spcBef>
                <a:spcPts val="750"/>
              </a:spcBef>
              <a:spcAft>
                <a:spcPts val="0"/>
              </a:spcAft>
              <a:buClr>
                <a:schemeClr val="dk1"/>
              </a:buClr>
              <a:buSzPts val="2400"/>
              <a:buNone/>
            </a:pPr>
            <a:r>
              <a:t/>
            </a:r>
            <a:endParaRPr sz="2400"/>
          </a:p>
        </p:txBody>
      </p:sp>
      <p:sp>
        <p:nvSpPr>
          <p:cNvPr id="442" name="Google Shape;442;p43"/>
          <p:cNvSpPr txBox="1"/>
          <p:nvPr>
            <p:ph idx="12" type="sldNum"/>
          </p:nvPr>
        </p:nvSpPr>
        <p:spPr>
          <a:xfrm>
            <a:off x="8382000" y="6315075"/>
            <a:ext cx="609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pic>
        <p:nvPicPr>
          <p:cNvPr id="443" name="Google Shape;443;p43"/>
          <p:cNvPicPr preferRelativeResize="0"/>
          <p:nvPr/>
        </p:nvPicPr>
        <p:blipFill rotWithShape="1">
          <a:blip r:embed="rId3">
            <a:alphaModFix/>
          </a:blip>
          <a:srcRect b="0" l="0" r="0" t="0"/>
          <a:stretch/>
        </p:blipFill>
        <p:spPr>
          <a:xfrm>
            <a:off x="990600" y="3705452"/>
            <a:ext cx="5810250" cy="2190296"/>
          </a:xfrm>
          <a:prstGeom prst="rect">
            <a:avLst/>
          </a:prstGeom>
          <a:noFill/>
          <a:ln>
            <a:noFill/>
          </a:ln>
        </p:spPr>
      </p:pic>
      <p:sp>
        <p:nvSpPr>
          <p:cNvPr id="444" name="Google Shape;444;p43"/>
          <p:cNvSpPr txBox="1"/>
          <p:nvPr/>
        </p:nvSpPr>
        <p:spPr>
          <a:xfrm>
            <a:off x="7096124" y="4548545"/>
            <a:ext cx="904875" cy="50411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lang="en-US" sz="2000">
                <a:solidFill>
                  <a:srgbClr val="3333FF"/>
                </a:solidFill>
                <a:latin typeface="Book Antiqua"/>
                <a:ea typeface="Book Antiqua"/>
                <a:cs typeface="Book Antiqua"/>
                <a:sym typeface="Book Antiqua"/>
              </a:rPr>
              <a:t>Fig 11</a:t>
            </a:r>
            <a:endParaRPr sz="1600">
              <a:solidFill>
                <a:schemeClr val="dk1"/>
              </a:solidFill>
              <a:latin typeface="Book Antiqua"/>
              <a:ea typeface="Book Antiqua"/>
              <a:cs typeface="Book Antiqua"/>
              <a:sym typeface="Book Antiqua"/>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4"/>
          <p:cNvSpPr txBox="1"/>
          <p:nvPr>
            <p:ph type="title"/>
          </p:nvPr>
        </p:nvSpPr>
        <p:spPr>
          <a:xfrm>
            <a:off x="1524000" y="187326"/>
            <a:ext cx="5715000" cy="3746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Book Antiqua"/>
              <a:buNone/>
            </a:pPr>
            <a:r>
              <a:rPr b="1" lang="en-US" sz="2800">
                <a:solidFill>
                  <a:srgbClr val="FF0000"/>
                </a:solidFill>
                <a:latin typeface="Book Antiqua"/>
                <a:ea typeface="Book Antiqua"/>
                <a:cs typeface="Book Antiqua"/>
                <a:sym typeface="Book Antiqua"/>
              </a:rPr>
              <a:t>Third Normal Form (3NF)</a:t>
            </a:r>
            <a:endParaRPr sz="2800">
              <a:solidFill>
                <a:srgbClr val="FF0000"/>
              </a:solidFill>
              <a:latin typeface="Book Antiqua"/>
              <a:ea typeface="Book Antiqua"/>
              <a:cs typeface="Book Antiqua"/>
              <a:sym typeface="Book Antiqua"/>
            </a:endParaRPr>
          </a:p>
        </p:txBody>
      </p:sp>
      <p:sp>
        <p:nvSpPr>
          <p:cNvPr id="450" name="Google Shape;450;p44"/>
          <p:cNvSpPr txBox="1"/>
          <p:nvPr>
            <p:ph idx="1" type="body"/>
          </p:nvPr>
        </p:nvSpPr>
        <p:spPr>
          <a:xfrm>
            <a:off x="152400" y="561976"/>
            <a:ext cx="8763000" cy="5991224"/>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Clr>
                <a:schemeClr val="dk1"/>
              </a:buClr>
              <a:buSzPts val="2200"/>
              <a:buFont typeface="Noto Sans Symbols"/>
              <a:buChar char="▪"/>
            </a:pPr>
            <a:r>
              <a:rPr lang="en-US" sz="2200">
                <a:latin typeface="Book Antiqua"/>
                <a:ea typeface="Book Antiqua"/>
                <a:cs typeface="Book Antiqua"/>
                <a:sym typeface="Book Antiqua"/>
              </a:rPr>
              <a:t>The resulting 3NF relations have the form:</a:t>
            </a:r>
            <a:endParaRPr/>
          </a:p>
          <a:p>
            <a:pPr indent="-274320" lvl="0" marL="548640" rtl="0" algn="l">
              <a:lnSpc>
                <a:spcPct val="90000"/>
              </a:lnSpc>
              <a:spcBef>
                <a:spcPts val="0"/>
              </a:spcBef>
              <a:spcAft>
                <a:spcPts val="0"/>
              </a:spcAft>
              <a:buClr>
                <a:schemeClr val="dk1"/>
              </a:buClr>
              <a:buSzPts val="2200"/>
              <a:buFont typeface="Courier New"/>
              <a:buChar char="o"/>
            </a:pPr>
            <a:r>
              <a:rPr lang="en-US" sz="2200">
                <a:latin typeface="Book Antiqua"/>
                <a:ea typeface="Book Antiqua"/>
                <a:cs typeface="Book Antiqua"/>
                <a:sym typeface="Book Antiqua"/>
              </a:rPr>
              <a:t>Client (</a:t>
            </a:r>
            <a:r>
              <a:rPr lang="en-US" sz="2200" u="sng">
                <a:latin typeface="Book Antiqua"/>
                <a:ea typeface="Book Antiqua"/>
                <a:cs typeface="Book Antiqua"/>
                <a:sym typeface="Book Antiqua"/>
              </a:rPr>
              <a:t>clientNo</a:t>
            </a:r>
            <a:r>
              <a:rPr lang="en-US" sz="2200">
                <a:latin typeface="Book Antiqua"/>
                <a:ea typeface="Book Antiqua"/>
                <a:cs typeface="Book Antiqua"/>
                <a:sym typeface="Book Antiqua"/>
              </a:rPr>
              <a:t>, cName)</a:t>
            </a:r>
            <a:endParaRPr/>
          </a:p>
          <a:p>
            <a:pPr indent="-274320" lvl="0" marL="548640" rtl="0" algn="l">
              <a:lnSpc>
                <a:spcPct val="90000"/>
              </a:lnSpc>
              <a:spcBef>
                <a:spcPts val="0"/>
              </a:spcBef>
              <a:spcAft>
                <a:spcPts val="0"/>
              </a:spcAft>
              <a:buClr>
                <a:schemeClr val="dk1"/>
              </a:buClr>
              <a:buSzPts val="2200"/>
              <a:buFont typeface="Courier New"/>
              <a:buChar char="o"/>
            </a:pPr>
            <a:r>
              <a:rPr lang="en-US" sz="2200">
                <a:latin typeface="Book Antiqua"/>
                <a:ea typeface="Book Antiqua"/>
                <a:cs typeface="Book Antiqua"/>
                <a:sym typeface="Book Antiqua"/>
              </a:rPr>
              <a:t>Rental (</a:t>
            </a:r>
            <a:r>
              <a:rPr lang="en-US" sz="2200" u="sng">
                <a:latin typeface="Book Antiqua"/>
                <a:ea typeface="Book Antiqua"/>
                <a:cs typeface="Book Antiqua"/>
                <a:sym typeface="Book Antiqua"/>
              </a:rPr>
              <a:t>clientNo</a:t>
            </a:r>
            <a:r>
              <a:rPr lang="en-US" sz="2200">
                <a:latin typeface="Book Antiqua"/>
                <a:ea typeface="Book Antiqua"/>
                <a:cs typeface="Book Antiqua"/>
                <a:sym typeface="Book Antiqua"/>
              </a:rPr>
              <a:t>, </a:t>
            </a:r>
            <a:r>
              <a:rPr lang="en-US" sz="2200" u="sng">
                <a:latin typeface="Book Antiqua"/>
                <a:ea typeface="Book Antiqua"/>
                <a:cs typeface="Book Antiqua"/>
                <a:sym typeface="Book Antiqua"/>
              </a:rPr>
              <a:t>propertyNo</a:t>
            </a:r>
            <a:r>
              <a:rPr lang="en-US" sz="2200">
                <a:latin typeface="Book Antiqua"/>
                <a:ea typeface="Book Antiqua"/>
                <a:cs typeface="Book Antiqua"/>
                <a:sym typeface="Book Antiqua"/>
              </a:rPr>
              <a:t>, rentStart, rentFinish)</a:t>
            </a:r>
            <a:endParaRPr/>
          </a:p>
          <a:p>
            <a:pPr indent="-274320" lvl="0" marL="548640" rtl="0" algn="l">
              <a:lnSpc>
                <a:spcPct val="90000"/>
              </a:lnSpc>
              <a:spcBef>
                <a:spcPts val="0"/>
              </a:spcBef>
              <a:spcAft>
                <a:spcPts val="0"/>
              </a:spcAft>
              <a:buClr>
                <a:schemeClr val="dk1"/>
              </a:buClr>
              <a:buSzPts val="2200"/>
              <a:buFont typeface="Courier New"/>
              <a:buChar char="o"/>
            </a:pPr>
            <a:r>
              <a:rPr lang="en-US" sz="2200">
                <a:latin typeface="Book Antiqua"/>
                <a:ea typeface="Book Antiqua"/>
                <a:cs typeface="Book Antiqua"/>
                <a:sym typeface="Book Antiqua"/>
              </a:rPr>
              <a:t>PropertyForRent (</a:t>
            </a:r>
            <a:r>
              <a:rPr lang="en-US" sz="2200" u="sng">
                <a:latin typeface="Book Antiqua"/>
                <a:ea typeface="Book Antiqua"/>
                <a:cs typeface="Book Antiqua"/>
                <a:sym typeface="Book Antiqua"/>
              </a:rPr>
              <a:t>propertyNo</a:t>
            </a:r>
            <a:r>
              <a:rPr lang="en-US" sz="2200">
                <a:latin typeface="Book Antiqua"/>
                <a:ea typeface="Book Antiqua"/>
                <a:cs typeface="Book Antiqua"/>
                <a:sym typeface="Book Antiqua"/>
              </a:rPr>
              <a:t>, pAddress, rent, ownerNo)</a:t>
            </a:r>
            <a:endParaRPr/>
          </a:p>
          <a:p>
            <a:pPr indent="-274320" lvl="0" marL="548640" rtl="0" algn="l">
              <a:lnSpc>
                <a:spcPct val="90000"/>
              </a:lnSpc>
              <a:spcBef>
                <a:spcPts val="0"/>
              </a:spcBef>
              <a:spcAft>
                <a:spcPts val="0"/>
              </a:spcAft>
              <a:buClr>
                <a:schemeClr val="dk1"/>
              </a:buClr>
              <a:buSzPts val="2200"/>
              <a:buFont typeface="Courier New"/>
              <a:buChar char="o"/>
            </a:pPr>
            <a:r>
              <a:rPr lang="en-US" sz="2200">
                <a:latin typeface="Book Antiqua"/>
                <a:ea typeface="Book Antiqua"/>
                <a:cs typeface="Book Antiqua"/>
                <a:sym typeface="Book Antiqua"/>
              </a:rPr>
              <a:t>Owner (</a:t>
            </a:r>
            <a:r>
              <a:rPr lang="en-US" sz="2200" u="sng">
                <a:latin typeface="Book Antiqua"/>
                <a:ea typeface="Book Antiqua"/>
                <a:cs typeface="Book Antiqua"/>
                <a:sym typeface="Book Antiqua"/>
              </a:rPr>
              <a:t>ownerNo</a:t>
            </a:r>
            <a:r>
              <a:rPr lang="en-US" sz="2200">
                <a:latin typeface="Book Antiqua"/>
                <a:ea typeface="Book Antiqua"/>
                <a:cs typeface="Book Antiqua"/>
                <a:sym typeface="Book Antiqua"/>
              </a:rPr>
              <a:t>, oName)</a:t>
            </a:r>
            <a:endParaRPr/>
          </a:p>
          <a:p>
            <a:pPr indent="-274320" lvl="0" marL="274320" rtl="0" algn="just">
              <a:lnSpc>
                <a:spcPct val="90000"/>
              </a:lnSpc>
              <a:spcBef>
                <a:spcPts val="600"/>
              </a:spcBef>
              <a:spcAft>
                <a:spcPts val="0"/>
              </a:spcAft>
              <a:buClr>
                <a:schemeClr val="dk1"/>
              </a:buClr>
              <a:buSzPts val="2200"/>
              <a:buFont typeface="Noto Sans Symbols"/>
              <a:buChar char="▪"/>
            </a:pPr>
            <a:r>
              <a:rPr lang="en-US" sz="2200">
                <a:latin typeface="Book Antiqua"/>
                <a:ea typeface="Book Antiqua"/>
                <a:cs typeface="Book Antiqua"/>
                <a:sym typeface="Book Antiqua"/>
              </a:rPr>
              <a:t>The original </a:t>
            </a:r>
            <a:r>
              <a:rPr i="1" lang="en-US" sz="2200">
                <a:latin typeface="Book Antiqua"/>
                <a:ea typeface="Book Antiqua"/>
                <a:cs typeface="Book Antiqua"/>
                <a:sym typeface="Book Antiqua"/>
              </a:rPr>
              <a:t>ClientRental</a:t>
            </a:r>
            <a:r>
              <a:rPr lang="en-US" sz="2200">
                <a:latin typeface="Book Antiqua"/>
                <a:ea typeface="Book Antiqua"/>
                <a:cs typeface="Book Antiqua"/>
                <a:sym typeface="Book Antiqua"/>
              </a:rPr>
              <a:t> relation shown in Figu 8 can be recreated by joining the Client, Rental, PropertyForRent, and Owner relations through the primary key/foreign key mechanism. </a:t>
            </a:r>
            <a:endParaRPr/>
          </a:p>
          <a:p>
            <a:pPr indent="-274320" lvl="0" marL="274320" rtl="0" algn="just">
              <a:lnSpc>
                <a:spcPct val="90000"/>
              </a:lnSpc>
              <a:spcBef>
                <a:spcPts val="600"/>
              </a:spcBef>
              <a:spcAft>
                <a:spcPts val="0"/>
              </a:spcAft>
              <a:buClr>
                <a:schemeClr val="dk1"/>
              </a:buClr>
              <a:buSzPts val="2200"/>
              <a:buFont typeface="Noto Sans Symbols"/>
              <a:buChar char="▪"/>
            </a:pPr>
            <a:r>
              <a:rPr lang="en-US" sz="2200">
                <a:latin typeface="Book Antiqua"/>
                <a:ea typeface="Book Antiqua"/>
                <a:cs typeface="Book Antiqua"/>
                <a:sym typeface="Book Antiqua"/>
              </a:rPr>
              <a:t>For example, the </a:t>
            </a:r>
            <a:r>
              <a:rPr i="1" lang="en-US" sz="2200">
                <a:latin typeface="Book Antiqua"/>
                <a:ea typeface="Book Antiqua"/>
                <a:cs typeface="Book Antiqua"/>
                <a:sym typeface="Book Antiqua"/>
              </a:rPr>
              <a:t>ownerNo</a:t>
            </a:r>
            <a:r>
              <a:rPr lang="en-US" sz="2200">
                <a:latin typeface="Book Antiqua"/>
                <a:ea typeface="Book Antiqua"/>
                <a:cs typeface="Book Antiqua"/>
                <a:sym typeface="Book Antiqua"/>
              </a:rPr>
              <a:t> attribute is a PK within the Owner relation and is also present within the PropertyForRent relation as a FK. </a:t>
            </a:r>
            <a:endParaRPr/>
          </a:p>
          <a:p>
            <a:pPr indent="-274320" lvl="0" marL="274320" rtl="0" algn="just">
              <a:lnSpc>
                <a:spcPct val="90000"/>
              </a:lnSpc>
              <a:spcBef>
                <a:spcPts val="600"/>
              </a:spcBef>
              <a:spcAft>
                <a:spcPts val="0"/>
              </a:spcAft>
              <a:buClr>
                <a:schemeClr val="dk1"/>
              </a:buClr>
              <a:buSzPts val="2200"/>
              <a:buFont typeface="Noto Sans Symbols"/>
              <a:buChar char="▪"/>
            </a:pPr>
            <a:r>
              <a:rPr lang="en-US" sz="2200">
                <a:latin typeface="Book Antiqua"/>
                <a:ea typeface="Book Antiqua"/>
                <a:cs typeface="Book Antiqua"/>
                <a:sym typeface="Book Antiqua"/>
              </a:rPr>
              <a:t>The </a:t>
            </a:r>
            <a:r>
              <a:rPr i="1" lang="en-US" sz="2200">
                <a:latin typeface="Book Antiqua"/>
                <a:ea typeface="Book Antiqua"/>
                <a:cs typeface="Book Antiqua"/>
                <a:sym typeface="Book Antiqua"/>
              </a:rPr>
              <a:t>clientNo</a:t>
            </a:r>
            <a:r>
              <a:rPr lang="en-US" sz="2200">
                <a:latin typeface="Book Antiqua"/>
                <a:ea typeface="Book Antiqua"/>
                <a:cs typeface="Book Antiqua"/>
                <a:sym typeface="Book Antiqua"/>
              </a:rPr>
              <a:t> attribute is a PK of the Client relation and is also present within the </a:t>
            </a:r>
            <a:r>
              <a:rPr i="1" lang="en-US" sz="2200">
                <a:latin typeface="Book Antiqua"/>
                <a:ea typeface="Book Antiqua"/>
                <a:cs typeface="Book Antiqua"/>
                <a:sym typeface="Book Antiqua"/>
              </a:rPr>
              <a:t>Rental</a:t>
            </a:r>
            <a:r>
              <a:rPr lang="en-US" sz="2200">
                <a:latin typeface="Book Antiqua"/>
                <a:ea typeface="Book Antiqua"/>
                <a:cs typeface="Book Antiqua"/>
                <a:sym typeface="Book Antiqua"/>
              </a:rPr>
              <a:t> relation as a FK. </a:t>
            </a:r>
            <a:endParaRPr/>
          </a:p>
          <a:p>
            <a:pPr indent="-274320" lvl="0" marL="274320" rtl="0" algn="just">
              <a:lnSpc>
                <a:spcPct val="90000"/>
              </a:lnSpc>
              <a:spcBef>
                <a:spcPts val="600"/>
              </a:spcBef>
              <a:spcAft>
                <a:spcPts val="0"/>
              </a:spcAft>
              <a:buClr>
                <a:schemeClr val="dk1"/>
              </a:buClr>
              <a:buSzPts val="2200"/>
              <a:buFont typeface="Noto Sans Symbols"/>
              <a:buChar char="▪"/>
            </a:pPr>
            <a:r>
              <a:rPr lang="en-US" sz="2200">
                <a:latin typeface="Book Antiqua"/>
                <a:ea typeface="Book Antiqua"/>
                <a:cs typeface="Book Antiqua"/>
                <a:sym typeface="Book Antiqua"/>
              </a:rPr>
              <a:t>Similarly, the propertyNo attribute is the PK of the PropertyForRent relation and is also present within the Rental relation acting both as a FK and as part of the PK for this relation.</a:t>
            </a:r>
            <a:endParaRPr sz="2200">
              <a:latin typeface="Book Antiqua"/>
              <a:ea typeface="Book Antiqua"/>
              <a:cs typeface="Book Antiqua"/>
              <a:sym typeface="Book Antiqua"/>
            </a:endParaRPr>
          </a:p>
        </p:txBody>
      </p:sp>
      <p:sp>
        <p:nvSpPr>
          <p:cNvPr id="451" name="Google Shape;451;p44"/>
          <p:cNvSpPr txBox="1"/>
          <p:nvPr>
            <p:ph idx="12" type="sldNum"/>
          </p:nvPr>
        </p:nvSpPr>
        <p:spPr>
          <a:xfrm>
            <a:off x="8382000" y="6315075"/>
            <a:ext cx="6096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600">
                <a:solidFill>
                  <a:srgbClr val="000000"/>
                </a:solidFill>
              </a:rPr>
              <a:t>‹#›</a:t>
            </a:fld>
            <a:endParaRPr sz="1600">
              <a:solidFill>
                <a:srgbClr val="000000"/>
              </a:solidFill>
            </a:endParaRPr>
          </a:p>
        </p:txBody>
      </p:sp>
    </p:spTree>
  </p:cSld>
  <p:clrMapOvr>
    <a:masterClrMapping/>
  </p:clrMapOvr>
  <mc:AlternateContent>
    <mc:Choice Requires="p14">
      <p:transition spd="slow" p14:dur="1500">
        <p14:doors dir="vert"/>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2007-07-02T07:56:01Z</dcterms:created>
  <dc:creator>MISBA</dc:creator>
</cp:coreProperties>
</file>