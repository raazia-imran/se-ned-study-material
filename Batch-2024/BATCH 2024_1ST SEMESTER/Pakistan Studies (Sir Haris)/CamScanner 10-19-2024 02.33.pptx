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6400" y="7162800"/>
            <a:ext cx="279400" cy="279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hyperlink" Target="https://v3.camscanner.com/user/download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hyperlink" Target="https://v3.camscanner.com/user/download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hyperlink" Target="https://v3.camscanner.com/user/download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hyperlink" Target="https://v3.camscanner.com/user/download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hyperlink" Target="https://v3.camscanner.com/user/download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hyperlink" Target="https://v3.camscanner.com/user/download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hyperlink" Target="https://v3.camscanner.com/user/download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hyperlink" Target="https://v3.camscanner.com/user/download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hyperlink" Target="https://v3.camscanner.com/user/download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hyperlink" Target="https://v3.camscanner.com/user/download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hyperlink" Target="https://v3.camscanner.com/user/download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hyperlink" Target="https://v3.camscanner.com/user/download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6405"/>
            <a:ext cx="10693400" cy="621218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08372"/>
            <a:ext cx="10693400" cy="616825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0387"/>
            <a:ext cx="10693400" cy="61642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02808"/>
            <a:ext cx="10693400" cy="61793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4438"/>
            <a:ext cx="10693400" cy="625612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9846"/>
            <a:ext cx="10693400" cy="622530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7872"/>
            <a:ext cx="10693400" cy="610925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2645"/>
            <a:ext cx="10693400" cy="619970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1396"/>
            <a:ext cx="10693400" cy="624220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3929"/>
            <a:ext cx="10693400" cy="627714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3264"/>
            <a:ext cx="10693400" cy="625847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0991"/>
            <a:ext cx="10693400" cy="614301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 spc="-1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CamScanner</dc:creator>
  <dc:subject>CamScanner 10-19-2024 02.33</dc:subject>
  <dc:title>CamScanner 10-19-2024 02.33</dc:title>
  <dcterms:created xsi:type="dcterms:W3CDTF">2024-10-18T21:37:29Z</dcterms:created>
  <dcterms:modified xsi:type="dcterms:W3CDTF">2024-10-18T21:37:29Z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2024-10-18T00:00:00Z</vt:filetime>
  </property>
  <property fmtid="{D5CDD505-2E9C-101B-9397-08002B2CF9AE}" pid="3" name="Producer">
    <vt:lpwstr>intsig.com pdf producer</vt:lpwstr>
  </property>
</Properties>
</file>