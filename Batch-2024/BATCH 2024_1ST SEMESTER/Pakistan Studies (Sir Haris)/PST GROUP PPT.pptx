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46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62" r:id="rId6"/>
    <p:sldId id="261" r:id="rId7"/>
    <p:sldId id="259" r:id="rId8"/>
    <p:sldId id="260" r:id="rId9"/>
    <p:sldId id="275" r:id="rId10"/>
    <p:sldId id="270" r:id="rId11"/>
    <p:sldId id="272" r:id="rId12"/>
    <p:sldId id="265" r:id="rId13"/>
    <p:sldId id="273" r:id="rId14"/>
    <p:sldId id="266" r:id="rId15"/>
    <p:sldId id="267" r:id="rId16"/>
    <p:sldId id="276" r:id="rId17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 autoAdjust="0"/>
    <p:restoredTop sz="80236" autoAdjust="0"/>
  </p:normalViewPr>
  <p:slideViewPr>
    <p:cSldViewPr>
      <p:cViewPr varScale="1">
        <p:scale>
          <a:sx n="60" d="100"/>
          <a:sy n="60" d="100"/>
        </p:scale>
        <p:origin x="20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F435B-AF24-43DD-A390-0B923FC2CFD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AE07C-81FF-4751-9E59-D308E7946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4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DAE07C-81FF-4751-9E59-D308E79462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91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26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0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528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9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97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21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23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15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7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3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708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640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40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585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899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785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38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3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v3.camscanner.com/user/download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v3.camscanner.com/user/download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882650"/>
            <a:ext cx="8686800" cy="59435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806450"/>
            <a:ext cx="8597900" cy="60158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806450"/>
            <a:ext cx="8686800" cy="5943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2637790"/>
          </a:xfrm>
        </p:spPr>
        <p:txBody>
          <a:bodyPr>
            <a:normAutofit/>
          </a:bodyPr>
          <a:lstStyle/>
          <a:p>
            <a:r>
              <a:rPr sz="66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18th Amendment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• Enhanced provincial autonomy, reduced federal control.</a:t>
            </a:r>
          </a:p>
          <a:p>
            <a:r>
              <a:rPr dirty="0"/>
              <a:t>• Strengthened democratic institutions and improved accountability.</a:t>
            </a:r>
          </a:p>
          <a:p>
            <a:r>
              <a:rPr dirty="0"/>
              <a:t>• Key objective: Address historical neglect of provinces.</a:t>
            </a:r>
          </a:p>
          <a:p>
            <a:r>
              <a:rPr dirty="0"/>
              <a:t>• Impact: Promoted democracy and equity among provinces.</a:t>
            </a:r>
          </a:p>
        </p:txBody>
      </p:sp>
    </p:spTree>
    <p:extLst>
      <p:ext uri="{BB962C8B-B14F-4D97-AF65-F5344CB8AC3E}">
        <p14:creationId xmlns:p14="http://schemas.microsoft.com/office/powerpoint/2010/main" val="47681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820" y="806450"/>
            <a:ext cx="8625840" cy="5867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958850"/>
            <a:ext cx="8915400" cy="5715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1035050"/>
            <a:ext cx="8963343" cy="5562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3" cstate="print"/>
          <a:srcRect l="5700" t="-961" r="119" b="-36538"/>
          <a:stretch/>
        </p:blipFill>
        <p:spPr>
          <a:xfrm>
            <a:off x="1155700" y="958850"/>
            <a:ext cx="8635683" cy="7391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4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Satisfaction With Provision of Quota System in Pakistan</a:t>
            </a:r>
            <a:endParaRPr lang="en-US" sz="36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279" y="2940050"/>
            <a:ext cx="7704221" cy="3774697"/>
          </a:xfrm>
        </p:spPr>
      </p:pic>
    </p:spTree>
    <p:extLst>
      <p:ext uri="{BB962C8B-B14F-4D97-AF65-F5344CB8AC3E}">
        <p14:creationId xmlns:p14="http://schemas.microsoft.com/office/powerpoint/2010/main" val="355262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806450"/>
            <a:ext cx="8610600" cy="1937311"/>
          </a:xfrm>
        </p:spPr>
        <p:txBody>
          <a:bodyPr>
            <a:normAutofit/>
          </a:bodyPr>
          <a:lstStyle/>
          <a:p>
            <a:r>
              <a:rPr sz="6600" b="1" dirty="0" smtClean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16th Amendment</a:t>
            </a:r>
            <a:endParaRPr sz="6600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smtClean="0"/>
              <a:t>• </a:t>
            </a:r>
            <a:r>
              <a:rPr sz="2400" dirty="0"/>
              <a:t>Issues:</a:t>
            </a:r>
          </a:p>
          <a:p>
            <a:r>
              <a:rPr sz="2400" dirty="0"/>
              <a:t>  - Potential compromise on merit and regional fairness.</a:t>
            </a:r>
          </a:p>
          <a:p>
            <a:r>
              <a:rPr lang="en-US" sz="2400" dirty="0" smtClean="0"/>
              <a:t>• Introduced quotas for government jobs to improve representation.</a:t>
            </a:r>
          </a:p>
          <a:p>
            <a:r>
              <a:rPr sz="2400" dirty="0" smtClean="0"/>
              <a:t>  </a:t>
            </a:r>
            <a:r>
              <a:rPr sz="2400" dirty="0"/>
              <a:t>- Violates equality and non-discrimination principles.</a:t>
            </a:r>
          </a:p>
          <a:p>
            <a:r>
              <a:rPr sz="2400" dirty="0"/>
              <a:t>• Outcome: Ruled unconstitutional by the Supreme Court.</a:t>
            </a:r>
          </a:p>
        </p:txBody>
      </p:sp>
    </p:spTree>
    <p:extLst>
      <p:ext uri="{BB962C8B-B14F-4D97-AF65-F5344CB8AC3E}">
        <p14:creationId xmlns:p14="http://schemas.microsoft.com/office/powerpoint/2010/main" val="276896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2637790"/>
          </a:xfrm>
        </p:spPr>
        <p:txBody>
          <a:bodyPr>
            <a:normAutofit/>
          </a:bodyPr>
          <a:lstStyle/>
          <a:p>
            <a:r>
              <a:rPr sz="6000" b="1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23rd Amendment Bill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6278" y="2559050"/>
            <a:ext cx="7950744" cy="3980587"/>
          </a:xfrm>
        </p:spPr>
        <p:txBody>
          <a:bodyPr>
            <a:normAutofit fontScale="70000" lnSpcReduction="20000"/>
          </a:bodyPr>
          <a:lstStyle/>
          <a:p>
            <a:endParaRPr dirty="0"/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• Procedure to appoint the Chief Justice of Pakistan has been changed.</a:t>
            </a:r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• Amendments in Article 175A: A 12-member committee will decide the new Chief Justice.</a:t>
            </a:r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• New Article 191A: Constitutional benches will be formed.</a:t>
            </a:r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  - Members of these benches will be decided by the Judicial Commission.</a:t>
            </a:r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  - Judicial Commission members include parliamentarians, leading to indirect influence on the judiciary.</a:t>
            </a:r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  - This could result in partial decisions, undermining the independence of the judiciary.</a:t>
            </a:r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• Supreme Court's powers have been restricted.</a:t>
            </a:r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  - Supreme Court can no longer transfer cases to other high courts.</a:t>
            </a:r>
          </a:p>
          <a:p>
            <a:pPr>
              <a:defRPr sz="1800">
                <a:solidFill>
                  <a:srgbClr val="228B22"/>
                </a:solidFill>
              </a:defRPr>
            </a:pPr>
            <a:r>
              <a:rPr sz="2100" dirty="0">
                <a:solidFill>
                  <a:schemeClr val="accent3">
                    <a:lumMod val="50000"/>
                  </a:schemeClr>
                </a:solidFill>
              </a:rPr>
              <a:t>  - The right to issue declarations has been </a:t>
            </a:r>
            <a:r>
              <a:rPr dirty="0"/>
              <a:t>removed, further compromising judicial independence.</a:t>
            </a:r>
          </a:p>
        </p:txBody>
      </p:sp>
    </p:spTree>
    <p:extLst>
      <p:ext uri="{BB962C8B-B14F-4D97-AF65-F5344CB8AC3E}">
        <p14:creationId xmlns:p14="http://schemas.microsoft.com/office/powerpoint/2010/main" val="412729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958850"/>
            <a:ext cx="8991600" cy="5638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900" y="806450"/>
            <a:ext cx="7543800" cy="1752600"/>
          </a:xfrm>
        </p:spPr>
        <p:txBody>
          <a:bodyPr>
            <a:normAutofit/>
          </a:bodyPr>
          <a:lstStyle/>
          <a:p>
            <a:r>
              <a:rPr sz="72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3300" y="3092451"/>
            <a:ext cx="8839200" cy="3352800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accent4">
                    <a:lumMod val="50000"/>
                  </a:schemeClr>
                </a:solidFill>
              </a:rPr>
              <a:t>• Amendments like the 16th and 18th were necessary to fix gaps.</a:t>
            </a:r>
          </a:p>
          <a:p>
            <a:r>
              <a:rPr dirty="0">
                <a:solidFill>
                  <a:schemeClr val="accent4">
                    <a:lumMod val="50000"/>
                  </a:schemeClr>
                </a:solidFill>
              </a:rPr>
              <a:t>• The 23rd Amendment risks centralizing power and weakening judiciary.</a:t>
            </a:r>
          </a:p>
          <a:p>
            <a:r>
              <a:rPr dirty="0">
                <a:solidFill>
                  <a:schemeClr val="accent4">
                    <a:lumMod val="50000"/>
                  </a:schemeClr>
                </a:solidFill>
              </a:rPr>
              <a:t>• Need for reforms to maintain democratic principles and governance balance.</a:t>
            </a:r>
          </a:p>
        </p:txBody>
      </p:sp>
    </p:spTree>
    <p:extLst>
      <p:ext uri="{BB962C8B-B14F-4D97-AF65-F5344CB8AC3E}">
        <p14:creationId xmlns:p14="http://schemas.microsoft.com/office/powerpoint/2010/main" val="355072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882650"/>
            <a:ext cx="8839200" cy="6096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1035050"/>
            <a:ext cx="8915400" cy="5715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01200" y="7206177"/>
            <a:ext cx="86931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20"/>
              </a:lnSpc>
            </a:pPr>
            <a:r>
              <a:rPr sz="1300" spc="-10" dirty="0">
                <a:latin typeface="Times New Roman"/>
                <a:cs typeface="Times New Roman"/>
                <a:hlinkClick r:id="rId3"/>
              </a:rPr>
              <a:t>CamScanner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92450"/>
            <a:ext cx="4584699" cy="1219200"/>
          </a:xfrm>
        </p:spPr>
        <p:txBody>
          <a:bodyPr>
            <a:normAutofit/>
          </a:bodyPr>
          <a:lstStyle/>
          <a:p>
            <a:r>
              <a:rPr lang="en-US" u="sng" dirty="0" smtClean="0">
                <a:solidFill>
                  <a:schemeClr val="accent5">
                    <a:lumMod val="50000"/>
                  </a:schemeClr>
                </a:solidFill>
              </a:rPr>
              <a:t>GROUP MEMBERS</a:t>
            </a:r>
            <a:endParaRPr lang="en-US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7100" y="4540250"/>
            <a:ext cx="7950737" cy="1900349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AYESHA AFTAB                ROLL#010</a:t>
            </a:r>
          </a:p>
          <a:p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RAAZIA IMRAN                 ROLL#009</a:t>
            </a:r>
          </a:p>
          <a:p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SULTAN AHMED               ROLL#03</a:t>
            </a:r>
            <a:r>
              <a:rPr lang="en-US" dirty="0" smtClean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34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104</TotalTime>
  <Words>276</Words>
  <Application>Microsoft Office PowerPoint</Application>
  <PresentationFormat>Custom</PresentationFormat>
  <Paragraphs>42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Times New Roman</vt:lpstr>
      <vt:lpstr>Organic</vt:lpstr>
      <vt:lpstr>PowerPoint Presentation</vt:lpstr>
      <vt:lpstr>PowerPoint Presentation</vt:lpstr>
      <vt:lpstr>PowerPoint Presentation</vt:lpstr>
      <vt:lpstr>18th Amendment</vt:lpstr>
      <vt:lpstr>PowerPoint Presentation</vt:lpstr>
      <vt:lpstr>PowerPoint Presentation</vt:lpstr>
      <vt:lpstr>PowerPoint Presentation</vt:lpstr>
      <vt:lpstr>PowerPoint Presentation</vt:lpstr>
      <vt:lpstr>Satisfaction With Provision of Quota System in Pakistan</vt:lpstr>
      <vt:lpstr>16th Amendment</vt:lpstr>
      <vt:lpstr>23rd Amendment Bill</vt:lpstr>
      <vt:lpstr>PowerPoint Presentation</vt:lpstr>
      <vt:lpstr>Conclusion</vt:lpstr>
      <vt:lpstr>PowerPoint Presentation</vt:lpstr>
      <vt:lpstr>PowerPoint Presentation</vt:lpstr>
      <vt:lpstr>GROUP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CamScanner 10-19-2024 02.33</dc:title>
  <dc:subject>CamScanner 10-19-2024 02.33</dc:subject>
  <dc:creator>CamScanner</dc:creator>
  <cp:lastModifiedBy>hp</cp:lastModifiedBy>
  <cp:revision>5</cp:revision>
  <dcterms:created xsi:type="dcterms:W3CDTF">2024-10-18T21:37:29Z</dcterms:created>
  <dcterms:modified xsi:type="dcterms:W3CDTF">2024-10-22T18:58:56Z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2024-10-18T00:00:00Z</vt:filetime>
  </property>
  <property fmtid="{D5CDD505-2E9C-101B-9397-08002B2CF9AE}" pid="3" name="Producer">
    <vt:lpwstr>intsig.com pdf producer</vt:lpwstr>
  </property>
</Properties>
</file>