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4" r:id="rId4"/>
    <p:sldId id="265" r:id="rId5"/>
    <p:sldId id="260" r:id="rId6"/>
    <p:sldId id="266" r:id="rId7"/>
    <p:sldId id="267" r:id="rId8"/>
    <p:sldId id="269" r:id="rId9"/>
    <p:sldId id="270" r:id="rId10"/>
    <p:sldId id="271" r:id="rId11"/>
    <p:sldId id="273" r:id="rId12"/>
    <p:sldId id="272" r:id="rId13"/>
    <p:sldId id="274" r:id="rId14"/>
    <p:sldId id="27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062"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Freeform 33"/>
          <p:cNvSpPr>
            <a:spLocks/>
          </p:cNvSpPr>
          <p:nvPr/>
        </p:nvSpPr>
        <p:spPr bwMode="auto">
          <a:xfrm>
            <a:off x="-31750" y="4321175"/>
            <a:ext cx="1395413" cy="781050"/>
          </a:xfrm>
          <a:custGeom>
            <a:avLst/>
            <a:gdLst>
              <a:gd name="T0" fmla="*/ 2147483646 w 8042"/>
              <a:gd name="T1" fmla="*/ 2147483646 h 10000"/>
              <a:gd name="T2" fmla="*/ 2147483646 w 8042"/>
              <a:gd name="T3" fmla="*/ 2147483646 h 10000"/>
              <a:gd name="T4" fmla="*/ 2147483646 w 8042"/>
              <a:gd name="T5" fmla="*/ 2147483646 h 10000"/>
              <a:gd name="T6" fmla="*/ 2147483646 w 8042"/>
              <a:gd name="T7" fmla="*/ 2147483646 h 10000"/>
              <a:gd name="T8" fmla="*/ 2147483646 w 8042"/>
              <a:gd name="T9" fmla="*/ 2147483646 h 10000"/>
              <a:gd name="T10" fmla="*/ 2147483646 w 8042"/>
              <a:gd name="T11" fmla="*/ 105298818 h 10000"/>
              <a:gd name="T12" fmla="*/ 2147483646 w 8042"/>
              <a:gd name="T13" fmla="*/ 76236572 h 10000"/>
              <a:gd name="T14" fmla="*/ 2147483646 w 8042"/>
              <a:gd name="T15" fmla="*/ 19533436 h 10000"/>
              <a:gd name="T16" fmla="*/ 94026232 w 8042"/>
              <a:gd name="T17" fmla="*/ 0 h 10000"/>
              <a:gd name="T18" fmla="*/ 0 w 8042"/>
              <a:gd name="T19" fmla="*/ 2147483646 h 10000"/>
              <a:gd name="T20" fmla="*/ 2147483646 w 8042"/>
              <a:gd name="T21" fmla="*/ 2147483646 h 1000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5" name="Date Placeholder 3"/>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a:xfrm>
            <a:off x="423863" y="4529138"/>
            <a:ext cx="584200" cy="365125"/>
          </a:xfrm>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628541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5201" y="624110"/>
            <a:ext cx="6589199"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2305800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Freeform 11"/>
          <p:cNvSpPr>
            <a:spLocks/>
          </p:cNvSpPr>
          <p:nvPr/>
        </p:nvSpPr>
        <p:spPr bwMode="auto">
          <a:xfrm flipV="1">
            <a:off x="0" y="3167063"/>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a:xfrm>
            <a:off x="511175" y="3244850"/>
            <a:ext cx="585788" cy="365125"/>
          </a:xfrm>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6491046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Date Placeholder 4"/>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2907887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Date Placeholder 6"/>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9" name="Footer Placeholder 7"/>
          <p:cNvSpPr>
            <a:spLocks noGrp="1"/>
          </p:cNvSpPr>
          <p:nvPr>
            <p:ph type="ftr" sz="quarter" idx="11"/>
          </p:nvPr>
        </p:nvSpPr>
        <p:spPr/>
        <p:txBody>
          <a:bodyPr/>
          <a:lstStyle>
            <a:lvl1pPr>
              <a:defRPr/>
            </a:lvl1pPr>
          </a:lstStyle>
          <a:p>
            <a:endParaRPr lang="en-US"/>
          </a:p>
        </p:txBody>
      </p:sp>
      <p:sp>
        <p:nvSpPr>
          <p:cNvPr id="11" name="Slide Number Placeholder 5"/>
          <p:cNvSpPr>
            <a:spLocks noGrp="1"/>
          </p:cNvSpPr>
          <p:nvPr>
            <p:ph type="sldNum" sz="quarter" idx="12"/>
          </p:nvPr>
        </p:nvSpPr>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2406628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5200" y="624110"/>
            <a:ext cx="6589200" cy="1280890"/>
          </a:xfrm>
        </p:spPr>
        <p:txBody>
          <a:bodyPr/>
          <a:lstStyle/>
          <a:p>
            <a:r>
              <a:rPr lang="en-US" smtClean="0"/>
              <a:t>Click to edit Master title style</a:t>
            </a:r>
            <a:endParaRPr lang="en-US" dirty="0"/>
          </a:p>
        </p:txBody>
      </p:sp>
      <p:sp>
        <p:nvSpPr>
          <p:cNvPr id="4" name="Date Placeholder 2"/>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5" name="Footer Placeholder 3"/>
          <p:cNvSpPr>
            <a:spLocks noGrp="1"/>
          </p:cNvSpPr>
          <p:nvPr>
            <p:ph type="ftr" sz="quarter" idx="11"/>
          </p:nvPr>
        </p:nvSpPr>
        <p:spPr/>
        <p:txBody>
          <a:bodyPr/>
          <a:lstStyle>
            <a:lvl1pPr>
              <a:defRPr/>
            </a:lvl1pPr>
          </a:lstStyle>
          <a:p>
            <a:endParaRPr lang="en-US"/>
          </a:p>
        </p:txBody>
      </p:sp>
      <p:sp>
        <p:nvSpPr>
          <p:cNvPr id="6" name="Slide Number Placeholder 4"/>
          <p:cNvSpPr>
            <a:spLocks noGrp="1"/>
          </p:cNvSpPr>
          <p:nvPr>
            <p:ph type="sldNum" sz="quarter" idx="12"/>
          </p:nvPr>
        </p:nvSpPr>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1670006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 name="Date Placeholder 1"/>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4" name="Footer Placeholder 2"/>
          <p:cNvSpPr>
            <a:spLocks noGrp="1"/>
          </p:cNvSpPr>
          <p:nvPr>
            <p:ph type="ftr" sz="quarter" idx="11"/>
          </p:nvPr>
        </p:nvSpPr>
        <p:spPr/>
        <p:txBody>
          <a:bodyPr/>
          <a:lstStyle>
            <a:lvl1pPr>
              <a:defRPr/>
            </a:lvl1pPr>
          </a:lstStyle>
          <a:p>
            <a:endParaRPr lang="en-US"/>
          </a:p>
        </p:txBody>
      </p:sp>
      <p:sp>
        <p:nvSpPr>
          <p:cNvPr id="5" name="Slide Number Placeholder 3"/>
          <p:cNvSpPr>
            <a:spLocks noGrp="1"/>
          </p:cNvSpPr>
          <p:nvPr>
            <p:ph type="sldNum" sz="quarter" idx="12"/>
          </p:nvPr>
        </p:nvSpPr>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41723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8" name="Slide Number Placeholder 6"/>
          <p:cNvSpPr>
            <a:spLocks noGrp="1"/>
          </p:cNvSpPr>
          <p:nvPr>
            <p:ph type="sldNum" sz="quarter" idx="12"/>
          </p:nvPr>
        </p:nvSpPr>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3663923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Freeform 11"/>
          <p:cNvSpPr>
            <a:spLocks/>
          </p:cNvSpPr>
          <p:nvPr/>
        </p:nvSpPr>
        <p:spPr bwMode="auto">
          <a:xfrm flipV="1">
            <a:off x="0" y="4910138"/>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rtlCol="0">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8" name="Slide Number Placeholder 6"/>
          <p:cNvSpPr>
            <a:spLocks noGrp="1"/>
          </p:cNvSpPr>
          <p:nvPr>
            <p:ph type="sldNum" sz="quarter" idx="12"/>
          </p:nvPr>
        </p:nvSpPr>
        <p:spPr>
          <a:xfrm>
            <a:off x="511175" y="4983163"/>
            <a:ext cx="585788" cy="365125"/>
          </a:xfrm>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43301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4" name="Freeform 11"/>
          <p:cNvSpPr>
            <a:spLocks/>
          </p:cNvSpPr>
          <p:nvPr/>
        </p:nvSpPr>
        <p:spPr bwMode="auto">
          <a:xfrm flipV="1">
            <a:off x="0" y="3167063"/>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a:xfrm>
            <a:off x="511175" y="3244850"/>
            <a:ext cx="585788" cy="365125"/>
          </a:xfrm>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4009285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5" name="Freeform 11"/>
          <p:cNvSpPr>
            <a:spLocks/>
          </p:cNvSpPr>
          <p:nvPr/>
        </p:nvSpPr>
        <p:spPr bwMode="auto">
          <a:xfrm flipV="1">
            <a:off x="0" y="3167063"/>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TextBox 5"/>
          <p:cNvSpPr txBox="1">
            <a:spLocks noChangeArrowheads="1"/>
          </p:cNvSpPr>
          <p:nvPr/>
        </p:nvSpPr>
        <p:spPr bwMode="auto">
          <a:xfrm>
            <a:off x="1808163" y="647700"/>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600" b="1">
                <a:solidFill>
                  <a:schemeClr val="accent2"/>
                </a:solidFill>
                <a:latin typeface="Times New Roman" panose="02020603050405020304" pitchFamily="18" charset="0"/>
                <a:cs typeface="Arial" panose="020B0604020202020204" pitchFamily="34" charset="0"/>
              </a:defRPr>
            </a:lvl1pPr>
            <a:lvl2pPr marL="742950" indent="-285750">
              <a:defRPr sz="3600" b="1">
                <a:solidFill>
                  <a:schemeClr val="accent2"/>
                </a:solidFill>
                <a:latin typeface="Times New Roman" panose="02020603050405020304" pitchFamily="18" charset="0"/>
                <a:cs typeface="Arial" panose="020B0604020202020204" pitchFamily="34" charset="0"/>
              </a:defRPr>
            </a:lvl2pPr>
            <a:lvl3pPr marL="1143000" indent="-228600">
              <a:defRPr sz="3600" b="1">
                <a:solidFill>
                  <a:schemeClr val="accent2"/>
                </a:solidFill>
                <a:latin typeface="Times New Roman" panose="02020603050405020304" pitchFamily="18" charset="0"/>
                <a:cs typeface="Arial" panose="020B0604020202020204" pitchFamily="34" charset="0"/>
              </a:defRPr>
            </a:lvl3pPr>
            <a:lvl4pPr marL="1600200" indent="-228600">
              <a:defRPr sz="3600" b="1">
                <a:solidFill>
                  <a:schemeClr val="accent2"/>
                </a:solidFill>
                <a:latin typeface="Times New Roman" panose="02020603050405020304" pitchFamily="18" charset="0"/>
                <a:cs typeface="Arial" panose="020B0604020202020204" pitchFamily="34" charset="0"/>
              </a:defRPr>
            </a:lvl4pPr>
            <a:lvl5pPr marL="2057400" indent="-228600">
              <a:defRPr sz="3600" b="1">
                <a:solidFill>
                  <a:schemeClr val="accent2"/>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9pPr>
          </a:lstStyle>
          <a:p>
            <a:pPr eaLnBrk="1" hangingPunct="1">
              <a:defRPr/>
            </a:pPr>
            <a:r>
              <a:rPr lang="en-US" altLang="en-US" sz="8000" smtClean="0">
                <a:solidFill>
                  <a:schemeClr val="accent1"/>
                </a:solidFill>
                <a:latin typeface="Arial" panose="020B0604020202020204" pitchFamily="34" charset="0"/>
              </a:rPr>
              <a:t>“</a:t>
            </a:r>
          </a:p>
        </p:txBody>
      </p:sp>
      <p:sp>
        <p:nvSpPr>
          <p:cNvPr id="7" name="TextBox 62"/>
          <p:cNvSpPr txBox="1">
            <a:spLocks noChangeArrowheads="1"/>
          </p:cNvSpPr>
          <p:nvPr/>
        </p:nvSpPr>
        <p:spPr bwMode="auto">
          <a:xfrm>
            <a:off x="8169275" y="290512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600" b="1">
                <a:solidFill>
                  <a:schemeClr val="accent2"/>
                </a:solidFill>
                <a:latin typeface="Times New Roman" panose="02020603050405020304" pitchFamily="18" charset="0"/>
                <a:cs typeface="Arial" panose="020B0604020202020204" pitchFamily="34" charset="0"/>
              </a:defRPr>
            </a:lvl1pPr>
            <a:lvl2pPr marL="742950" indent="-285750">
              <a:defRPr sz="3600" b="1">
                <a:solidFill>
                  <a:schemeClr val="accent2"/>
                </a:solidFill>
                <a:latin typeface="Times New Roman" panose="02020603050405020304" pitchFamily="18" charset="0"/>
                <a:cs typeface="Arial" panose="020B0604020202020204" pitchFamily="34" charset="0"/>
              </a:defRPr>
            </a:lvl2pPr>
            <a:lvl3pPr marL="1143000" indent="-228600">
              <a:defRPr sz="3600" b="1">
                <a:solidFill>
                  <a:schemeClr val="accent2"/>
                </a:solidFill>
                <a:latin typeface="Times New Roman" panose="02020603050405020304" pitchFamily="18" charset="0"/>
                <a:cs typeface="Arial" panose="020B0604020202020204" pitchFamily="34" charset="0"/>
              </a:defRPr>
            </a:lvl3pPr>
            <a:lvl4pPr marL="1600200" indent="-228600">
              <a:defRPr sz="3600" b="1">
                <a:solidFill>
                  <a:schemeClr val="accent2"/>
                </a:solidFill>
                <a:latin typeface="Times New Roman" panose="02020603050405020304" pitchFamily="18" charset="0"/>
                <a:cs typeface="Arial" panose="020B0604020202020204" pitchFamily="34" charset="0"/>
              </a:defRPr>
            </a:lvl4pPr>
            <a:lvl5pPr marL="2057400" indent="-228600">
              <a:defRPr sz="3600" b="1">
                <a:solidFill>
                  <a:schemeClr val="accent2"/>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9pPr>
          </a:lstStyle>
          <a:p>
            <a:pPr eaLnBrk="1" hangingPunct="1">
              <a:defRPr/>
            </a:pPr>
            <a:r>
              <a:rPr lang="en-US" altLang="en-US" sz="8000" smtClean="0">
                <a:solidFill>
                  <a:schemeClr val="accent1"/>
                </a:solidFill>
                <a:latin typeface="Arial" panose="020B0604020202020204" pitchFamily="34" charset="0"/>
              </a:rPr>
              <a:t>”</a:t>
            </a:r>
          </a:p>
        </p:txBody>
      </p:sp>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8" name="Date Placeholder 3"/>
          <p:cNvSpPr>
            <a:spLocks noGrp="1"/>
          </p:cNvSpPr>
          <p:nvPr>
            <p:ph type="dt" sz="half" idx="14"/>
          </p:nvPr>
        </p:nvSpPr>
        <p:spPr/>
        <p:txBody>
          <a:bodyPr/>
          <a:lstStyle>
            <a:lvl1pPr>
              <a:defRPr/>
            </a:lvl1pPr>
          </a:lstStyle>
          <a:p>
            <a:fld id="{54C8B82F-629A-49DF-A344-2A16253F93C4}" type="datetimeFigureOut">
              <a:rPr lang="en-US" smtClean="0"/>
              <a:t>9/9/2024</a:t>
            </a:fld>
            <a:endParaRPr lang="en-US"/>
          </a:p>
        </p:txBody>
      </p:sp>
      <p:sp>
        <p:nvSpPr>
          <p:cNvPr id="9" name="Footer Placeholder 4"/>
          <p:cNvSpPr>
            <a:spLocks noGrp="1"/>
          </p:cNvSpPr>
          <p:nvPr>
            <p:ph type="ftr" sz="quarter" idx="15"/>
          </p:nvPr>
        </p:nvSpPr>
        <p:spPr/>
        <p:txBody>
          <a:bodyPr/>
          <a:lstStyle>
            <a:lvl1pPr>
              <a:defRPr/>
            </a:lvl1pPr>
          </a:lstStyle>
          <a:p>
            <a:endParaRPr lang="en-US"/>
          </a:p>
        </p:txBody>
      </p:sp>
      <p:sp>
        <p:nvSpPr>
          <p:cNvPr id="10" name="Slide Number Placeholder 5"/>
          <p:cNvSpPr>
            <a:spLocks noGrp="1"/>
          </p:cNvSpPr>
          <p:nvPr>
            <p:ph type="sldNum" sz="quarter" idx="16"/>
          </p:nvPr>
        </p:nvSpPr>
        <p:spPr>
          <a:xfrm>
            <a:off x="511175" y="3244850"/>
            <a:ext cx="585788" cy="365125"/>
          </a:xfrm>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6875984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5" name="Freeform 11"/>
          <p:cNvSpPr>
            <a:spLocks/>
          </p:cNvSpPr>
          <p:nvPr/>
        </p:nvSpPr>
        <p:spPr bwMode="auto">
          <a:xfrm flipV="1">
            <a:off x="0" y="4910138"/>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7" name="Footer Placeholder 5"/>
          <p:cNvSpPr>
            <a:spLocks noGrp="1"/>
          </p:cNvSpPr>
          <p:nvPr>
            <p:ph type="ftr" sz="quarter" idx="11"/>
          </p:nvPr>
        </p:nvSpPr>
        <p:spPr/>
        <p:txBody>
          <a:bodyPr/>
          <a:lstStyle>
            <a:lvl1pPr>
              <a:defRPr/>
            </a:lvl1pPr>
          </a:lstStyle>
          <a:p>
            <a:endParaRPr lang="en-US"/>
          </a:p>
        </p:txBody>
      </p:sp>
      <p:sp>
        <p:nvSpPr>
          <p:cNvPr id="8" name="Slide Number Placeholder 6"/>
          <p:cNvSpPr>
            <a:spLocks noGrp="1"/>
          </p:cNvSpPr>
          <p:nvPr>
            <p:ph type="sldNum" sz="quarter" idx="12"/>
          </p:nvPr>
        </p:nvSpPr>
        <p:spPr>
          <a:xfrm>
            <a:off x="511175" y="4983163"/>
            <a:ext cx="585788" cy="365125"/>
          </a:xfrm>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4006803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5" name="Freeform 11"/>
          <p:cNvSpPr>
            <a:spLocks/>
          </p:cNvSpPr>
          <p:nvPr/>
        </p:nvSpPr>
        <p:spPr bwMode="auto">
          <a:xfrm flipV="1">
            <a:off x="0" y="4910138"/>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TextBox 5"/>
          <p:cNvSpPr txBox="1">
            <a:spLocks noChangeArrowheads="1"/>
          </p:cNvSpPr>
          <p:nvPr/>
        </p:nvSpPr>
        <p:spPr bwMode="auto">
          <a:xfrm>
            <a:off x="1808163" y="647700"/>
            <a:ext cx="457200"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600" b="1">
                <a:solidFill>
                  <a:schemeClr val="accent2"/>
                </a:solidFill>
                <a:latin typeface="Times New Roman" panose="02020603050405020304" pitchFamily="18" charset="0"/>
                <a:cs typeface="Arial" panose="020B0604020202020204" pitchFamily="34" charset="0"/>
              </a:defRPr>
            </a:lvl1pPr>
            <a:lvl2pPr marL="742950" indent="-285750">
              <a:defRPr sz="3600" b="1">
                <a:solidFill>
                  <a:schemeClr val="accent2"/>
                </a:solidFill>
                <a:latin typeface="Times New Roman" panose="02020603050405020304" pitchFamily="18" charset="0"/>
                <a:cs typeface="Arial" panose="020B0604020202020204" pitchFamily="34" charset="0"/>
              </a:defRPr>
            </a:lvl2pPr>
            <a:lvl3pPr marL="1143000" indent="-228600">
              <a:defRPr sz="3600" b="1">
                <a:solidFill>
                  <a:schemeClr val="accent2"/>
                </a:solidFill>
                <a:latin typeface="Times New Roman" panose="02020603050405020304" pitchFamily="18" charset="0"/>
                <a:cs typeface="Arial" panose="020B0604020202020204" pitchFamily="34" charset="0"/>
              </a:defRPr>
            </a:lvl3pPr>
            <a:lvl4pPr marL="1600200" indent="-228600">
              <a:defRPr sz="3600" b="1">
                <a:solidFill>
                  <a:schemeClr val="accent2"/>
                </a:solidFill>
                <a:latin typeface="Times New Roman" panose="02020603050405020304" pitchFamily="18" charset="0"/>
                <a:cs typeface="Arial" panose="020B0604020202020204" pitchFamily="34" charset="0"/>
              </a:defRPr>
            </a:lvl4pPr>
            <a:lvl5pPr marL="2057400" indent="-228600">
              <a:defRPr sz="3600" b="1">
                <a:solidFill>
                  <a:schemeClr val="accent2"/>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9pPr>
          </a:lstStyle>
          <a:p>
            <a:pPr eaLnBrk="1" hangingPunct="1">
              <a:defRPr/>
            </a:pPr>
            <a:r>
              <a:rPr lang="en-US" altLang="en-US" sz="8000" smtClean="0">
                <a:solidFill>
                  <a:schemeClr val="accent1"/>
                </a:solidFill>
                <a:latin typeface="Arial" panose="020B0604020202020204" pitchFamily="34" charset="0"/>
              </a:rPr>
              <a:t>“</a:t>
            </a:r>
          </a:p>
        </p:txBody>
      </p:sp>
      <p:sp>
        <p:nvSpPr>
          <p:cNvPr id="7" name="TextBox 62"/>
          <p:cNvSpPr txBox="1">
            <a:spLocks noChangeArrowheads="1"/>
          </p:cNvSpPr>
          <p:nvPr/>
        </p:nvSpPr>
        <p:spPr bwMode="auto">
          <a:xfrm>
            <a:off x="8169275" y="2905125"/>
            <a:ext cx="4572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3600" b="1">
                <a:solidFill>
                  <a:schemeClr val="accent2"/>
                </a:solidFill>
                <a:latin typeface="Times New Roman" panose="02020603050405020304" pitchFamily="18" charset="0"/>
                <a:cs typeface="Arial" panose="020B0604020202020204" pitchFamily="34" charset="0"/>
              </a:defRPr>
            </a:lvl1pPr>
            <a:lvl2pPr marL="742950" indent="-285750">
              <a:defRPr sz="3600" b="1">
                <a:solidFill>
                  <a:schemeClr val="accent2"/>
                </a:solidFill>
                <a:latin typeface="Times New Roman" panose="02020603050405020304" pitchFamily="18" charset="0"/>
                <a:cs typeface="Arial" panose="020B0604020202020204" pitchFamily="34" charset="0"/>
              </a:defRPr>
            </a:lvl2pPr>
            <a:lvl3pPr marL="1143000" indent="-228600">
              <a:defRPr sz="3600" b="1">
                <a:solidFill>
                  <a:schemeClr val="accent2"/>
                </a:solidFill>
                <a:latin typeface="Times New Roman" panose="02020603050405020304" pitchFamily="18" charset="0"/>
                <a:cs typeface="Arial" panose="020B0604020202020204" pitchFamily="34" charset="0"/>
              </a:defRPr>
            </a:lvl3pPr>
            <a:lvl4pPr marL="1600200" indent="-228600">
              <a:defRPr sz="3600" b="1">
                <a:solidFill>
                  <a:schemeClr val="accent2"/>
                </a:solidFill>
                <a:latin typeface="Times New Roman" panose="02020603050405020304" pitchFamily="18" charset="0"/>
                <a:cs typeface="Arial" panose="020B0604020202020204" pitchFamily="34" charset="0"/>
              </a:defRPr>
            </a:lvl4pPr>
            <a:lvl5pPr marL="2057400" indent="-228600">
              <a:defRPr sz="3600" b="1">
                <a:solidFill>
                  <a:schemeClr val="accent2"/>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3600" b="1">
                <a:solidFill>
                  <a:schemeClr val="accent2"/>
                </a:solidFill>
                <a:latin typeface="Times New Roman" panose="02020603050405020304" pitchFamily="18" charset="0"/>
                <a:cs typeface="Arial" panose="020B0604020202020204" pitchFamily="34" charset="0"/>
              </a:defRPr>
            </a:lvl9pPr>
          </a:lstStyle>
          <a:p>
            <a:pPr eaLnBrk="1" hangingPunct="1">
              <a:defRPr/>
            </a:pPr>
            <a:r>
              <a:rPr lang="en-US" altLang="en-US" sz="8000" smtClean="0">
                <a:solidFill>
                  <a:schemeClr val="accent1"/>
                </a:solidFill>
                <a:latin typeface="Arial" panose="020B0604020202020204" pitchFamily="34" charset="0"/>
              </a:rPr>
              <a:t>”</a:t>
            </a:r>
          </a:p>
        </p:txBody>
      </p:sp>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2415" y="5181600"/>
            <a:ext cx="6688292" cy="729622"/>
          </a:xfrm>
        </p:spPr>
        <p:txBody>
          <a:bodyPr rtlCol="0">
            <a:normAutofit/>
          </a:bodyPr>
          <a:lstStyle>
            <a:lvl1pPr>
              <a:buNone/>
              <a:defRPr lang="en-US">
                <a:solidFill>
                  <a:schemeClr val="tx1">
                    <a:lumMod val="65000"/>
                    <a:lumOff val="35000"/>
                  </a:schemeClr>
                </a:solidFill>
              </a:defRPr>
            </a:lvl1pPr>
          </a:lstStyle>
          <a:p>
            <a:pPr lvl="0"/>
            <a:r>
              <a:rPr lang="en-US" smtClean="0"/>
              <a:t>Click to edit Master text styles</a:t>
            </a:r>
          </a:p>
        </p:txBody>
      </p:sp>
      <p:sp>
        <p:nvSpPr>
          <p:cNvPr id="8" name="Date Placeholder 4"/>
          <p:cNvSpPr>
            <a:spLocks noGrp="1"/>
          </p:cNvSpPr>
          <p:nvPr>
            <p:ph type="dt" sz="half" idx="14"/>
          </p:nvPr>
        </p:nvSpPr>
        <p:spPr/>
        <p:txBody>
          <a:bodyPr/>
          <a:lstStyle>
            <a:lvl1pPr>
              <a:defRPr/>
            </a:lvl1pPr>
          </a:lstStyle>
          <a:p>
            <a:fld id="{54C8B82F-629A-49DF-A344-2A16253F93C4}" type="datetimeFigureOut">
              <a:rPr lang="en-US" smtClean="0"/>
              <a:t>9/9/2024</a:t>
            </a:fld>
            <a:endParaRPr lang="en-US"/>
          </a:p>
        </p:txBody>
      </p:sp>
      <p:sp>
        <p:nvSpPr>
          <p:cNvPr id="9" name="Footer Placeholder 5"/>
          <p:cNvSpPr>
            <a:spLocks noGrp="1"/>
          </p:cNvSpPr>
          <p:nvPr>
            <p:ph type="ftr" sz="quarter" idx="15"/>
          </p:nvPr>
        </p:nvSpPr>
        <p:spPr/>
        <p:txBody>
          <a:bodyPr/>
          <a:lstStyle>
            <a:lvl1pPr>
              <a:defRPr/>
            </a:lvl1pPr>
          </a:lstStyle>
          <a:p>
            <a:endParaRPr lang="en-US"/>
          </a:p>
        </p:txBody>
      </p:sp>
      <p:sp>
        <p:nvSpPr>
          <p:cNvPr id="10" name="Slide Number Placeholder 6"/>
          <p:cNvSpPr>
            <a:spLocks noGrp="1"/>
          </p:cNvSpPr>
          <p:nvPr>
            <p:ph type="sldNum" sz="quarter" idx="16"/>
          </p:nvPr>
        </p:nvSpPr>
        <p:spPr>
          <a:xfrm>
            <a:off x="511175" y="4983163"/>
            <a:ext cx="585788" cy="365125"/>
          </a:xfrm>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1196326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5" name="Freeform 11"/>
          <p:cNvSpPr>
            <a:spLocks/>
          </p:cNvSpPr>
          <p:nvPr/>
        </p:nvSpPr>
        <p:spPr bwMode="auto">
          <a:xfrm flipV="1">
            <a:off x="0" y="4910138"/>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1942415" y="5181600"/>
            <a:ext cx="6591985" cy="729622"/>
          </a:xfrm>
        </p:spPr>
        <p:txBody>
          <a:bodyPr rtlCol="0">
            <a:normAutofit/>
          </a:bodyPr>
          <a:lstStyle>
            <a:lvl1pPr>
              <a:buNone/>
              <a:defRPr lang="en-US">
                <a:solidFill>
                  <a:schemeClr val="tx1">
                    <a:lumMod val="65000"/>
                    <a:lumOff val="35000"/>
                  </a:schemeClr>
                </a:solidFill>
              </a:defRPr>
            </a:lvl1pPr>
          </a:lstStyle>
          <a:p>
            <a:pPr lvl="0"/>
            <a:r>
              <a:rPr lang="en-US" smtClean="0"/>
              <a:t>Click to edit Master text styles</a:t>
            </a:r>
          </a:p>
        </p:txBody>
      </p:sp>
      <p:sp>
        <p:nvSpPr>
          <p:cNvPr id="6" name="Date Placeholder 4"/>
          <p:cNvSpPr>
            <a:spLocks noGrp="1"/>
          </p:cNvSpPr>
          <p:nvPr>
            <p:ph type="dt" sz="half" idx="14"/>
          </p:nvPr>
        </p:nvSpPr>
        <p:spPr/>
        <p:txBody>
          <a:bodyPr/>
          <a:lstStyle>
            <a:lvl1pPr>
              <a:defRPr/>
            </a:lvl1pPr>
          </a:lstStyle>
          <a:p>
            <a:fld id="{54C8B82F-629A-49DF-A344-2A16253F93C4}" type="datetimeFigureOut">
              <a:rPr lang="en-US" smtClean="0"/>
              <a:t>9/9/2024</a:t>
            </a:fld>
            <a:endParaRPr lang="en-US"/>
          </a:p>
        </p:txBody>
      </p:sp>
      <p:sp>
        <p:nvSpPr>
          <p:cNvPr id="7" name="Footer Placeholder 5"/>
          <p:cNvSpPr>
            <a:spLocks noGrp="1"/>
          </p:cNvSpPr>
          <p:nvPr>
            <p:ph type="ftr" sz="quarter" idx="15"/>
          </p:nvPr>
        </p:nvSpPr>
        <p:spPr/>
        <p:txBody>
          <a:bodyPr/>
          <a:lstStyle>
            <a:lvl1pPr>
              <a:defRPr/>
            </a:lvl1pPr>
          </a:lstStyle>
          <a:p>
            <a:endParaRPr lang="en-US"/>
          </a:p>
        </p:txBody>
      </p:sp>
      <p:sp>
        <p:nvSpPr>
          <p:cNvPr id="8" name="Slide Number Placeholder 6"/>
          <p:cNvSpPr>
            <a:spLocks noGrp="1"/>
          </p:cNvSpPr>
          <p:nvPr>
            <p:ph type="sldNum" sz="quarter" idx="16"/>
          </p:nvPr>
        </p:nvSpPr>
        <p:spPr>
          <a:xfrm>
            <a:off x="511175" y="4983163"/>
            <a:ext cx="585788" cy="365125"/>
          </a:xfrm>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1325139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1480708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Freeform 11"/>
          <p:cNvSpPr>
            <a:spLocks/>
          </p:cNvSpPr>
          <p:nvPr/>
        </p:nvSpPr>
        <p:spPr bwMode="auto">
          <a:xfrm flipV="1">
            <a:off x="0" y="711200"/>
            <a:ext cx="1358900" cy="508000"/>
          </a:xfrm>
          <a:custGeom>
            <a:avLst/>
            <a:gdLst>
              <a:gd name="T0" fmla="*/ 2147483646 w 7908"/>
              <a:gd name="T1" fmla="*/ 615366511 h 10000"/>
              <a:gd name="T2" fmla="*/ 2147483646 w 7908"/>
              <a:gd name="T3" fmla="*/ 24645112 h 10000"/>
              <a:gd name="T4" fmla="*/ 2147483646 w 7908"/>
              <a:gd name="T5" fmla="*/ 12322556 h 10000"/>
              <a:gd name="T6" fmla="*/ 2147483646 w 7908"/>
              <a:gd name="T7" fmla="*/ 0 h 10000"/>
              <a:gd name="T8" fmla="*/ 2147483646 w 7908"/>
              <a:gd name="T9" fmla="*/ 0 h 10000"/>
              <a:gd name="T10" fmla="*/ 0 w 7908"/>
              <a:gd name="T11" fmla="*/ 8129016 h 10000"/>
              <a:gd name="T12" fmla="*/ 0 w 7908"/>
              <a:gd name="T13" fmla="*/ 1310965120 h 10000"/>
              <a:gd name="T14" fmla="*/ 2147483646 w 7908"/>
              <a:gd name="T15" fmla="*/ 1304673540 h 10000"/>
              <a:gd name="T16" fmla="*/ 2147483646 w 7908"/>
              <a:gd name="T17" fmla="*/ 1304673540 h 10000"/>
              <a:gd name="T18" fmla="*/ 2147483646 w 7908"/>
              <a:gd name="T19" fmla="*/ 1292480016 h 10000"/>
              <a:gd name="T20" fmla="*/ 2147483646 w 7908"/>
              <a:gd name="T21" fmla="*/ 1280025837 h 10000"/>
              <a:gd name="T22" fmla="*/ 2147483646 w 7908"/>
              <a:gd name="T23" fmla="*/ 689304438 h 10000"/>
              <a:gd name="T24" fmla="*/ 2147483646 w 7908"/>
              <a:gd name="T25" fmla="*/ 615366511 h 1000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 name="Vertical Title 1"/>
          <p:cNvSpPr>
            <a:spLocks noGrp="1"/>
          </p:cNvSpPr>
          <p:nvPr>
            <p:ph type="title" orient="vert"/>
          </p:nvPr>
        </p:nvSpPr>
        <p:spPr>
          <a:xfrm>
            <a:off x="6878535" y="627406"/>
            <a:ext cx="1656132"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fld id="{54C8B82F-629A-49DF-A344-2A16253F93C4}" type="datetimeFigureOut">
              <a:rPr lang="en-US" smtClean="0"/>
              <a:t>9/9/2024</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3B160D-2D43-4D13-B686-21F74E85C14D}" type="slidenum">
              <a:rPr lang="en-US" smtClean="0"/>
              <a:t>‹#›</a:t>
            </a:fld>
            <a:endParaRPr lang="en-US"/>
          </a:p>
        </p:txBody>
      </p:sp>
    </p:spTree>
    <p:extLst>
      <p:ext uri="{BB962C8B-B14F-4D97-AF65-F5344CB8AC3E}">
        <p14:creationId xmlns:p14="http://schemas.microsoft.com/office/powerpoint/2010/main" val="1966641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67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grpSp>
        <p:nvGrpSpPr>
          <p:cNvPr id="1026" name="Group 35"/>
          <p:cNvGrpSpPr>
            <a:grpSpLocks/>
          </p:cNvGrpSpPr>
          <p:nvPr/>
        </p:nvGrpSpPr>
        <p:grpSpPr bwMode="auto">
          <a:xfrm>
            <a:off x="0" y="228600"/>
            <a:ext cx="1981200" cy="6638925"/>
            <a:chOff x="2487613" y="285750"/>
            <a:chExt cx="2428875" cy="5654676"/>
          </a:xfrm>
        </p:grpSpPr>
        <p:sp>
          <p:nvSpPr>
            <p:cNvPr id="1046" name="Freeform 11"/>
            <p:cNvSpPr>
              <a:spLocks/>
            </p:cNvSpPr>
            <p:nvPr/>
          </p:nvSpPr>
          <p:spPr bwMode="auto">
            <a:xfrm>
              <a:off x="2487613" y="2284413"/>
              <a:ext cx="85725" cy="533400"/>
            </a:xfrm>
            <a:custGeom>
              <a:avLst/>
              <a:gdLst>
                <a:gd name="T0" fmla="*/ 2147483646 w 22"/>
                <a:gd name="T1" fmla="*/ 2147483646 h 136"/>
                <a:gd name="T2" fmla="*/ 2147483646 w 22"/>
                <a:gd name="T3" fmla="*/ 2147483646 h 136"/>
                <a:gd name="T4" fmla="*/ 0 w 22"/>
                <a:gd name="T5" fmla="*/ 0 h 136"/>
                <a:gd name="T6" fmla="*/ 0 w 22"/>
                <a:gd name="T7" fmla="*/ 2147483646 h 136"/>
                <a:gd name="T8" fmla="*/ 2147483646 w 22"/>
                <a:gd name="T9" fmla="*/ 2147483646 h 136"/>
                <a:gd name="T10" fmla="*/ 2147483646 w 22"/>
                <a:gd name="T11" fmla="*/ 2147483646 h 1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7" name="Freeform 12"/>
            <p:cNvSpPr>
              <a:spLocks/>
            </p:cNvSpPr>
            <p:nvPr/>
          </p:nvSpPr>
          <p:spPr bwMode="auto">
            <a:xfrm>
              <a:off x="2597151" y="2779713"/>
              <a:ext cx="550863" cy="1978025"/>
            </a:xfrm>
            <a:custGeom>
              <a:avLst/>
              <a:gdLst>
                <a:gd name="T0" fmla="*/ 2147483646 w 140"/>
                <a:gd name="T1" fmla="*/ 2147483646 h 504"/>
                <a:gd name="T2" fmla="*/ 2147483646 w 140"/>
                <a:gd name="T3" fmla="*/ 2147483646 h 504"/>
                <a:gd name="T4" fmla="*/ 2147483646 w 140"/>
                <a:gd name="T5" fmla="*/ 2147483646 h 504"/>
                <a:gd name="T6" fmla="*/ 2147483646 w 140"/>
                <a:gd name="T7" fmla="*/ 2147483646 h 504"/>
                <a:gd name="T8" fmla="*/ 0 w 140"/>
                <a:gd name="T9" fmla="*/ 0 h 504"/>
                <a:gd name="T10" fmla="*/ 2147483646 w 140"/>
                <a:gd name="T11" fmla="*/ 2147483646 h 504"/>
                <a:gd name="T12" fmla="*/ 2147483646 w 140"/>
                <a:gd name="T13" fmla="*/ 2147483646 h 50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8" name="Freeform 13"/>
            <p:cNvSpPr>
              <a:spLocks/>
            </p:cNvSpPr>
            <p:nvPr/>
          </p:nvSpPr>
          <p:spPr bwMode="auto">
            <a:xfrm>
              <a:off x="3175001" y="4730750"/>
              <a:ext cx="519113" cy="1209675"/>
            </a:xfrm>
            <a:custGeom>
              <a:avLst/>
              <a:gdLst>
                <a:gd name="T0" fmla="*/ 2147483646 w 132"/>
                <a:gd name="T1" fmla="*/ 2147483646 h 308"/>
                <a:gd name="T2" fmla="*/ 0 w 132"/>
                <a:gd name="T3" fmla="*/ 0 h 308"/>
                <a:gd name="T4" fmla="*/ 0 w 132"/>
                <a:gd name="T5" fmla="*/ 2147483646 h 308"/>
                <a:gd name="T6" fmla="*/ 2147483646 w 132"/>
                <a:gd name="T7" fmla="*/ 2147483646 h 308"/>
                <a:gd name="T8" fmla="*/ 2147483646 w 132"/>
                <a:gd name="T9" fmla="*/ 2147483646 h 308"/>
                <a:gd name="T10" fmla="*/ 2147483646 w 132"/>
                <a:gd name="T11" fmla="*/ 2147483646 h 308"/>
                <a:gd name="T12" fmla="*/ 2147483646 w 132"/>
                <a:gd name="T13" fmla="*/ 2147483646 h 308"/>
                <a:gd name="T14" fmla="*/ 2147483646 w 132"/>
                <a:gd name="T15" fmla="*/ 2147483646 h 308"/>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9" name="Freeform 14"/>
            <p:cNvSpPr>
              <a:spLocks/>
            </p:cNvSpPr>
            <p:nvPr/>
          </p:nvSpPr>
          <p:spPr bwMode="auto">
            <a:xfrm>
              <a:off x="3305176" y="5630863"/>
              <a:ext cx="146050" cy="309563"/>
            </a:xfrm>
            <a:custGeom>
              <a:avLst/>
              <a:gdLst>
                <a:gd name="T0" fmla="*/ 2147483646 w 37"/>
                <a:gd name="T1" fmla="*/ 2147483646 h 79"/>
                <a:gd name="T2" fmla="*/ 2147483646 w 37"/>
                <a:gd name="T3" fmla="*/ 2147483646 h 79"/>
                <a:gd name="T4" fmla="*/ 0 w 37"/>
                <a:gd name="T5" fmla="*/ 0 h 79"/>
                <a:gd name="T6" fmla="*/ 2147483646 w 37"/>
                <a:gd name="T7" fmla="*/ 2147483646 h 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0" name="Freeform 15"/>
            <p:cNvSpPr>
              <a:spLocks/>
            </p:cNvSpPr>
            <p:nvPr/>
          </p:nvSpPr>
          <p:spPr bwMode="auto">
            <a:xfrm>
              <a:off x="2573338" y="2817813"/>
              <a:ext cx="700088" cy="2835275"/>
            </a:xfrm>
            <a:custGeom>
              <a:avLst/>
              <a:gdLst>
                <a:gd name="T0" fmla="*/ 2147483646 w 178"/>
                <a:gd name="T1" fmla="*/ 2147483646 h 722"/>
                <a:gd name="T2" fmla="*/ 2147483646 w 178"/>
                <a:gd name="T3" fmla="*/ 2147483646 h 722"/>
                <a:gd name="T4" fmla="*/ 2147483646 w 178"/>
                <a:gd name="T5" fmla="*/ 2147483646 h 722"/>
                <a:gd name="T6" fmla="*/ 2147483646 w 178"/>
                <a:gd name="T7" fmla="*/ 2147483646 h 722"/>
                <a:gd name="T8" fmla="*/ 0 w 178"/>
                <a:gd name="T9" fmla="*/ 0 h 722"/>
                <a:gd name="T10" fmla="*/ 2147483646 w 178"/>
                <a:gd name="T11" fmla="*/ 2147483646 h 722"/>
                <a:gd name="T12" fmla="*/ 2147483646 w 178"/>
                <a:gd name="T13" fmla="*/ 2147483646 h 722"/>
                <a:gd name="T14" fmla="*/ 2147483646 w 178"/>
                <a:gd name="T15" fmla="*/ 2147483646 h 722"/>
                <a:gd name="T16" fmla="*/ 2147483646 w 178"/>
                <a:gd name="T17" fmla="*/ 2147483646 h 722"/>
                <a:gd name="T18" fmla="*/ 2147483646 w 178"/>
                <a:gd name="T19" fmla="*/ 2147483646 h 722"/>
                <a:gd name="T20" fmla="*/ 2147483646 w 178"/>
                <a:gd name="T21" fmla="*/ 2147483646 h 7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1" name="Freeform 16"/>
            <p:cNvSpPr>
              <a:spLocks/>
            </p:cNvSpPr>
            <p:nvPr/>
          </p:nvSpPr>
          <p:spPr bwMode="auto">
            <a:xfrm>
              <a:off x="2506663" y="285750"/>
              <a:ext cx="90488" cy="2493963"/>
            </a:xfrm>
            <a:custGeom>
              <a:avLst/>
              <a:gdLst>
                <a:gd name="T0" fmla="*/ 2147483646 w 23"/>
                <a:gd name="T1" fmla="*/ 2147483646 h 635"/>
                <a:gd name="T2" fmla="*/ 2147483646 w 23"/>
                <a:gd name="T3" fmla="*/ 2147483646 h 635"/>
                <a:gd name="T4" fmla="*/ 2147483646 w 23"/>
                <a:gd name="T5" fmla="*/ 2147483646 h 635"/>
                <a:gd name="T6" fmla="*/ 2147483646 w 23"/>
                <a:gd name="T7" fmla="*/ 2147483646 h 635"/>
                <a:gd name="T8" fmla="*/ 2147483646 w 23"/>
                <a:gd name="T9" fmla="*/ 2147483646 h 635"/>
                <a:gd name="T10" fmla="*/ 2147483646 w 23"/>
                <a:gd name="T11" fmla="*/ 2147483646 h 635"/>
                <a:gd name="T12" fmla="*/ 2147483646 w 23"/>
                <a:gd name="T13" fmla="*/ 0 h 635"/>
                <a:gd name="T14" fmla="*/ 2147483646 w 23"/>
                <a:gd name="T15" fmla="*/ 0 h 635"/>
                <a:gd name="T16" fmla="*/ 2147483646 w 23"/>
                <a:gd name="T17" fmla="*/ 2147483646 h 635"/>
                <a:gd name="T18" fmla="*/ 2147483646 w 23"/>
                <a:gd name="T19" fmla="*/ 2147483646 h 6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2" name="Freeform 17"/>
            <p:cNvSpPr>
              <a:spLocks/>
            </p:cNvSpPr>
            <p:nvPr/>
          </p:nvSpPr>
          <p:spPr bwMode="auto">
            <a:xfrm>
              <a:off x="2554288" y="2598738"/>
              <a:ext cx="66675" cy="420688"/>
            </a:xfrm>
            <a:custGeom>
              <a:avLst/>
              <a:gdLst>
                <a:gd name="T0" fmla="*/ 0 w 17"/>
                <a:gd name="T1" fmla="*/ 0 h 107"/>
                <a:gd name="T2" fmla="*/ 2147483646 w 17"/>
                <a:gd name="T3" fmla="*/ 2147483646 h 107"/>
                <a:gd name="T4" fmla="*/ 2147483646 w 17"/>
                <a:gd name="T5" fmla="*/ 2147483646 h 107"/>
                <a:gd name="T6" fmla="*/ 2147483646 w 17"/>
                <a:gd name="T7" fmla="*/ 2147483646 h 107"/>
                <a:gd name="T8" fmla="*/ 2147483646 w 17"/>
                <a:gd name="T9" fmla="*/ 2147483646 h 107"/>
                <a:gd name="T10" fmla="*/ 0 w 17"/>
                <a:gd name="T11" fmla="*/ 0 h 10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3" name="Freeform 18"/>
            <p:cNvSpPr>
              <a:spLocks/>
            </p:cNvSpPr>
            <p:nvPr/>
          </p:nvSpPr>
          <p:spPr bwMode="auto">
            <a:xfrm>
              <a:off x="3143251" y="4757738"/>
              <a:ext cx="161925" cy="873125"/>
            </a:xfrm>
            <a:custGeom>
              <a:avLst/>
              <a:gdLst>
                <a:gd name="T0" fmla="*/ 0 w 41"/>
                <a:gd name="T1" fmla="*/ 0 h 222"/>
                <a:gd name="T2" fmla="*/ 2147483646 w 41"/>
                <a:gd name="T3" fmla="*/ 2147483646 h 222"/>
                <a:gd name="T4" fmla="*/ 2147483646 w 41"/>
                <a:gd name="T5" fmla="*/ 2147483646 h 222"/>
                <a:gd name="T6" fmla="*/ 2147483646 w 41"/>
                <a:gd name="T7" fmla="*/ 2147483646 h 222"/>
                <a:gd name="T8" fmla="*/ 2147483646 w 41"/>
                <a:gd name="T9" fmla="*/ 2147483646 h 222"/>
                <a:gd name="T10" fmla="*/ 2147483646 w 41"/>
                <a:gd name="T11" fmla="*/ 2147483646 h 222"/>
                <a:gd name="T12" fmla="*/ 2147483646 w 41"/>
                <a:gd name="T13" fmla="*/ 2147483646 h 222"/>
                <a:gd name="T14" fmla="*/ 2147483646 w 41"/>
                <a:gd name="T15" fmla="*/ 2147483646 h 222"/>
                <a:gd name="T16" fmla="*/ 2147483646 w 41"/>
                <a:gd name="T17" fmla="*/ 2147483646 h 222"/>
                <a:gd name="T18" fmla="*/ 0 w 41"/>
                <a:gd name="T19" fmla="*/ 0 h 22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4" name="Freeform 19"/>
            <p:cNvSpPr>
              <a:spLocks/>
            </p:cNvSpPr>
            <p:nvPr/>
          </p:nvSpPr>
          <p:spPr bwMode="auto">
            <a:xfrm>
              <a:off x="3148013" y="1282700"/>
              <a:ext cx="1768475" cy="3448050"/>
            </a:xfrm>
            <a:custGeom>
              <a:avLst/>
              <a:gdLst>
                <a:gd name="T0" fmla="*/ 2147483646 w 450"/>
                <a:gd name="T1" fmla="*/ 2147483646 h 878"/>
                <a:gd name="T2" fmla="*/ 2147483646 w 450"/>
                <a:gd name="T3" fmla="*/ 2147483646 h 878"/>
                <a:gd name="T4" fmla="*/ 2147483646 w 450"/>
                <a:gd name="T5" fmla="*/ 2147483646 h 878"/>
                <a:gd name="T6" fmla="*/ 2147483646 w 450"/>
                <a:gd name="T7" fmla="*/ 2147483646 h 878"/>
                <a:gd name="T8" fmla="*/ 2147483646 w 450"/>
                <a:gd name="T9" fmla="*/ 2147483646 h 878"/>
                <a:gd name="T10" fmla="*/ 2147483646 w 450"/>
                <a:gd name="T11" fmla="*/ 2147483646 h 878"/>
                <a:gd name="T12" fmla="*/ 2147483646 w 450"/>
                <a:gd name="T13" fmla="*/ 2147483646 h 878"/>
                <a:gd name="T14" fmla="*/ 2147483646 w 450"/>
                <a:gd name="T15" fmla="*/ 0 h 878"/>
                <a:gd name="T16" fmla="*/ 2147483646 w 450"/>
                <a:gd name="T17" fmla="*/ 2147483646 h 878"/>
                <a:gd name="T18" fmla="*/ 2147483646 w 450"/>
                <a:gd name="T19" fmla="*/ 2147483646 h 878"/>
                <a:gd name="T20" fmla="*/ 2147483646 w 450"/>
                <a:gd name="T21" fmla="*/ 2147483646 h 878"/>
                <a:gd name="T22" fmla="*/ 2147483646 w 450"/>
                <a:gd name="T23" fmla="*/ 2147483646 h 878"/>
                <a:gd name="T24" fmla="*/ 2147483646 w 450"/>
                <a:gd name="T25" fmla="*/ 2147483646 h 878"/>
                <a:gd name="T26" fmla="*/ 0 w 450"/>
                <a:gd name="T27" fmla="*/ 2147483646 h 878"/>
                <a:gd name="T28" fmla="*/ 0 w 450"/>
                <a:gd name="T29" fmla="*/ 2147483646 h 878"/>
                <a:gd name="T30" fmla="*/ 2147483646 w 450"/>
                <a:gd name="T31" fmla="*/ 2147483646 h 878"/>
                <a:gd name="T32" fmla="*/ 2147483646 w 450"/>
                <a:gd name="T33" fmla="*/ 2147483646 h 87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5" name="Freeform 20"/>
            <p:cNvSpPr>
              <a:spLocks/>
            </p:cNvSpPr>
            <p:nvPr/>
          </p:nvSpPr>
          <p:spPr bwMode="auto">
            <a:xfrm>
              <a:off x="3273426" y="5653088"/>
              <a:ext cx="138113" cy="287338"/>
            </a:xfrm>
            <a:custGeom>
              <a:avLst/>
              <a:gdLst>
                <a:gd name="T0" fmla="*/ 0 w 35"/>
                <a:gd name="T1" fmla="*/ 0 h 73"/>
                <a:gd name="T2" fmla="*/ 2147483646 w 35"/>
                <a:gd name="T3" fmla="*/ 2147483646 h 73"/>
                <a:gd name="T4" fmla="*/ 2147483646 w 35"/>
                <a:gd name="T5" fmla="*/ 2147483646 h 73"/>
                <a:gd name="T6" fmla="*/ 0 w 35"/>
                <a:gd name="T7" fmla="*/ 0 h 7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6" name="Freeform 21"/>
            <p:cNvSpPr>
              <a:spLocks/>
            </p:cNvSpPr>
            <p:nvPr/>
          </p:nvSpPr>
          <p:spPr bwMode="auto">
            <a:xfrm>
              <a:off x="3143251" y="4656138"/>
              <a:ext cx="31750" cy="188913"/>
            </a:xfrm>
            <a:custGeom>
              <a:avLst/>
              <a:gdLst>
                <a:gd name="T0" fmla="*/ 2147483646 w 8"/>
                <a:gd name="T1" fmla="*/ 2147483646 h 48"/>
                <a:gd name="T2" fmla="*/ 2147483646 w 8"/>
                <a:gd name="T3" fmla="*/ 2147483646 h 48"/>
                <a:gd name="T4" fmla="*/ 2147483646 w 8"/>
                <a:gd name="T5" fmla="*/ 2147483646 h 48"/>
                <a:gd name="T6" fmla="*/ 2147483646 w 8"/>
                <a:gd name="T7" fmla="*/ 0 h 48"/>
                <a:gd name="T8" fmla="*/ 0 w 8"/>
                <a:gd name="T9" fmla="*/ 2147483646 h 48"/>
                <a:gd name="T10" fmla="*/ 2147483646 w 8"/>
                <a:gd name="T11" fmla="*/ 2147483646 h 4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57" name="Freeform 22"/>
            <p:cNvSpPr>
              <a:spLocks/>
            </p:cNvSpPr>
            <p:nvPr/>
          </p:nvSpPr>
          <p:spPr bwMode="auto">
            <a:xfrm>
              <a:off x="3211513" y="5410200"/>
              <a:ext cx="203200" cy="530225"/>
            </a:xfrm>
            <a:custGeom>
              <a:avLst/>
              <a:gdLst>
                <a:gd name="T0" fmla="*/ 2147483646 w 52"/>
                <a:gd name="T1" fmla="*/ 2147483646 h 135"/>
                <a:gd name="T2" fmla="*/ 0 w 52"/>
                <a:gd name="T3" fmla="*/ 0 h 135"/>
                <a:gd name="T4" fmla="*/ 2147483646 w 52"/>
                <a:gd name="T5" fmla="*/ 2147483646 h 135"/>
                <a:gd name="T6" fmla="*/ 2147483646 w 52"/>
                <a:gd name="T7" fmla="*/ 2147483646 h 135"/>
                <a:gd name="T8" fmla="*/ 2147483646 w 52"/>
                <a:gd name="T9" fmla="*/ 2147483646 h 135"/>
                <a:gd name="T10" fmla="*/ 2147483646 w 52"/>
                <a:gd name="T11" fmla="*/ 2147483646 h 135"/>
                <a:gd name="T12" fmla="*/ 2147483646 w 52"/>
                <a:gd name="T13" fmla="*/ 2147483646 h 135"/>
                <a:gd name="T14" fmla="*/ 2147483646 w 52"/>
                <a:gd name="T15" fmla="*/ 2147483646 h 13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027" name="Group 48"/>
          <p:cNvGrpSpPr>
            <a:grpSpLocks/>
          </p:cNvGrpSpPr>
          <p:nvPr/>
        </p:nvGrpSpPr>
        <p:grpSpPr bwMode="auto">
          <a:xfrm>
            <a:off x="20638" y="0"/>
            <a:ext cx="1952625" cy="6853238"/>
            <a:chOff x="6627813" y="195717"/>
            <a:chExt cx="1952625" cy="5678034"/>
          </a:xfrm>
        </p:grpSpPr>
        <p:sp>
          <p:nvSpPr>
            <p:cNvPr id="1034" name="Freeform 27"/>
            <p:cNvSpPr>
              <a:spLocks/>
            </p:cNvSpPr>
            <p:nvPr/>
          </p:nvSpPr>
          <p:spPr bwMode="auto">
            <a:xfrm>
              <a:off x="6627813" y="195717"/>
              <a:ext cx="409575" cy="3646488"/>
            </a:xfrm>
            <a:custGeom>
              <a:avLst/>
              <a:gdLst>
                <a:gd name="T0" fmla="*/ 2147483646 w 103"/>
                <a:gd name="T1" fmla="*/ 2147483646 h 920"/>
                <a:gd name="T2" fmla="*/ 2147483646 w 103"/>
                <a:gd name="T3" fmla="*/ 2147483646 h 920"/>
                <a:gd name="T4" fmla="*/ 2147483646 w 103"/>
                <a:gd name="T5" fmla="*/ 2147483646 h 920"/>
                <a:gd name="T6" fmla="*/ 2147483646 w 103"/>
                <a:gd name="T7" fmla="*/ 2147483646 h 920"/>
                <a:gd name="T8" fmla="*/ 2147483646 w 103"/>
                <a:gd name="T9" fmla="*/ 2147483646 h 920"/>
                <a:gd name="T10" fmla="*/ 2147483646 w 103"/>
                <a:gd name="T11" fmla="*/ 2147483646 h 920"/>
                <a:gd name="T12" fmla="*/ 2147483646 w 103"/>
                <a:gd name="T13" fmla="*/ 2147483646 h 920"/>
                <a:gd name="T14" fmla="*/ 2147483646 w 103"/>
                <a:gd name="T15" fmla="*/ 2147483646 h 920"/>
                <a:gd name="T16" fmla="*/ 2147483646 w 103"/>
                <a:gd name="T17" fmla="*/ 2147483646 h 920"/>
                <a:gd name="T18" fmla="*/ 2147483646 w 103"/>
                <a:gd name="T19" fmla="*/ 2147483646 h 920"/>
                <a:gd name="T20" fmla="*/ 2147483646 w 103"/>
                <a:gd name="T21" fmla="*/ 2147483646 h 920"/>
                <a:gd name="T22" fmla="*/ 2147483646 w 103"/>
                <a:gd name="T23" fmla="*/ 0 h 920"/>
                <a:gd name="T24" fmla="*/ 0 w 103"/>
                <a:gd name="T25" fmla="*/ 0 h 920"/>
                <a:gd name="T26" fmla="*/ 2147483646 w 103"/>
                <a:gd name="T27" fmla="*/ 2147483646 h 920"/>
                <a:gd name="T28" fmla="*/ 2147483646 w 103"/>
                <a:gd name="T29" fmla="*/ 2147483646 h 92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5" name="Freeform 28"/>
            <p:cNvSpPr>
              <a:spLocks/>
            </p:cNvSpPr>
            <p:nvPr/>
          </p:nvSpPr>
          <p:spPr bwMode="auto">
            <a:xfrm>
              <a:off x="7061201" y="3771900"/>
              <a:ext cx="350838" cy="1309688"/>
            </a:xfrm>
            <a:custGeom>
              <a:avLst/>
              <a:gdLst>
                <a:gd name="T0" fmla="*/ 2147483646 w 88"/>
                <a:gd name="T1" fmla="*/ 2147483646 h 330"/>
                <a:gd name="T2" fmla="*/ 2147483646 w 88"/>
                <a:gd name="T3" fmla="*/ 2147483646 h 330"/>
                <a:gd name="T4" fmla="*/ 2147483646 w 88"/>
                <a:gd name="T5" fmla="*/ 2147483646 h 330"/>
                <a:gd name="T6" fmla="*/ 2147483646 w 88"/>
                <a:gd name="T7" fmla="*/ 2147483646 h 330"/>
                <a:gd name="T8" fmla="*/ 2147483646 w 88"/>
                <a:gd name="T9" fmla="*/ 2147483646 h 330"/>
                <a:gd name="T10" fmla="*/ 0 w 88"/>
                <a:gd name="T11" fmla="*/ 0 h 330"/>
                <a:gd name="T12" fmla="*/ 2147483646 w 88"/>
                <a:gd name="T13" fmla="*/ 2147483646 h 330"/>
                <a:gd name="T14" fmla="*/ 2147483646 w 88"/>
                <a:gd name="T15" fmla="*/ 2147483646 h 3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6" name="Freeform 29"/>
            <p:cNvSpPr>
              <a:spLocks/>
            </p:cNvSpPr>
            <p:nvPr/>
          </p:nvSpPr>
          <p:spPr bwMode="auto">
            <a:xfrm>
              <a:off x="7439026" y="5053013"/>
              <a:ext cx="357188" cy="820738"/>
            </a:xfrm>
            <a:custGeom>
              <a:avLst/>
              <a:gdLst>
                <a:gd name="T0" fmla="*/ 2147483646 w 90"/>
                <a:gd name="T1" fmla="*/ 2147483646 h 207"/>
                <a:gd name="T2" fmla="*/ 0 w 90"/>
                <a:gd name="T3" fmla="*/ 0 h 207"/>
                <a:gd name="T4" fmla="*/ 2147483646 w 90"/>
                <a:gd name="T5" fmla="*/ 2147483646 h 207"/>
                <a:gd name="T6" fmla="*/ 2147483646 w 90"/>
                <a:gd name="T7" fmla="*/ 2147483646 h 207"/>
                <a:gd name="T8" fmla="*/ 2147483646 w 90"/>
                <a:gd name="T9" fmla="*/ 2147483646 h 207"/>
                <a:gd name="T10" fmla="*/ 2147483646 w 90"/>
                <a:gd name="T11" fmla="*/ 2147483646 h 207"/>
                <a:gd name="T12" fmla="*/ 2147483646 w 90"/>
                <a:gd name="T13" fmla="*/ 2147483646 h 207"/>
                <a:gd name="T14" fmla="*/ 2147483646 w 90"/>
                <a:gd name="T15" fmla="*/ 2147483646 h 207"/>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7" name="Freeform 30"/>
            <p:cNvSpPr>
              <a:spLocks/>
            </p:cNvSpPr>
            <p:nvPr/>
          </p:nvSpPr>
          <p:spPr bwMode="auto">
            <a:xfrm>
              <a:off x="7037388" y="3811588"/>
              <a:ext cx="457200" cy="1852613"/>
            </a:xfrm>
            <a:custGeom>
              <a:avLst/>
              <a:gdLst>
                <a:gd name="T0" fmla="*/ 2147483646 w 115"/>
                <a:gd name="T1" fmla="*/ 2147483646 h 467"/>
                <a:gd name="T2" fmla="*/ 2147483646 w 115"/>
                <a:gd name="T3" fmla="*/ 2147483646 h 467"/>
                <a:gd name="T4" fmla="*/ 2147483646 w 115"/>
                <a:gd name="T5" fmla="*/ 2147483646 h 467"/>
                <a:gd name="T6" fmla="*/ 2147483646 w 115"/>
                <a:gd name="T7" fmla="*/ 2147483646 h 467"/>
                <a:gd name="T8" fmla="*/ 0 w 115"/>
                <a:gd name="T9" fmla="*/ 0 h 467"/>
                <a:gd name="T10" fmla="*/ 2147483646 w 115"/>
                <a:gd name="T11" fmla="*/ 2147483646 h 467"/>
                <a:gd name="T12" fmla="*/ 2147483646 w 115"/>
                <a:gd name="T13" fmla="*/ 2147483646 h 467"/>
                <a:gd name="T14" fmla="*/ 2147483646 w 115"/>
                <a:gd name="T15" fmla="*/ 2147483646 h 467"/>
                <a:gd name="T16" fmla="*/ 2147483646 w 115"/>
                <a:gd name="T17" fmla="*/ 2147483646 h 467"/>
                <a:gd name="T18" fmla="*/ 2147483646 w 115"/>
                <a:gd name="T19" fmla="*/ 2147483646 h 467"/>
                <a:gd name="T20" fmla="*/ 2147483646 w 115"/>
                <a:gd name="T21" fmla="*/ 2147483646 h 46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8" name="Freeform 31"/>
            <p:cNvSpPr>
              <a:spLocks/>
            </p:cNvSpPr>
            <p:nvPr/>
          </p:nvSpPr>
          <p:spPr bwMode="auto">
            <a:xfrm>
              <a:off x="6992938" y="1263650"/>
              <a:ext cx="144463" cy="2508250"/>
            </a:xfrm>
            <a:custGeom>
              <a:avLst/>
              <a:gdLst>
                <a:gd name="T0" fmla="*/ 2147483646 w 36"/>
                <a:gd name="T1" fmla="*/ 2147483646 h 633"/>
                <a:gd name="T2" fmla="*/ 2147483646 w 36"/>
                <a:gd name="T3" fmla="*/ 2147483646 h 633"/>
                <a:gd name="T4" fmla="*/ 2147483646 w 36"/>
                <a:gd name="T5" fmla="*/ 2147483646 h 633"/>
                <a:gd name="T6" fmla="*/ 2147483646 w 36"/>
                <a:gd name="T7" fmla="*/ 2147483646 h 633"/>
                <a:gd name="T8" fmla="*/ 2147483646 w 36"/>
                <a:gd name="T9" fmla="*/ 2147483646 h 633"/>
                <a:gd name="T10" fmla="*/ 2147483646 w 36"/>
                <a:gd name="T11" fmla="*/ 0 h 633"/>
                <a:gd name="T12" fmla="*/ 2147483646 w 36"/>
                <a:gd name="T13" fmla="*/ 0 h 633"/>
                <a:gd name="T14" fmla="*/ 2147483646 w 36"/>
                <a:gd name="T15" fmla="*/ 2147483646 h 633"/>
                <a:gd name="T16" fmla="*/ 2147483646 w 36"/>
                <a:gd name="T17" fmla="*/ 2147483646 h 633"/>
                <a:gd name="T18" fmla="*/ 2147483646 w 36"/>
                <a:gd name="T19" fmla="*/ 2147483646 h 633"/>
                <a:gd name="T20" fmla="*/ 2147483646 w 36"/>
                <a:gd name="T21" fmla="*/ 2147483646 h 633"/>
                <a:gd name="T22" fmla="*/ 2147483646 w 36"/>
                <a:gd name="T23" fmla="*/ 2147483646 h 633"/>
                <a:gd name="T24" fmla="*/ 2147483646 w 36"/>
                <a:gd name="T25" fmla="*/ 2147483646 h 63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39" name="Freeform 32"/>
            <p:cNvSpPr>
              <a:spLocks/>
            </p:cNvSpPr>
            <p:nvPr/>
          </p:nvSpPr>
          <p:spPr bwMode="auto">
            <a:xfrm>
              <a:off x="7526338" y="5640388"/>
              <a:ext cx="111125" cy="233363"/>
            </a:xfrm>
            <a:custGeom>
              <a:avLst/>
              <a:gdLst>
                <a:gd name="T0" fmla="*/ 2147483646 w 28"/>
                <a:gd name="T1" fmla="*/ 2147483646 h 59"/>
                <a:gd name="T2" fmla="*/ 2147483646 w 28"/>
                <a:gd name="T3" fmla="*/ 2147483646 h 59"/>
                <a:gd name="T4" fmla="*/ 0 w 28"/>
                <a:gd name="T5" fmla="*/ 0 h 59"/>
                <a:gd name="T6" fmla="*/ 2147483646 w 28"/>
                <a:gd name="T7" fmla="*/ 2147483646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0" name="Freeform 33"/>
            <p:cNvSpPr>
              <a:spLocks/>
            </p:cNvSpPr>
            <p:nvPr/>
          </p:nvSpPr>
          <p:spPr bwMode="auto">
            <a:xfrm>
              <a:off x="7021513" y="3598863"/>
              <a:ext cx="68263" cy="423863"/>
            </a:xfrm>
            <a:custGeom>
              <a:avLst/>
              <a:gdLst>
                <a:gd name="T0" fmla="*/ 2147483646 w 17"/>
                <a:gd name="T1" fmla="*/ 2147483646 h 107"/>
                <a:gd name="T2" fmla="*/ 2147483646 w 17"/>
                <a:gd name="T3" fmla="*/ 2147483646 h 107"/>
                <a:gd name="T4" fmla="*/ 2147483646 w 17"/>
                <a:gd name="T5" fmla="*/ 2147483646 h 107"/>
                <a:gd name="T6" fmla="*/ 2147483646 w 17"/>
                <a:gd name="T7" fmla="*/ 2147483646 h 107"/>
                <a:gd name="T8" fmla="*/ 0 w 17"/>
                <a:gd name="T9" fmla="*/ 0 h 107"/>
                <a:gd name="T10" fmla="*/ 0 w 17"/>
                <a:gd name="T11" fmla="*/ 2147483646 h 107"/>
                <a:gd name="T12" fmla="*/ 2147483646 w 17"/>
                <a:gd name="T13" fmla="*/ 2147483646 h 10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1" name="Freeform 34"/>
            <p:cNvSpPr>
              <a:spLocks/>
            </p:cNvSpPr>
            <p:nvPr/>
          </p:nvSpPr>
          <p:spPr bwMode="auto">
            <a:xfrm>
              <a:off x="7412038" y="2801938"/>
              <a:ext cx="1168400" cy="2251075"/>
            </a:xfrm>
            <a:custGeom>
              <a:avLst/>
              <a:gdLst>
                <a:gd name="T0" fmla="*/ 2147483646 w 294"/>
                <a:gd name="T1" fmla="*/ 2147483646 h 568"/>
                <a:gd name="T2" fmla="*/ 2147483646 w 294"/>
                <a:gd name="T3" fmla="*/ 2147483646 h 568"/>
                <a:gd name="T4" fmla="*/ 2147483646 w 294"/>
                <a:gd name="T5" fmla="*/ 2147483646 h 568"/>
                <a:gd name="T6" fmla="*/ 2147483646 w 294"/>
                <a:gd name="T7" fmla="*/ 2147483646 h 568"/>
                <a:gd name="T8" fmla="*/ 2147483646 w 294"/>
                <a:gd name="T9" fmla="*/ 2147483646 h 568"/>
                <a:gd name="T10" fmla="*/ 2147483646 w 294"/>
                <a:gd name="T11" fmla="*/ 2147483646 h 568"/>
                <a:gd name="T12" fmla="*/ 2147483646 w 294"/>
                <a:gd name="T13" fmla="*/ 0 h 568"/>
                <a:gd name="T14" fmla="*/ 2147483646 w 294"/>
                <a:gd name="T15" fmla="*/ 0 h 568"/>
                <a:gd name="T16" fmla="*/ 2147483646 w 294"/>
                <a:gd name="T17" fmla="*/ 2147483646 h 568"/>
                <a:gd name="T18" fmla="*/ 2147483646 w 294"/>
                <a:gd name="T19" fmla="*/ 2147483646 h 568"/>
                <a:gd name="T20" fmla="*/ 2147483646 w 294"/>
                <a:gd name="T21" fmla="*/ 2147483646 h 568"/>
                <a:gd name="T22" fmla="*/ 2147483646 w 294"/>
                <a:gd name="T23" fmla="*/ 2147483646 h 568"/>
                <a:gd name="T24" fmla="*/ 2147483646 w 294"/>
                <a:gd name="T25" fmla="*/ 2147483646 h 568"/>
                <a:gd name="T26" fmla="*/ 0 w 294"/>
                <a:gd name="T27" fmla="*/ 2147483646 h 568"/>
                <a:gd name="T28" fmla="*/ 2147483646 w 294"/>
                <a:gd name="T29" fmla="*/ 2147483646 h 568"/>
                <a:gd name="T30" fmla="*/ 2147483646 w 294"/>
                <a:gd name="T31" fmla="*/ 2147483646 h 56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2" name="Freeform 35"/>
            <p:cNvSpPr>
              <a:spLocks/>
            </p:cNvSpPr>
            <p:nvPr/>
          </p:nvSpPr>
          <p:spPr bwMode="auto">
            <a:xfrm>
              <a:off x="7494588" y="5664200"/>
              <a:ext cx="100013" cy="209550"/>
            </a:xfrm>
            <a:custGeom>
              <a:avLst/>
              <a:gdLst>
                <a:gd name="T0" fmla="*/ 0 w 25"/>
                <a:gd name="T1" fmla="*/ 0 h 53"/>
                <a:gd name="T2" fmla="*/ 2147483646 w 25"/>
                <a:gd name="T3" fmla="*/ 2147483646 h 53"/>
                <a:gd name="T4" fmla="*/ 2147483646 w 25"/>
                <a:gd name="T5" fmla="*/ 2147483646 h 53"/>
                <a:gd name="T6" fmla="*/ 0 w 25"/>
                <a:gd name="T7" fmla="*/ 0 h 5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3" name="Freeform 36"/>
            <p:cNvSpPr>
              <a:spLocks/>
            </p:cNvSpPr>
            <p:nvPr/>
          </p:nvSpPr>
          <p:spPr bwMode="auto">
            <a:xfrm>
              <a:off x="7412038" y="5081588"/>
              <a:ext cx="114300" cy="558800"/>
            </a:xfrm>
            <a:custGeom>
              <a:avLst/>
              <a:gdLst>
                <a:gd name="T0" fmla="*/ 0 w 29"/>
                <a:gd name="T1" fmla="*/ 0 h 141"/>
                <a:gd name="T2" fmla="*/ 2147483646 w 29"/>
                <a:gd name="T3" fmla="*/ 2147483646 h 141"/>
                <a:gd name="T4" fmla="*/ 2147483646 w 29"/>
                <a:gd name="T5" fmla="*/ 2147483646 h 141"/>
                <a:gd name="T6" fmla="*/ 2147483646 w 29"/>
                <a:gd name="T7" fmla="*/ 2147483646 h 141"/>
                <a:gd name="T8" fmla="*/ 2147483646 w 29"/>
                <a:gd name="T9" fmla="*/ 2147483646 h 141"/>
                <a:gd name="T10" fmla="*/ 2147483646 w 29"/>
                <a:gd name="T11" fmla="*/ 2147483646 h 141"/>
                <a:gd name="T12" fmla="*/ 2147483646 w 29"/>
                <a:gd name="T13" fmla="*/ 2147483646 h 141"/>
                <a:gd name="T14" fmla="*/ 0 w 29"/>
                <a:gd name="T15" fmla="*/ 0 h 14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4" name="Freeform 37"/>
            <p:cNvSpPr>
              <a:spLocks/>
            </p:cNvSpPr>
            <p:nvPr/>
          </p:nvSpPr>
          <p:spPr bwMode="auto">
            <a:xfrm>
              <a:off x="7412038" y="4978400"/>
              <a:ext cx="31750" cy="188913"/>
            </a:xfrm>
            <a:custGeom>
              <a:avLst/>
              <a:gdLst>
                <a:gd name="T0" fmla="*/ 0 w 8"/>
                <a:gd name="T1" fmla="*/ 2147483646 h 48"/>
                <a:gd name="T2" fmla="*/ 2147483646 w 8"/>
                <a:gd name="T3" fmla="*/ 2147483646 h 48"/>
                <a:gd name="T4" fmla="*/ 2147483646 w 8"/>
                <a:gd name="T5" fmla="*/ 2147483646 h 48"/>
                <a:gd name="T6" fmla="*/ 2147483646 w 8"/>
                <a:gd name="T7" fmla="*/ 2147483646 h 48"/>
                <a:gd name="T8" fmla="*/ 0 w 8"/>
                <a:gd name="T9" fmla="*/ 0 h 48"/>
                <a:gd name="T10" fmla="*/ 0 w 8"/>
                <a:gd name="T11" fmla="*/ 2147483646 h 48"/>
                <a:gd name="T12" fmla="*/ 0 w 8"/>
                <a:gd name="T13" fmla="*/ 2147483646 h 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45" name="Freeform 38"/>
            <p:cNvSpPr>
              <a:spLocks/>
            </p:cNvSpPr>
            <p:nvPr/>
          </p:nvSpPr>
          <p:spPr bwMode="auto">
            <a:xfrm>
              <a:off x="7439026" y="5434013"/>
              <a:ext cx="174625" cy="439738"/>
            </a:xfrm>
            <a:custGeom>
              <a:avLst/>
              <a:gdLst>
                <a:gd name="T0" fmla="*/ 2147483646 w 44"/>
                <a:gd name="T1" fmla="*/ 2147483646 h 111"/>
                <a:gd name="T2" fmla="*/ 0 w 44"/>
                <a:gd name="T3" fmla="*/ 0 h 111"/>
                <a:gd name="T4" fmla="*/ 2147483646 w 44"/>
                <a:gd name="T5" fmla="*/ 2147483646 h 111"/>
                <a:gd name="T6" fmla="*/ 2147483646 w 44"/>
                <a:gd name="T7" fmla="*/ 2147483646 h 111"/>
                <a:gd name="T8" fmla="*/ 2147483646 w 44"/>
                <a:gd name="T9" fmla="*/ 2147483646 h 111"/>
                <a:gd name="T10" fmla="*/ 2147483646 w 44"/>
                <a:gd name="T11" fmla="*/ 2147483646 h 111"/>
                <a:gd name="T12" fmla="*/ 2147483646 w 44"/>
                <a:gd name="T13" fmla="*/ 2147483646 h 111"/>
                <a:gd name="T14" fmla="*/ 2147483646 w 44"/>
                <a:gd name="T15" fmla="*/ 2147483646 h 11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62" name="Rectangle 61"/>
          <p:cNvSpPr/>
          <p:nvPr/>
        </p:nvSpPr>
        <p:spPr>
          <a:xfrm>
            <a:off x="0" y="0"/>
            <a:ext cx="182563"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1029" name="Title Placeholder 1"/>
          <p:cNvSpPr>
            <a:spLocks noGrp="1"/>
          </p:cNvSpPr>
          <p:nvPr>
            <p:ph type="title"/>
          </p:nvPr>
        </p:nvSpPr>
        <p:spPr bwMode="auto">
          <a:xfrm>
            <a:off x="1944688" y="623888"/>
            <a:ext cx="6589712" cy="128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endParaRPr lang="en-US" altLang="en-US" smtClean="0"/>
          </a:p>
        </p:txBody>
      </p:sp>
      <p:sp>
        <p:nvSpPr>
          <p:cNvPr id="1030" name="Text Placeholder 2"/>
          <p:cNvSpPr>
            <a:spLocks noGrp="1"/>
          </p:cNvSpPr>
          <p:nvPr>
            <p:ph type="body" idx="1"/>
          </p:nvPr>
        </p:nvSpPr>
        <p:spPr bwMode="auto">
          <a:xfrm>
            <a:off x="1943100" y="2133600"/>
            <a:ext cx="65913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smtClean="0"/>
          </a:p>
        </p:txBody>
      </p:sp>
      <p:sp>
        <p:nvSpPr>
          <p:cNvPr id="4" name="Date Placeholder 3"/>
          <p:cNvSpPr>
            <a:spLocks noGrp="1"/>
          </p:cNvSpPr>
          <p:nvPr>
            <p:ph type="dt" sz="half" idx="2"/>
          </p:nvPr>
        </p:nvSpPr>
        <p:spPr>
          <a:xfrm>
            <a:off x="7772400" y="6135688"/>
            <a:ext cx="766763" cy="369887"/>
          </a:xfrm>
          <a:prstGeom prst="rect">
            <a:avLst/>
          </a:prstGeom>
        </p:spPr>
        <p:txBody>
          <a:bodyPr vert="horz" lIns="91440" tIns="45720" rIns="91440" bIns="45720" rtlCol="0" anchor="ctr"/>
          <a:lstStyle>
            <a:lvl1pPr algn="r" eaLnBrk="1" hangingPunct="1">
              <a:defRPr sz="900">
                <a:solidFill>
                  <a:schemeClr val="tx1">
                    <a:tint val="75000"/>
                  </a:schemeClr>
                </a:solidFill>
                <a:cs typeface="Arial" panose="020B0604020202020204" pitchFamily="34" charset="0"/>
              </a:defRPr>
            </a:lvl1pPr>
          </a:lstStyle>
          <a:p>
            <a:fld id="{54C8B82F-629A-49DF-A344-2A16253F93C4}" type="datetimeFigureOut">
              <a:rPr lang="en-US" smtClean="0"/>
              <a:t>9/9/2024</a:t>
            </a:fld>
            <a:endParaRPr lang="en-US"/>
          </a:p>
        </p:txBody>
      </p:sp>
      <p:sp>
        <p:nvSpPr>
          <p:cNvPr id="5" name="Footer Placeholder 4"/>
          <p:cNvSpPr>
            <a:spLocks noGrp="1"/>
          </p:cNvSpPr>
          <p:nvPr>
            <p:ph type="ftr" sz="quarter" idx="3"/>
          </p:nvPr>
        </p:nvSpPr>
        <p:spPr>
          <a:xfrm>
            <a:off x="1943100" y="6135688"/>
            <a:ext cx="5716588" cy="365125"/>
          </a:xfrm>
          <a:prstGeom prst="rect">
            <a:avLst/>
          </a:prstGeom>
        </p:spPr>
        <p:txBody>
          <a:bodyPr vert="horz" lIns="91440" tIns="45720" rIns="91440" bIns="45720" rtlCol="0" anchor="ctr"/>
          <a:lstStyle>
            <a:lvl1pPr algn="l" eaLnBrk="1" hangingPunct="1">
              <a:defRPr sz="900">
                <a:solidFill>
                  <a:schemeClr val="tx1">
                    <a:tint val="75000"/>
                  </a:schemeClr>
                </a:solidFill>
                <a:cs typeface="Arial" panose="020B0604020202020204" pitchFamily="34" charset="0"/>
              </a:defRPr>
            </a:lvl1pPr>
          </a:lstStyle>
          <a:p>
            <a:endParaRPr lang="en-US"/>
          </a:p>
        </p:txBody>
      </p:sp>
      <p:sp>
        <p:nvSpPr>
          <p:cNvPr id="6" name="Slide Number Placeholder 5"/>
          <p:cNvSpPr>
            <a:spLocks noGrp="1"/>
          </p:cNvSpPr>
          <p:nvPr>
            <p:ph type="sldNum" sz="quarter" idx="4"/>
          </p:nvPr>
        </p:nvSpPr>
        <p:spPr bwMode="gray">
          <a:xfrm>
            <a:off x="511175" y="787400"/>
            <a:ext cx="585788"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000">
                <a:solidFill>
                  <a:srgbClr val="FEFFFF"/>
                </a:solidFill>
              </a:defRPr>
            </a:lvl1pPr>
          </a:lstStyle>
          <a:p>
            <a:fld id="{553B160D-2D43-4D13-B686-21F74E85C14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fontAlgn="base" hangingPunct="1">
        <a:spcBef>
          <a:spcPct val="0"/>
        </a:spcBef>
        <a:spcAft>
          <a:spcPct val="0"/>
        </a:spcAft>
        <a:defRPr sz="3600" kern="1200">
          <a:solidFill>
            <a:srgbClr val="262626"/>
          </a:solidFill>
          <a:latin typeface="+mj-lt"/>
          <a:ea typeface="+mj-ea"/>
          <a:cs typeface="+mj-cs"/>
        </a:defRPr>
      </a:lvl1pPr>
      <a:lvl2pPr algn="l" defTabSz="457200" rtl="0" eaLnBrk="1" fontAlgn="base" hangingPunct="1">
        <a:spcBef>
          <a:spcPct val="0"/>
        </a:spcBef>
        <a:spcAft>
          <a:spcPct val="0"/>
        </a:spcAft>
        <a:defRPr sz="3600">
          <a:solidFill>
            <a:srgbClr val="262626"/>
          </a:solidFill>
          <a:latin typeface="Century Gothic" panose="020B0502020202020204" pitchFamily="34" charset="0"/>
        </a:defRPr>
      </a:lvl2pPr>
      <a:lvl3pPr algn="l" defTabSz="457200" rtl="0" eaLnBrk="1" fontAlgn="base" hangingPunct="1">
        <a:spcBef>
          <a:spcPct val="0"/>
        </a:spcBef>
        <a:spcAft>
          <a:spcPct val="0"/>
        </a:spcAft>
        <a:defRPr sz="3600">
          <a:solidFill>
            <a:srgbClr val="262626"/>
          </a:solidFill>
          <a:latin typeface="Century Gothic" panose="020B0502020202020204" pitchFamily="34" charset="0"/>
        </a:defRPr>
      </a:lvl3pPr>
      <a:lvl4pPr algn="l" defTabSz="457200" rtl="0" eaLnBrk="1" fontAlgn="base" hangingPunct="1">
        <a:spcBef>
          <a:spcPct val="0"/>
        </a:spcBef>
        <a:spcAft>
          <a:spcPct val="0"/>
        </a:spcAft>
        <a:defRPr sz="3600">
          <a:solidFill>
            <a:srgbClr val="262626"/>
          </a:solidFill>
          <a:latin typeface="Century Gothic" panose="020B0502020202020204" pitchFamily="34" charset="0"/>
        </a:defRPr>
      </a:lvl4pPr>
      <a:lvl5pPr algn="l" defTabSz="457200" rtl="0" eaLnBrk="1" fontAlgn="base" hangingPunct="1">
        <a:spcBef>
          <a:spcPct val="0"/>
        </a:spcBef>
        <a:spcAft>
          <a:spcPct val="0"/>
        </a:spcAft>
        <a:defRPr sz="3600">
          <a:solidFill>
            <a:srgbClr val="262626"/>
          </a:solidFill>
          <a:latin typeface="Century Gothic" panose="020B0502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fontAlgn="base" hangingPunct="1">
        <a:spcBef>
          <a:spcPts val="1000"/>
        </a:spcBef>
        <a:spcAft>
          <a:spcPct val="0"/>
        </a:spcAft>
        <a:buClr>
          <a:schemeClr val="accent1"/>
        </a:buClr>
        <a:buFont typeface="Wingdings 3" pitchFamily="18" charset="2"/>
        <a:buChar char=""/>
        <a:defRPr kern="1200">
          <a:solidFill>
            <a:srgbClr val="404040"/>
          </a:solidFill>
          <a:latin typeface="+mn-lt"/>
          <a:ea typeface="+mn-ea"/>
          <a:cs typeface="+mn-cs"/>
        </a:defRPr>
      </a:lvl1pPr>
      <a:lvl2pPr marL="742950" indent="-285750" algn="l" defTabSz="457200" rtl="0" eaLnBrk="1" fontAlgn="base" hangingPunct="1">
        <a:spcBef>
          <a:spcPts val="1000"/>
        </a:spcBef>
        <a:spcAft>
          <a:spcPct val="0"/>
        </a:spcAft>
        <a:buClr>
          <a:schemeClr val="accent1"/>
        </a:buClr>
        <a:buFont typeface="Wingdings 3" pitchFamily="18" charset="2"/>
        <a:buChar char=""/>
        <a:defRPr sz="1600" kern="1200">
          <a:solidFill>
            <a:srgbClr val="404040"/>
          </a:solidFill>
          <a:latin typeface="+mn-lt"/>
          <a:ea typeface="+mn-ea"/>
          <a:cs typeface="+mn-cs"/>
        </a:defRPr>
      </a:lvl2pPr>
      <a:lvl3pPr marL="1143000" indent="-228600" algn="l" defTabSz="457200" rtl="0" eaLnBrk="1" fontAlgn="base" hangingPunct="1">
        <a:spcBef>
          <a:spcPts val="1000"/>
        </a:spcBef>
        <a:spcAft>
          <a:spcPct val="0"/>
        </a:spcAft>
        <a:buClr>
          <a:schemeClr val="accent1"/>
        </a:buClr>
        <a:buFont typeface="Wingdings 3" pitchFamily="18" charset="2"/>
        <a:buChar char=""/>
        <a:defRPr sz="1400" kern="1200">
          <a:solidFill>
            <a:srgbClr val="404040"/>
          </a:solidFill>
          <a:latin typeface="+mn-lt"/>
          <a:ea typeface="+mn-ea"/>
          <a:cs typeface="+mn-cs"/>
        </a:defRPr>
      </a:lvl3pPr>
      <a:lvl4pPr marL="1600200" indent="-228600" algn="l" defTabSz="457200" rtl="0" eaLnBrk="1" fontAlgn="base" hangingPunct="1">
        <a:spcBef>
          <a:spcPts val="1000"/>
        </a:spcBef>
        <a:spcAft>
          <a:spcPct val="0"/>
        </a:spcAft>
        <a:buClr>
          <a:schemeClr val="accent1"/>
        </a:buClr>
        <a:buFont typeface="Wingdings 3" pitchFamily="18" charset="2"/>
        <a:buChar char=""/>
        <a:defRPr sz="1200" kern="1200">
          <a:solidFill>
            <a:srgbClr val="404040"/>
          </a:solidFill>
          <a:latin typeface="+mn-lt"/>
          <a:ea typeface="+mn-ea"/>
          <a:cs typeface="+mn-cs"/>
        </a:defRPr>
      </a:lvl4pPr>
      <a:lvl5pPr marL="2057400" indent="-228600" algn="l" defTabSz="457200" rtl="0" eaLnBrk="1" fontAlgn="base" hangingPunct="1">
        <a:spcBef>
          <a:spcPts val="1000"/>
        </a:spcBef>
        <a:spcAft>
          <a:spcPct val="0"/>
        </a:spcAft>
        <a:buClr>
          <a:schemeClr val="accent1"/>
        </a:buClr>
        <a:buFont typeface="Wingdings 3" pitchFamily="18" charset="2"/>
        <a:buChar char=""/>
        <a:defRPr sz="1200" kern="1200">
          <a:solidFill>
            <a:srgbClr val="404040"/>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03649" y="2514601"/>
            <a:ext cx="5256584" cy="2262781"/>
          </a:xfrm>
        </p:spPr>
        <p:txBody>
          <a:bodyPr/>
          <a:lstStyle/>
          <a:p>
            <a:r>
              <a:rPr lang="en-US" dirty="0" smtClean="0"/>
              <a:t>FIT Lecture # 2</a:t>
            </a:r>
            <a:endParaRPr lang="en-US" dirty="0"/>
          </a:p>
        </p:txBody>
      </p:sp>
      <p:sp>
        <p:nvSpPr>
          <p:cNvPr id="3" name="Subtitle 2"/>
          <p:cNvSpPr>
            <a:spLocks noGrp="1"/>
          </p:cNvSpPr>
          <p:nvPr>
            <p:ph type="subTitle" idx="1"/>
          </p:nvPr>
        </p:nvSpPr>
        <p:spPr/>
        <p:txBody>
          <a:bodyPr/>
          <a:lstStyle/>
          <a:p>
            <a:endParaRPr lang="en-US" dirty="0" smtClean="0"/>
          </a:p>
          <a:p>
            <a:endParaRPr lang="en-US" dirty="0" smtClean="0"/>
          </a:p>
          <a:p>
            <a:r>
              <a:rPr lang="en-US" dirty="0" smtClean="0"/>
              <a:t>Engr. </a:t>
            </a:r>
            <a:r>
              <a:rPr lang="en-US" dirty="0" err="1" smtClean="0"/>
              <a:t>Naveera</a:t>
            </a:r>
            <a:r>
              <a:rPr lang="en-US" dirty="0" smtClean="0"/>
              <a:t> Sami</a:t>
            </a:r>
            <a:endParaRPr lang="en-US" dirty="0"/>
          </a:p>
          <a:p>
            <a:endParaRPr lang="en-US" dirty="0"/>
          </a:p>
        </p:txBody>
      </p:sp>
    </p:spTree>
    <p:extLst>
      <p:ext uri="{BB962C8B-B14F-4D97-AF65-F5344CB8AC3E}">
        <p14:creationId xmlns:p14="http://schemas.microsoft.com/office/powerpoint/2010/main" val="2330744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624110"/>
            <a:ext cx="7490792" cy="4029026"/>
          </a:xfrm>
        </p:spPr>
        <p:txBody>
          <a:bodyPr/>
          <a:lstStyle/>
          <a:p>
            <a:r>
              <a:rPr lang="en-US" sz="3200" b="1" dirty="0"/>
              <a:t>BASICS OF COMPUTER</a:t>
            </a:r>
            <a:br>
              <a:rPr lang="en-US" sz="3200" b="1" dirty="0"/>
            </a:br>
            <a:r>
              <a:rPr lang="en-US" sz="3200" dirty="0"/>
              <a:t>A computer is an electronic device that can implement a programmed list of instructions and also respond to new instructions that it is given to perform some task.</a:t>
            </a:r>
            <a:r>
              <a:rPr lang="en-US" sz="3200" dirty="0"/>
              <a:t> </a:t>
            </a:r>
            <a:r>
              <a:rPr lang="en-US" dirty="0"/>
              <a:t/>
            </a:r>
            <a:br>
              <a:rPr lang="en-US" dirty="0"/>
            </a:br>
            <a:endParaRPr lang="en-US" dirty="0"/>
          </a:p>
        </p:txBody>
      </p:sp>
    </p:spTree>
    <p:extLst>
      <p:ext uri="{BB962C8B-B14F-4D97-AF65-F5344CB8AC3E}">
        <p14:creationId xmlns:p14="http://schemas.microsoft.com/office/powerpoint/2010/main" val="475146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rgbClr val="000000"/>
                </a:solidFill>
                <a:latin typeface="CIDFont+F3"/>
              </a:rPr>
              <a:t>A computer performs four functions:</a:t>
            </a:r>
            <a:br>
              <a:rPr lang="en-US" sz="2800" dirty="0">
                <a:solidFill>
                  <a:srgbClr val="000000"/>
                </a:solidFill>
                <a:latin typeface="CIDFont+F3"/>
              </a:rPr>
            </a:br>
            <a:r>
              <a:rPr lang="en-US" sz="2800" dirty="0">
                <a:solidFill>
                  <a:srgbClr val="000000"/>
                </a:solidFill>
                <a:latin typeface="CIDFont+F3"/>
              </a:rPr>
              <a:t>1. Accepts data</a:t>
            </a:r>
            <a:br>
              <a:rPr lang="en-US" sz="2800" dirty="0">
                <a:solidFill>
                  <a:srgbClr val="000000"/>
                </a:solidFill>
                <a:latin typeface="CIDFont+F3"/>
              </a:rPr>
            </a:br>
            <a:r>
              <a:rPr lang="en-US" sz="2800" dirty="0">
                <a:solidFill>
                  <a:srgbClr val="000000"/>
                </a:solidFill>
                <a:latin typeface="CIDFont+F3"/>
              </a:rPr>
              <a:t>2. Processes data</a:t>
            </a:r>
            <a:br>
              <a:rPr lang="en-US" sz="2800" dirty="0">
                <a:solidFill>
                  <a:srgbClr val="000000"/>
                </a:solidFill>
                <a:latin typeface="CIDFont+F3"/>
              </a:rPr>
            </a:br>
            <a:r>
              <a:rPr lang="en-US" sz="2800" dirty="0">
                <a:solidFill>
                  <a:srgbClr val="000000"/>
                </a:solidFill>
                <a:latin typeface="CIDFont+F3"/>
              </a:rPr>
              <a:t>3. Produces output</a:t>
            </a:r>
            <a:br>
              <a:rPr lang="en-US" sz="2800" dirty="0">
                <a:solidFill>
                  <a:srgbClr val="000000"/>
                </a:solidFill>
                <a:latin typeface="CIDFont+F3"/>
              </a:rPr>
            </a:br>
            <a:r>
              <a:rPr lang="en-US" sz="2800" dirty="0">
                <a:solidFill>
                  <a:srgbClr val="000000"/>
                </a:solidFill>
                <a:latin typeface="CIDFont+F3"/>
              </a:rPr>
              <a:t>4. Stores results</a:t>
            </a:r>
            <a:br>
              <a:rPr lang="en-US" sz="2800" dirty="0">
                <a:solidFill>
                  <a:srgbClr val="000000"/>
                </a:solidFill>
                <a:latin typeface="CIDFont+F3"/>
              </a:rPr>
            </a:br>
            <a:r>
              <a:rPr lang="en-US" sz="2800" dirty="0">
                <a:solidFill>
                  <a:srgbClr val="000000"/>
                </a:solidFill>
                <a:latin typeface="CIDFont+F3"/>
              </a:rPr>
              <a:t>In the following units you will learn about the parts of a computer and each of the four parts of the information processing cycle.</a:t>
            </a:r>
            <a:r>
              <a:rPr lang="en-US" sz="2800" dirty="0"/>
              <a:t> </a:t>
            </a:r>
            <a:r>
              <a:rPr lang="en-US" dirty="0"/>
              <a:t/>
            </a:r>
            <a:br>
              <a:rPr lang="en-US" dirty="0"/>
            </a:br>
            <a:endParaRPr lang="en-US" dirty="0"/>
          </a:p>
        </p:txBody>
      </p:sp>
    </p:spTree>
    <p:extLst>
      <p:ext uri="{BB962C8B-B14F-4D97-AF65-F5344CB8AC3E}">
        <p14:creationId xmlns:p14="http://schemas.microsoft.com/office/powerpoint/2010/main" val="3161901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600" y="624110"/>
            <a:ext cx="8064896" cy="1280890"/>
          </a:xfrm>
        </p:spPr>
        <p:txBody>
          <a:bodyPr/>
          <a:lstStyle/>
          <a:p>
            <a:r>
              <a:rPr lang="en-US" sz="2000" dirty="0"/>
              <a:t>Modern computers are both electronic and digital. The instructions and data are called software; whereas wires, transistors and circuits together form the hardware.</a:t>
            </a:r>
            <a:br>
              <a:rPr lang="en-US" sz="2000" dirty="0"/>
            </a:br>
            <a:r>
              <a:rPr lang="en-US" sz="2000" dirty="0"/>
              <a:t>Generally, all computers have the following hardware components:</a:t>
            </a:r>
            <a:br>
              <a:rPr lang="en-US" sz="2000" dirty="0"/>
            </a:br>
            <a:r>
              <a:rPr lang="en-US" sz="2000" dirty="0"/>
              <a:t> </a:t>
            </a:r>
            <a:r>
              <a:rPr lang="en-US" sz="2000" b="1" dirty="0"/>
              <a:t>Memory</a:t>
            </a:r>
            <a:r>
              <a:rPr lang="en-US" sz="2000" dirty="0"/>
              <a:t>: Enables a computer to store data and programs</a:t>
            </a:r>
            <a:br>
              <a:rPr lang="en-US" sz="2000" dirty="0"/>
            </a:br>
            <a:r>
              <a:rPr lang="en-US" sz="2000" dirty="0"/>
              <a:t> </a:t>
            </a:r>
            <a:r>
              <a:rPr lang="en-US" sz="2000" b="1" dirty="0"/>
              <a:t>Mass storage devices: </a:t>
            </a:r>
            <a:r>
              <a:rPr lang="en-US" sz="2000" dirty="0"/>
              <a:t>Allow a computer to keep large amounts of </a:t>
            </a:r>
            <a:r>
              <a:rPr lang="en-US" sz="2000" dirty="0" smtClean="0"/>
              <a:t>data. Disk </a:t>
            </a:r>
            <a:r>
              <a:rPr lang="en-US" sz="2000" dirty="0"/>
              <a:t>drives and tape drives are the common mass storage devices.</a:t>
            </a:r>
            <a:br>
              <a:rPr lang="en-US" sz="2000" dirty="0"/>
            </a:br>
            <a:r>
              <a:rPr lang="en-US" sz="2000" dirty="0"/>
              <a:t> </a:t>
            </a:r>
            <a:r>
              <a:rPr lang="en-US" sz="2000" b="1" dirty="0"/>
              <a:t>Input device: </a:t>
            </a:r>
            <a:r>
              <a:rPr lang="en-US" sz="2000" dirty="0"/>
              <a:t>The input device is the medium through which data </a:t>
            </a:r>
            <a:r>
              <a:rPr lang="en-US" sz="2000" dirty="0" smtClean="0"/>
              <a:t>and instructions </a:t>
            </a:r>
            <a:r>
              <a:rPr lang="en-US" sz="2000" dirty="0"/>
              <a:t>enter a computer, usually a keyboard and a mouse.</a:t>
            </a:r>
            <a:br>
              <a:rPr lang="en-US" sz="2000" dirty="0"/>
            </a:br>
            <a:r>
              <a:rPr lang="en-US" sz="2000" dirty="0"/>
              <a:t> </a:t>
            </a:r>
            <a:r>
              <a:rPr lang="en-US" sz="2000" b="1" dirty="0"/>
              <a:t>Output device: </a:t>
            </a:r>
            <a:r>
              <a:rPr lang="en-US" sz="2000" dirty="0"/>
              <a:t>A display screen, printer or some other device that </a:t>
            </a:r>
            <a:r>
              <a:rPr lang="en-US" sz="2000" dirty="0" smtClean="0"/>
              <a:t>lets you </a:t>
            </a:r>
            <a:r>
              <a:rPr lang="en-US" sz="2000" dirty="0"/>
              <a:t>see what the computer has achieved.</a:t>
            </a:r>
            <a:br>
              <a:rPr lang="en-US" sz="2000" dirty="0"/>
            </a:br>
            <a:r>
              <a:rPr lang="en-US" sz="2000" dirty="0"/>
              <a:t> </a:t>
            </a:r>
            <a:r>
              <a:rPr lang="en-US" sz="2000" b="1" dirty="0"/>
              <a:t>Central Processing Unit (CPU): </a:t>
            </a:r>
            <a:r>
              <a:rPr lang="en-US" sz="2000" dirty="0"/>
              <a:t>The heart of the computer that </a:t>
            </a:r>
            <a:r>
              <a:rPr lang="en-US" sz="2000" dirty="0" smtClean="0"/>
              <a:t>actually executes </a:t>
            </a:r>
            <a:r>
              <a:rPr lang="en-US" sz="2000" dirty="0"/>
              <a:t>instructions and processes data.</a:t>
            </a:r>
            <a:r>
              <a:rPr lang="en-US" sz="2000" dirty="0"/>
              <a:t> </a:t>
            </a:r>
            <a:r>
              <a:rPr lang="en-US" sz="1800" dirty="0"/>
              <a:t/>
            </a:r>
            <a:br>
              <a:rPr lang="en-US" sz="1800" dirty="0"/>
            </a:br>
            <a:endParaRPr lang="en-US" sz="1800" dirty="0"/>
          </a:p>
        </p:txBody>
      </p:sp>
    </p:spTree>
    <p:extLst>
      <p:ext uri="{BB962C8B-B14F-4D97-AF65-F5344CB8AC3E}">
        <p14:creationId xmlns:p14="http://schemas.microsoft.com/office/powerpoint/2010/main" val="3432291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5" y="404664"/>
            <a:ext cx="7346776" cy="792088"/>
          </a:xfrm>
        </p:spPr>
        <p:txBody>
          <a:bodyPr/>
          <a:lstStyle/>
          <a:p>
            <a:r>
              <a:rPr lang="en-US" b="1" dirty="0"/>
              <a:t>Some Basic Computer Terminologies</a:t>
            </a:r>
            <a:br>
              <a:rPr lang="en-US" b="1" dirty="0"/>
            </a:br>
            <a:endParaRPr lang="en-US" dirty="0"/>
          </a:p>
        </p:txBody>
      </p:sp>
      <p:sp>
        <p:nvSpPr>
          <p:cNvPr id="3" name="Content Placeholder 2"/>
          <p:cNvSpPr>
            <a:spLocks noGrp="1"/>
          </p:cNvSpPr>
          <p:nvPr>
            <p:ph idx="1"/>
          </p:nvPr>
        </p:nvSpPr>
        <p:spPr>
          <a:xfrm>
            <a:off x="1115616" y="1772816"/>
            <a:ext cx="7704855" cy="4536504"/>
          </a:xfrm>
        </p:spPr>
        <p:txBody>
          <a:bodyPr/>
          <a:lstStyle/>
          <a:p>
            <a:r>
              <a:rPr lang="en-US" sz="2000" b="1" dirty="0" smtClean="0"/>
              <a:t>Hardware</a:t>
            </a:r>
            <a:r>
              <a:rPr lang="en-US" sz="2000" b="1" dirty="0"/>
              <a:t>: </a:t>
            </a:r>
            <a:r>
              <a:rPr lang="en-US" sz="2000" dirty="0"/>
              <a:t>This refers to the physical parts of the computer.</a:t>
            </a:r>
          </a:p>
          <a:p>
            <a:r>
              <a:rPr lang="en-US" sz="2000" b="1" dirty="0"/>
              <a:t>Software: </a:t>
            </a:r>
            <a:r>
              <a:rPr lang="en-US" sz="2000" dirty="0"/>
              <a:t>The instructions or programs that instruct the computer what to do.</a:t>
            </a:r>
          </a:p>
          <a:p>
            <a:r>
              <a:rPr lang="en-US" sz="2000" b="1" dirty="0"/>
              <a:t>Data: </a:t>
            </a:r>
            <a:r>
              <a:rPr lang="en-US" sz="2000" dirty="0"/>
              <a:t>The individual facts like name (first name, middle name and surname), </a:t>
            </a:r>
            <a:r>
              <a:rPr lang="en-US" sz="2000" dirty="0" smtClean="0"/>
              <a:t>price , quantity </a:t>
            </a:r>
            <a:r>
              <a:rPr lang="en-US" sz="2000" dirty="0"/>
              <a:t>ordered, etc.</a:t>
            </a:r>
          </a:p>
          <a:p>
            <a:r>
              <a:rPr lang="en-US" sz="2000" b="1" dirty="0"/>
              <a:t>Information: </a:t>
            </a:r>
            <a:r>
              <a:rPr lang="en-US" sz="2000" dirty="0"/>
              <a:t>Data which has been processed into a useful form, e.g., a </a:t>
            </a:r>
            <a:r>
              <a:rPr lang="en-US" sz="2000" dirty="0" smtClean="0"/>
              <a:t>complete mailing </a:t>
            </a:r>
            <a:r>
              <a:rPr lang="en-US" sz="2000" dirty="0"/>
              <a:t>address.</a:t>
            </a:r>
          </a:p>
          <a:p>
            <a:r>
              <a:rPr lang="en-US" sz="2000" b="1" dirty="0"/>
              <a:t>Default: </a:t>
            </a:r>
            <a:r>
              <a:rPr lang="en-US" sz="2000" dirty="0"/>
              <a:t>The original settings if instructions for any further change are not given.</a:t>
            </a:r>
            <a:r>
              <a:rPr lang="en-US" dirty="0"/>
              <a:t> </a:t>
            </a:r>
            <a:br>
              <a:rPr lang="en-US" dirty="0"/>
            </a:br>
            <a:endParaRPr lang="en-US" dirty="0"/>
          </a:p>
        </p:txBody>
      </p:sp>
    </p:spTree>
    <p:extLst>
      <p:ext uri="{BB962C8B-B14F-4D97-AF65-F5344CB8AC3E}">
        <p14:creationId xmlns:p14="http://schemas.microsoft.com/office/powerpoint/2010/main" val="3079749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624110"/>
            <a:ext cx="7992888" cy="1280890"/>
          </a:xfrm>
        </p:spPr>
        <p:txBody>
          <a:bodyPr/>
          <a:lstStyle/>
          <a:p>
            <a:r>
              <a:rPr lang="en-US" sz="1800" dirty="0"/>
              <a:t>Computers can mainly be classified by power and size. These are as follows:</a:t>
            </a:r>
            <a:br>
              <a:rPr lang="en-US" sz="1800" dirty="0"/>
            </a:br>
            <a:r>
              <a:rPr lang="en-US" sz="1800" dirty="0"/>
              <a:t> </a:t>
            </a:r>
            <a:r>
              <a:rPr lang="en-US" sz="1800" b="1" dirty="0"/>
              <a:t>Personal computer</a:t>
            </a:r>
            <a:r>
              <a:rPr lang="en-US" sz="1800" dirty="0"/>
              <a:t>: A small and single-user computer based on</a:t>
            </a:r>
            <a:br>
              <a:rPr lang="en-US" sz="1800" dirty="0"/>
            </a:br>
            <a:r>
              <a:rPr lang="en-US" sz="1800" dirty="0"/>
              <a:t>a microprocessor is popularly known as Personal Computer (PC). </a:t>
            </a:r>
            <a:r>
              <a:rPr lang="en-US" sz="1800" dirty="0" smtClean="0"/>
              <a:t>Besides the </a:t>
            </a:r>
            <a:r>
              <a:rPr lang="en-US" sz="1800" dirty="0"/>
              <a:t>microprocessor, a personal computer has a keyboard (helps to </a:t>
            </a:r>
            <a:r>
              <a:rPr lang="en-US" sz="1800" dirty="0" smtClean="0"/>
              <a:t>enter data</a:t>
            </a:r>
            <a:r>
              <a:rPr lang="en-US" sz="1800" dirty="0"/>
              <a:t>), a monitor (helps to display information) and also a storage device </a:t>
            </a:r>
            <a:r>
              <a:rPr lang="en-US" sz="1800" dirty="0" smtClean="0"/>
              <a:t>to store </a:t>
            </a:r>
            <a:r>
              <a:rPr lang="en-US" sz="1800" dirty="0"/>
              <a:t>data.</a:t>
            </a:r>
            <a:br>
              <a:rPr lang="en-US" sz="1800" dirty="0"/>
            </a:br>
            <a:r>
              <a:rPr lang="en-US" sz="1800" dirty="0"/>
              <a:t> </a:t>
            </a:r>
            <a:r>
              <a:rPr lang="en-US" sz="1800" b="1" dirty="0"/>
              <a:t>Workstation</a:t>
            </a:r>
            <a:r>
              <a:rPr lang="en-US" sz="1800" dirty="0"/>
              <a:t>: It is also a single-user and a powerful computer. A workstation is like a personal computer which consists of a higher-quality monitor</a:t>
            </a:r>
            <a:br>
              <a:rPr lang="en-US" sz="1800" dirty="0"/>
            </a:br>
            <a:r>
              <a:rPr lang="en-US" sz="1800" dirty="0"/>
              <a:t>and a more powerful microprocessor.</a:t>
            </a:r>
            <a:br>
              <a:rPr lang="en-US" sz="1800" dirty="0"/>
            </a:br>
            <a:r>
              <a:rPr lang="en-US" sz="1800" dirty="0"/>
              <a:t> </a:t>
            </a:r>
            <a:r>
              <a:rPr lang="en-US" sz="1800" b="1" dirty="0"/>
              <a:t>Minicomputer</a:t>
            </a:r>
            <a:r>
              <a:rPr lang="en-US" sz="1800" dirty="0"/>
              <a:t>: A multi-user computer that can support ten to hundreds</a:t>
            </a:r>
            <a:br>
              <a:rPr lang="en-US" sz="1800" dirty="0"/>
            </a:br>
            <a:r>
              <a:rPr lang="en-US" sz="1800" dirty="0"/>
              <a:t>of users at the same time.</a:t>
            </a:r>
            <a:br>
              <a:rPr lang="en-US" sz="1800" dirty="0"/>
            </a:br>
            <a:r>
              <a:rPr lang="en-US" sz="1800" dirty="0"/>
              <a:t> </a:t>
            </a:r>
            <a:r>
              <a:rPr lang="en-US" sz="1800" b="1" dirty="0"/>
              <a:t>Mainframe</a:t>
            </a:r>
            <a:r>
              <a:rPr lang="en-US" sz="1800" dirty="0"/>
              <a:t>: A powerful multi-user computer which can support hundreds</a:t>
            </a:r>
            <a:br>
              <a:rPr lang="en-US" sz="1800" dirty="0"/>
            </a:br>
            <a:r>
              <a:rPr lang="en-US" sz="1800" dirty="0"/>
              <a:t>and thousands of users simultaneously.</a:t>
            </a:r>
            <a:br>
              <a:rPr lang="en-US" sz="1800" dirty="0"/>
            </a:br>
            <a:r>
              <a:rPr lang="en-US" sz="1800" dirty="0"/>
              <a:t> </a:t>
            </a:r>
            <a:r>
              <a:rPr lang="en-US" sz="1800" b="1" dirty="0"/>
              <a:t>Supercomputer</a:t>
            </a:r>
            <a:r>
              <a:rPr lang="en-US" sz="1800" dirty="0"/>
              <a:t>: An extremely fast computer capable of </a:t>
            </a:r>
            <a:r>
              <a:rPr lang="en-US" sz="1800" dirty="0" smtClean="0"/>
              <a:t>implementing millions </a:t>
            </a:r>
            <a:r>
              <a:rPr lang="en-US" sz="1800" dirty="0"/>
              <a:t>of instructions every second.</a:t>
            </a:r>
            <a:r>
              <a:rPr lang="en-US" sz="1800" dirty="0"/>
              <a:t> </a:t>
            </a:r>
            <a:r>
              <a:rPr lang="en-US" dirty="0"/>
              <a:t/>
            </a:r>
            <a:br>
              <a:rPr lang="en-US" dirty="0"/>
            </a:br>
            <a:endParaRPr lang="en-US" dirty="0"/>
          </a:p>
        </p:txBody>
      </p:sp>
    </p:spTree>
    <p:extLst>
      <p:ext uri="{BB962C8B-B14F-4D97-AF65-F5344CB8AC3E}">
        <p14:creationId xmlns:p14="http://schemas.microsoft.com/office/powerpoint/2010/main" val="1255732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066856" cy="1080120"/>
          </a:xfrm>
        </p:spPr>
        <p:txBody>
          <a:bodyPr/>
          <a:lstStyle/>
          <a:p>
            <a:r>
              <a:rPr lang="en-US" b="1" dirty="0"/>
              <a:t>CHARACTERISTICS AND LIMITATIONS </a:t>
            </a:r>
            <a:r>
              <a:rPr lang="en-US" b="1" dirty="0" smtClean="0"/>
              <a:t>    OF COMPUTERS</a:t>
            </a:r>
            <a:r>
              <a:rPr lang="en-US" dirty="0" smtClean="0"/>
              <a:t> </a:t>
            </a:r>
            <a:br>
              <a:rPr lang="en-US" dirty="0" smtClean="0"/>
            </a:br>
            <a:r>
              <a:rPr lang="en-US" sz="2000" b="1" dirty="0"/>
              <a:t>Speed</a:t>
            </a:r>
            <a:br>
              <a:rPr lang="en-US" sz="2000" b="1" dirty="0"/>
            </a:br>
            <a:r>
              <a:rPr lang="en-US" sz="2000" dirty="0"/>
              <a:t>A computer can perform billions of actions in a second. The important factors that determine the speed of a computer are:</a:t>
            </a:r>
            <a:br>
              <a:rPr lang="en-US" sz="2000" dirty="0"/>
            </a:br>
            <a:r>
              <a:rPr lang="en-US" sz="2000" dirty="0"/>
              <a:t> The amount of data that the CPU can execute in a given period of </a:t>
            </a:r>
            <a:r>
              <a:rPr lang="en-US" sz="2000" dirty="0" smtClean="0"/>
              <a:t>time </a:t>
            </a:r>
            <a:r>
              <a:rPr lang="en-US" sz="2000" dirty="0"/>
              <a:t>CPU’s clock speed</a:t>
            </a:r>
            <a:br>
              <a:rPr lang="en-US" sz="2000" dirty="0"/>
            </a:br>
            <a:r>
              <a:rPr lang="en-US" sz="2000" b="1" dirty="0"/>
              <a:t>Clock speed</a:t>
            </a:r>
            <a:br>
              <a:rPr lang="en-US" sz="2000" b="1" dirty="0"/>
            </a:br>
            <a:r>
              <a:rPr lang="en-US" sz="2000" dirty="0"/>
              <a:t>Clock speed is the rate at which a CPU implements instructions. An internal clock that regulates the rate at which instructions are executed and coordinates all the various computer components exists in every system. The CPU needs a predetermined number of clock ticks to execute each instruction it </a:t>
            </a:r>
            <a:r>
              <a:rPr lang="en-US" sz="2000" dirty="0" smtClean="0"/>
              <a:t>receives. If </a:t>
            </a:r>
            <a:r>
              <a:rPr lang="en-US" sz="2000" dirty="0"/>
              <a:t>this clock runs faster, the CPU will execute more instructions per second. Clock speeds are expressed in megahertz MHz (Mega means million and hertz means times per second) or gigahertz (GHz). For example, 200 MHz means 200 million times per second whereas 200 GHz means 200 billion times per second.</a:t>
            </a:r>
            <a:r>
              <a:rPr lang="en-US" sz="1600" dirty="0"/>
              <a:t/>
            </a:r>
            <a:br>
              <a:rPr lang="en-US" sz="1600" dirty="0"/>
            </a:br>
            <a:r>
              <a:rPr lang="en-US" dirty="0"/>
              <a:t/>
            </a:r>
            <a:br>
              <a:rPr lang="en-US" dirty="0"/>
            </a:br>
            <a:endParaRPr lang="en-US" dirty="0"/>
          </a:p>
        </p:txBody>
      </p:sp>
    </p:spTree>
    <p:extLst>
      <p:ext uri="{BB962C8B-B14F-4D97-AF65-F5344CB8AC3E}">
        <p14:creationId xmlns:p14="http://schemas.microsoft.com/office/powerpoint/2010/main" val="2991976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624110"/>
            <a:ext cx="8352928" cy="1280890"/>
          </a:xfrm>
        </p:spPr>
        <p:txBody>
          <a:bodyPr/>
          <a:lstStyle/>
          <a:p>
            <a:r>
              <a:rPr lang="en-US" sz="2000" b="1" dirty="0" smtClean="0"/>
              <a:t>Reliability</a:t>
            </a:r>
            <a:br>
              <a:rPr lang="en-US" sz="2000" b="1" dirty="0" smtClean="0"/>
            </a:br>
            <a:r>
              <a:rPr lang="en-US" sz="2000" dirty="0"/>
              <a:t>‘Failures are usually due to human error, one way or another.’ We can depend on the modern computer because the electronic components in these have a very low failure rate. The high reliability of the components of a computer ensures that the computer consistently gives good results. </a:t>
            </a:r>
            <a:br>
              <a:rPr lang="en-US" sz="2000" dirty="0"/>
            </a:br>
            <a:r>
              <a:rPr lang="en-US" sz="2000" dirty="0" smtClean="0"/>
              <a:t/>
            </a:r>
            <a:br>
              <a:rPr lang="en-US" sz="2000" dirty="0" smtClean="0"/>
            </a:br>
            <a:r>
              <a:rPr lang="en-US" sz="1800" b="1" dirty="0" smtClean="0"/>
              <a:t>Accuracy</a:t>
            </a:r>
            <a:r>
              <a:rPr lang="en-US" sz="1800" dirty="0"/>
              <a:t/>
            </a:r>
            <a:br>
              <a:rPr lang="en-US" sz="1800" dirty="0"/>
            </a:br>
            <a:r>
              <a:rPr lang="en-US" sz="1800" dirty="0"/>
              <a:t>Computers process large amounts of data and produce error-free results </a:t>
            </a:r>
            <a:r>
              <a:rPr lang="en-US" sz="1800" dirty="0" smtClean="0"/>
              <a:t>if (and </a:t>
            </a:r>
            <a:r>
              <a:rPr lang="en-US" sz="1800" dirty="0"/>
              <a:t>only if) the input data is correct and the instructions it receives are </a:t>
            </a:r>
            <a:r>
              <a:rPr lang="en-US" sz="1800" dirty="0" smtClean="0"/>
              <a:t>input properly</a:t>
            </a:r>
            <a:r>
              <a:rPr lang="en-US" sz="1800" dirty="0"/>
              <a:t>. If the input data is inaccurate, the resulting output will certainly be </a:t>
            </a:r>
            <a:r>
              <a:rPr lang="en-US" sz="1800" dirty="0" smtClean="0"/>
              <a:t>incorrect. So</a:t>
            </a:r>
            <a:r>
              <a:rPr lang="en-US" sz="1800" dirty="0"/>
              <a:t>, the accuracy of a computer’s output depends mainly on the accuracy of </a:t>
            </a:r>
            <a:r>
              <a:rPr lang="en-US" sz="1800" dirty="0" smtClean="0"/>
              <a:t>the data input.</a:t>
            </a:r>
            <a:br>
              <a:rPr lang="en-US" sz="1800" dirty="0" smtClean="0"/>
            </a:br>
            <a:r>
              <a:rPr lang="en-US" sz="1800" dirty="0"/>
              <a:t/>
            </a:r>
            <a:br>
              <a:rPr lang="en-US" sz="1800" dirty="0"/>
            </a:br>
            <a:r>
              <a:rPr lang="en-US" sz="1800" b="1" dirty="0" smtClean="0"/>
              <a:t>Storage</a:t>
            </a:r>
            <a:r>
              <a:rPr lang="en-US" sz="1800" dirty="0"/>
              <a:t/>
            </a:r>
            <a:br>
              <a:rPr lang="en-US" sz="1800" dirty="0"/>
            </a:br>
            <a:r>
              <a:rPr lang="en-US" sz="1800" dirty="0"/>
              <a:t>A computer can store huge amounts of data. Using the availability of the </a:t>
            </a:r>
            <a:r>
              <a:rPr lang="en-US" sz="1800" dirty="0" smtClean="0"/>
              <a:t>modern storage </a:t>
            </a:r>
            <a:r>
              <a:rPr lang="en-US" sz="1800" dirty="0"/>
              <a:t>devices, the computer can transfer data quickly from storage to </a:t>
            </a:r>
            <a:r>
              <a:rPr lang="en-US" sz="1800" dirty="0" smtClean="0"/>
              <a:t>memory, process </a:t>
            </a:r>
            <a:r>
              <a:rPr lang="en-US" sz="1800" dirty="0"/>
              <a:t>the data, and then reserve the data again for further use.</a:t>
            </a:r>
            <a:br>
              <a:rPr lang="en-US" sz="1800" dirty="0"/>
            </a:br>
            <a:endParaRPr lang="en-US" dirty="0"/>
          </a:p>
        </p:txBody>
      </p:sp>
    </p:spTree>
    <p:extLst>
      <p:ext uri="{BB962C8B-B14F-4D97-AF65-F5344CB8AC3E}">
        <p14:creationId xmlns:p14="http://schemas.microsoft.com/office/powerpoint/2010/main" val="3538240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624110"/>
            <a:ext cx="7956376" cy="1280890"/>
          </a:xfrm>
        </p:spPr>
        <p:txBody>
          <a:bodyPr/>
          <a:lstStyle/>
          <a:p>
            <a:r>
              <a:rPr lang="en-US" sz="2000" b="1" dirty="0"/>
              <a:t>Diligence</a:t>
            </a:r>
            <a:br>
              <a:rPr lang="en-US" sz="2000" b="1" dirty="0"/>
            </a:br>
            <a:r>
              <a:rPr lang="en-US" sz="2000" dirty="0"/>
              <a:t>Computers are highly consistent compared to human beings. They never suffer from human traits like boredom, tiredness and lack of concentration. Therefore, computers score over human beings in performing repetitive and voluminous tasks.</a:t>
            </a:r>
            <a:br>
              <a:rPr lang="en-US" sz="2000" dirty="0"/>
            </a:br>
            <a:r>
              <a:rPr lang="en-US" sz="2000" b="1" dirty="0"/>
              <a:t>Versatility</a:t>
            </a:r>
            <a:br>
              <a:rPr lang="en-US" sz="2000" b="1" dirty="0"/>
            </a:br>
            <a:r>
              <a:rPr lang="en-US" sz="2000" dirty="0"/>
              <a:t>Computers are capable of performing any task following a series of logical steps. They are versatile machines, but their capability is limited only by human intelligence. In today’s fast developing, technology-savvy world, it is almost impossible to find an area where computers are not being used. Banks, railway/air reservation, hotels, weather forecasting and many more—computers are essential in every sector.</a:t>
            </a:r>
            <a:r>
              <a:rPr lang="en-US" sz="2000" dirty="0"/>
              <a:t> </a:t>
            </a:r>
            <a:r>
              <a:rPr lang="en-US" dirty="0"/>
              <a:t/>
            </a:r>
            <a:br>
              <a:rPr lang="en-US" dirty="0"/>
            </a:br>
            <a:endParaRPr lang="en-US" dirty="0"/>
          </a:p>
        </p:txBody>
      </p:sp>
    </p:spTree>
    <p:extLst>
      <p:ext uri="{BB962C8B-B14F-4D97-AF65-F5344CB8AC3E}">
        <p14:creationId xmlns:p14="http://schemas.microsoft.com/office/powerpoint/2010/main" val="32072136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9552" y="624110"/>
            <a:ext cx="7994848" cy="1280890"/>
          </a:xfrm>
        </p:spPr>
        <p:txBody>
          <a:bodyPr/>
          <a:lstStyle/>
          <a:p>
            <a:r>
              <a:rPr lang="en-US" sz="2400" b="1" dirty="0"/>
              <a:t>Power of Remembering</a:t>
            </a:r>
            <a:br>
              <a:rPr lang="en-US" sz="2400" b="1" dirty="0"/>
            </a:br>
            <a:r>
              <a:rPr lang="en-US" sz="2400" dirty="0"/>
              <a:t>In human memory, information that is less important is relegated to the back of the mind and forgotten with the progression of the time; whereas a piece of information once stored (or recorded) in the computer can never be forgotten and can be retrieved at any time! Therefore, information can be retained as long as desired. We can use secondary storage (a type of detachable memory) for this purpose</a:t>
            </a:r>
            <a:r>
              <a:rPr lang="en-US" sz="1800" dirty="0"/>
              <a:t>.</a:t>
            </a:r>
            <a:br>
              <a:rPr lang="en-US" sz="1800" dirty="0"/>
            </a:br>
            <a:r>
              <a:rPr lang="en-US" dirty="0"/>
              <a:t/>
            </a:r>
            <a:br>
              <a:rPr lang="en-US" dirty="0"/>
            </a:br>
            <a:endParaRPr lang="en-US" dirty="0"/>
          </a:p>
        </p:txBody>
      </p:sp>
    </p:spTree>
    <p:extLst>
      <p:ext uri="{BB962C8B-B14F-4D97-AF65-F5344CB8AC3E}">
        <p14:creationId xmlns:p14="http://schemas.microsoft.com/office/powerpoint/2010/main" val="49445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5576" y="624110"/>
            <a:ext cx="8280920" cy="1280890"/>
          </a:xfrm>
        </p:spPr>
        <p:txBody>
          <a:bodyPr/>
          <a:lstStyle/>
          <a:p>
            <a:r>
              <a:rPr lang="en-US" sz="2000" b="1" dirty="0"/>
              <a:t>No Intelligence Quotient (IQ)</a:t>
            </a:r>
            <a:br>
              <a:rPr lang="en-US" sz="2000" b="1" dirty="0"/>
            </a:br>
            <a:r>
              <a:rPr lang="en-US" sz="2000" dirty="0"/>
              <a:t>Computers have no real intellect or common sense unlike the human brain. Computers are still not complex enough to understand and analyze and act accordingly like the brain does. These can only follow rules and instructions preset by the programmer. Traditional machines manages to replicate and bear a resemblance to human intellect because programmers try to make the computer react just like a human brain by programming a set of rules and instruction for the computer to follow. Like the human brain, the computer can hardly innovate and invent new ideas. The computer is faster than the human brain at doing logical things and computations. Only by using preset algorithms (or programs) to merge current ideas, computer can do creative innovation (which only shows a </a:t>
            </a:r>
            <a:r>
              <a:rPr lang="en-US" sz="2000" dirty="0" smtClean="0"/>
              <a:t>limited </a:t>
            </a:r>
            <a:r>
              <a:rPr lang="en-US" sz="2000" dirty="0"/>
              <a:t>range of creativity). However, the brain is capable of imagination. It is better at interpreting the outside world and can create new ideas.</a:t>
            </a:r>
            <a:r>
              <a:rPr lang="en-US" sz="2000" dirty="0"/>
              <a:t> </a:t>
            </a:r>
            <a:br>
              <a:rPr lang="en-US" sz="2000" dirty="0"/>
            </a:br>
            <a:endParaRPr lang="en-US" sz="2000" dirty="0"/>
          </a:p>
        </p:txBody>
      </p:sp>
    </p:spTree>
    <p:extLst>
      <p:ext uri="{BB962C8B-B14F-4D97-AF65-F5344CB8AC3E}">
        <p14:creationId xmlns:p14="http://schemas.microsoft.com/office/powerpoint/2010/main" val="287114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624110"/>
            <a:ext cx="7490792" cy="1280890"/>
          </a:xfrm>
        </p:spPr>
        <p:txBody>
          <a:bodyPr/>
          <a:lstStyle/>
          <a:p>
            <a:r>
              <a:rPr lang="en-US" sz="2400" dirty="0"/>
              <a:t/>
            </a:r>
            <a:br>
              <a:rPr lang="en-US" sz="2400" dirty="0"/>
            </a:br>
            <a:r>
              <a:rPr lang="en-US" sz="2400" b="1" dirty="0"/>
              <a:t>No Feelings</a:t>
            </a:r>
            <a:br>
              <a:rPr lang="en-US" sz="2400" b="1" dirty="0"/>
            </a:br>
            <a:r>
              <a:rPr lang="en-US" sz="2400" dirty="0"/>
              <a:t>The human brain always acts under the influence of emotions, but computers act only on logic. Many of our actions are based on our emotions. It has been already proved by researchers that brains act on emotions. However, computers act completely on logical bits following the programmers’ instructions that are absolute. No other factors have any effect on them, because all actions performed by computers are based on the coding.</a:t>
            </a:r>
            <a:r>
              <a:rPr lang="en-US" sz="2400" dirty="0"/>
              <a:t> </a:t>
            </a:r>
            <a:r>
              <a:rPr lang="en-US" dirty="0"/>
              <a:t/>
            </a:r>
            <a:br>
              <a:rPr lang="en-US" dirty="0"/>
            </a:br>
            <a:endParaRPr lang="en-US" dirty="0"/>
          </a:p>
        </p:txBody>
      </p:sp>
    </p:spTree>
    <p:extLst>
      <p:ext uri="{BB962C8B-B14F-4D97-AF65-F5344CB8AC3E}">
        <p14:creationId xmlns:p14="http://schemas.microsoft.com/office/powerpoint/2010/main" val="2693727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656" y="624110"/>
            <a:ext cx="7058744" cy="572642"/>
          </a:xfrm>
        </p:spPr>
        <p:txBody>
          <a:bodyPr/>
          <a:lstStyle/>
          <a:p>
            <a:r>
              <a:rPr lang="en-US" b="1" dirty="0"/>
              <a:t>SYSTEM COMPONENTS</a:t>
            </a:r>
            <a:r>
              <a:rPr lang="en-US" dirty="0"/>
              <a:t> </a:t>
            </a:r>
            <a:br>
              <a:rPr lang="en-US" dirty="0"/>
            </a:b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6888" y="1409700"/>
            <a:ext cx="5610225" cy="49716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02398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70" y="0"/>
            <a:ext cx="8875059" cy="6858000"/>
          </a:xfrm>
          <a:prstGeom prst="rect">
            <a:avLst/>
          </a:prstGeom>
        </p:spPr>
      </p:pic>
    </p:spTree>
    <p:extLst>
      <p:ext uri="{BB962C8B-B14F-4D97-AF65-F5344CB8AC3E}">
        <p14:creationId xmlns:p14="http://schemas.microsoft.com/office/powerpoint/2010/main" val="1977978845"/>
      </p:ext>
    </p:extLst>
  </p:cSld>
  <p:clrMapOvr>
    <a:masterClrMapping/>
  </p:clrMapOvr>
</p:sld>
</file>

<file path=ppt/theme/theme1.xml><?xml version="1.0" encoding="utf-8"?>
<a:theme xmlns:a="http://schemas.openxmlformats.org/drawingml/2006/main" name="Theme1">
  <a:themeElements>
    <a:clrScheme name="Custom 8">
      <a:dk1>
        <a:sysClr val="windowText" lastClr="000000"/>
      </a:dk1>
      <a:lt1>
        <a:sysClr val="window" lastClr="FFFFFF"/>
      </a:lt1>
      <a:dk2>
        <a:srgbClr val="455F51"/>
      </a:dk2>
      <a:lt2>
        <a:srgbClr val="E2DFCC"/>
      </a:lt2>
      <a:accent1>
        <a:srgbClr val="AB7659"/>
      </a:accent1>
      <a:accent2>
        <a:srgbClr val="F9AF65"/>
      </a:accent2>
      <a:accent3>
        <a:srgbClr val="8ED9C7"/>
      </a:accent3>
      <a:accent4>
        <a:srgbClr val="FFFF00"/>
      </a:accent4>
      <a:accent5>
        <a:srgbClr val="BF5FB1"/>
      </a:accent5>
      <a:accent6>
        <a:srgbClr val="7DD4A8"/>
      </a:accent6>
      <a:hlink>
        <a:srgbClr val="EE7B08"/>
      </a:hlink>
      <a:folHlink>
        <a:srgbClr val="977B2D"/>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Theme1</Template>
  <TotalTime>181</TotalTime>
  <Words>164</Words>
  <Application>Microsoft Office PowerPoint</Application>
  <PresentationFormat>On-screen Show (4:3)</PresentationFormat>
  <Paragraphs>21</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Theme1</vt:lpstr>
      <vt:lpstr>FIT Lecture # 2</vt:lpstr>
      <vt:lpstr>BASICS OF COMPUTER A computer is an electronic device that can implement a programmed list of instructions and also respond to new instructions that it is given to perform some task.  </vt:lpstr>
      <vt:lpstr>A computer performs four functions: 1. Accepts data 2. Processes data 3. Produces output 4. Stores results In the following units you will learn about the parts of a computer and each of the four parts of the information processing cycle.  </vt:lpstr>
      <vt:lpstr>Modern computers are both electronic and digital. The instructions and data are called software; whereas wires, transistors and circuits together form the hardware. Generally, all computers have the following hardware components:  Memory: Enables a computer to store data and programs  Mass storage devices: Allow a computer to keep large amounts of data. Disk drives and tape drives are the common mass storage devices.  Input device: The input device is the medium through which data and instructions enter a computer, usually a keyboard and a mouse.  Output device: A display screen, printer or some other device that lets you see what the computer has achieved.  Central Processing Unit (CPU): The heart of the computer that actually executes instructions and processes data.  </vt:lpstr>
      <vt:lpstr>Some Basic Computer Terminologies </vt:lpstr>
      <vt:lpstr>Computers can mainly be classified by power and size. These are as follows:  Personal computer: A small and single-user computer based on a microprocessor is popularly known as Personal Computer (PC). Besides the microprocessor, a personal computer has a keyboard (helps to enter data), a monitor (helps to display information) and also a storage device to store data.  Workstation: It is also a single-user and a powerful computer. A workstation is like a personal computer which consists of a higher-quality monitor and a more powerful microprocessor.  Minicomputer: A multi-user computer that can support ten to hundreds of users at the same time.  Mainframe: A powerful multi-user computer which can support hundreds and thousands of users simultaneously.  Supercomputer: An extremely fast computer capable of implementing millions of instructions every second.  </vt:lpstr>
      <vt:lpstr>CHARACTERISTICS AND LIMITATIONS     OF COMPUTERS  Speed A computer can perform billions of actions in a second. The important factors that determine the speed of a computer are:  The amount of data that the CPU can execute in a given period of time CPU’s clock speed Clock speed Clock speed is the rate at which a CPU implements instructions. An internal clock that regulates the rate at which instructions are executed and coordinates all the various computer components exists in every system. The CPU needs a predetermined number of clock ticks to execute each instruction it receives. If this clock runs faster, the CPU will execute more instructions per second. Clock speeds are expressed in megahertz MHz (Mega means million and hertz means times per second) or gigahertz (GHz). For example, 200 MHz means 200 million times per second whereas 200 GHz means 200 billion times per second.  </vt:lpstr>
      <vt:lpstr>Reliability ‘Failures are usually due to human error, one way or another.’ We can depend on the modern computer because the electronic components in these have a very low failure rate. The high reliability of the components of a computer ensures that the computer consistently gives good results.   Accuracy Computers process large amounts of data and produce error-free results if (and only if) the input data is correct and the instructions it receives are input properly. If the input data is inaccurate, the resulting output will certainly be incorrect. So, the accuracy of a computer’s output depends mainly on the accuracy of the data input.  Storage A computer can store huge amounts of data. Using the availability of the modern storage devices, the computer can transfer data quickly from storage to memory, process the data, and then reserve the data again for further use. </vt:lpstr>
      <vt:lpstr>Diligence Computers are highly consistent compared to human beings. They never suffer from human traits like boredom, tiredness and lack of concentration. Therefore, computers score over human beings in performing repetitive and voluminous tasks. Versatility Computers are capable of performing any task following a series of logical steps. They are versatile machines, but their capability is limited only by human intelligence. In today’s fast developing, technology-savvy world, it is almost impossible to find an area where computers are not being used. Banks, railway/air reservation, hotels, weather forecasting and many more—computers are essential in every sector.  </vt:lpstr>
      <vt:lpstr>Power of Remembering In human memory, information that is less important is relegated to the back of the mind and forgotten with the progression of the time; whereas a piece of information once stored (or recorded) in the computer can never be forgotten and can be retrieved at any time! Therefore, information can be retained as long as desired. We can use secondary storage (a type of detachable memory) for this purpose.  </vt:lpstr>
      <vt:lpstr>No Intelligence Quotient (IQ) Computers have no real intellect or common sense unlike the human brain. Computers are still not complex enough to understand and analyze and act accordingly like the brain does. These can only follow rules and instructions preset by the programmer. Traditional machines manages to replicate and bear a resemblance to human intellect because programmers try to make the computer react just like a human brain by programming a set of rules and instruction for the computer to follow. Like the human brain, the computer can hardly innovate and invent new ideas. The computer is faster than the human brain at doing logical things and computations. Only by using preset algorithms (or programs) to merge current ideas, computer can do creative innovation (which only shows a limited range of creativity). However, the brain is capable of imagination. It is better at interpreting the outside world and can create new ideas.  </vt:lpstr>
      <vt:lpstr> No Feelings The human brain always acts under the influence of emotions, but computers act only on logic. Many of our actions are based on our emotions. It has been already proved by researchers that brains act on emotions. However, computers act completely on logical bits following the programmers’ instructions that are absolute. No other factors have any effect on them, because all actions performed by computers are based on the coding.  </vt:lpstr>
      <vt:lpstr>SYSTEM COMPONENTS  </vt:lpstr>
      <vt:lpstr>PowerPoint Presentation</vt:lpstr>
    </vt:vector>
  </TitlesOfParts>
  <Company>NED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 Lecture # 2</dc:title>
  <dc:creator>Admin</dc:creator>
  <cp:lastModifiedBy>Admin</cp:lastModifiedBy>
  <cp:revision>11</cp:revision>
  <dcterms:created xsi:type="dcterms:W3CDTF">2024-09-09T07:32:30Z</dcterms:created>
  <dcterms:modified xsi:type="dcterms:W3CDTF">2024-09-09T10:33:33Z</dcterms:modified>
</cp:coreProperties>
</file>