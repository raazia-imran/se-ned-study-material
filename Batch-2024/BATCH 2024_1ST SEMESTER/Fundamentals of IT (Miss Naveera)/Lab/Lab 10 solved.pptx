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1" r:id="rId3"/>
    <p:sldId id="263" r:id="rId4"/>
    <p:sldId id="264" r:id="rId5"/>
    <p:sldId id="262" r:id="rId6"/>
    <p:sldId id="260" r:id="rId7"/>
    <p:sldId id="265" r:id="rId8"/>
    <p:sldId id="25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12" autoAdjust="0"/>
    <p:restoredTop sz="94660"/>
  </p:normalViewPr>
  <p:slideViewPr>
    <p:cSldViewPr snapToGrid="0">
      <p:cViewPr>
        <p:scale>
          <a:sx n="75" d="100"/>
          <a:sy n="75" d="100"/>
        </p:scale>
        <p:origin x="1277"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1" y="-33"/>
            <a:ext cx="12191943" cy="6858000"/>
          </a:xfrm>
          <a:prstGeom prst="rect">
            <a:avLst/>
          </a:prstGeom>
          <a:noFill/>
          <a:ln>
            <a:noFill/>
          </a:ln>
        </p:spPr>
      </p:pic>
      <p:sp>
        <p:nvSpPr>
          <p:cNvPr id="11" name="Google Shape;11;p2"/>
          <p:cNvSpPr txBox="1">
            <a:spLocks noGrp="1"/>
          </p:cNvSpPr>
          <p:nvPr>
            <p:ph type="ctrTitle"/>
          </p:nvPr>
        </p:nvSpPr>
        <p:spPr>
          <a:xfrm>
            <a:off x="914400" y="2655767"/>
            <a:ext cx="6052000" cy="1546400"/>
          </a:xfrm>
          <a:prstGeom prst="rect">
            <a:avLst/>
          </a:prstGeom>
        </p:spPr>
        <p:txBody>
          <a:bodyPr spcFirstLastPara="1" wrap="square" lIns="0" tIns="0" rIns="0" bIns="0" anchor="ctr" anchorCtr="0">
            <a:noAutofit/>
          </a:bodyPr>
          <a:lstStyle>
            <a:lvl1pPr lvl="0">
              <a:spcBef>
                <a:spcPts val="0"/>
              </a:spcBef>
              <a:spcAft>
                <a:spcPts val="0"/>
              </a:spcAft>
              <a:buSzPts val="5000"/>
              <a:buNone/>
              <a:defRPr sz="6667"/>
            </a:lvl1pPr>
            <a:lvl2pPr lvl="1">
              <a:spcBef>
                <a:spcPts val="0"/>
              </a:spcBef>
              <a:spcAft>
                <a:spcPts val="0"/>
              </a:spcAft>
              <a:buSzPts val="5000"/>
              <a:buNone/>
              <a:defRPr sz="6667"/>
            </a:lvl2pPr>
            <a:lvl3pPr lvl="2">
              <a:spcBef>
                <a:spcPts val="0"/>
              </a:spcBef>
              <a:spcAft>
                <a:spcPts val="0"/>
              </a:spcAft>
              <a:buSzPts val="5000"/>
              <a:buNone/>
              <a:defRPr sz="6667"/>
            </a:lvl3pPr>
            <a:lvl4pPr lvl="3">
              <a:spcBef>
                <a:spcPts val="0"/>
              </a:spcBef>
              <a:spcAft>
                <a:spcPts val="0"/>
              </a:spcAft>
              <a:buSzPts val="5000"/>
              <a:buNone/>
              <a:defRPr sz="6667"/>
            </a:lvl4pPr>
            <a:lvl5pPr lvl="4">
              <a:spcBef>
                <a:spcPts val="0"/>
              </a:spcBef>
              <a:spcAft>
                <a:spcPts val="0"/>
              </a:spcAft>
              <a:buSzPts val="5000"/>
              <a:buNone/>
              <a:defRPr sz="6667"/>
            </a:lvl5pPr>
            <a:lvl6pPr lvl="5">
              <a:spcBef>
                <a:spcPts val="0"/>
              </a:spcBef>
              <a:spcAft>
                <a:spcPts val="0"/>
              </a:spcAft>
              <a:buSzPts val="5000"/>
              <a:buNone/>
              <a:defRPr sz="6667"/>
            </a:lvl6pPr>
            <a:lvl7pPr lvl="6">
              <a:spcBef>
                <a:spcPts val="0"/>
              </a:spcBef>
              <a:spcAft>
                <a:spcPts val="0"/>
              </a:spcAft>
              <a:buSzPts val="5000"/>
              <a:buNone/>
              <a:defRPr sz="6667"/>
            </a:lvl7pPr>
            <a:lvl8pPr lvl="7">
              <a:spcBef>
                <a:spcPts val="0"/>
              </a:spcBef>
              <a:spcAft>
                <a:spcPts val="0"/>
              </a:spcAft>
              <a:buSzPts val="5000"/>
              <a:buNone/>
              <a:defRPr sz="6667"/>
            </a:lvl8pPr>
            <a:lvl9pPr lvl="8">
              <a:spcBef>
                <a:spcPts val="0"/>
              </a:spcBef>
              <a:spcAft>
                <a:spcPts val="0"/>
              </a:spcAft>
              <a:buSzPts val="5000"/>
              <a:buNone/>
              <a:defRPr sz="6667"/>
            </a:lvl9pPr>
          </a:lstStyle>
          <a:p>
            <a:r>
              <a:rPr lang="en-US" smtClean="0"/>
              <a:t>Click to edit Master title style</a:t>
            </a:r>
            <a:endParaRPr/>
          </a:p>
        </p:txBody>
      </p:sp>
    </p:spTree>
    <p:extLst>
      <p:ext uri="{BB962C8B-B14F-4D97-AF65-F5344CB8AC3E}">
        <p14:creationId xmlns:p14="http://schemas.microsoft.com/office/powerpoint/2010/main" val="3389869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n-US" smtClean="0"/>
              <a:t>Click to edit Master title style</a:t>
            </a:r>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2400">
                <a:solidFill>
                  <a:schemeClr val="accent4"/>
                </a:solidFill>
              </a:defRPr>
            </a:lvl1pPr>
            <a:lvl2pPr lvl="1" rtl="0">
              <a:spcBef>
                <a:spcPts val="0"/>
              </a:spcBef>
              <a:spcAft>
                <a:spcPts val="0"/>
              </a:spcAft>
              <a:buClr>
                <a:schemeClr val="accent4"/>
              </a:buClr>
              <a:buSzPts val="1800"/>
              <a:buNone/>
              <a:defRPr sz="2400">
                <a:solidFill>
                  <a:schemeClr val="accent4"/>
                </a:solidFill>
              </a:defRPr>
            </a:lvl2pPr>
            <a:lvl3pPr lvl="2" rtl="0">
              <a:spcBef>
                <a:spcPts val="0"/>
              </a:spcBef>
              <a:spcAft>
                <a:spcPts val="0"/>
              </a:spcAft>
              <a:buClr>
                <a:schemeClr val="accent4"/>
              </a:buClr>
              <a:buSzPts val="1800"/>
              <a:buNone/>
              <a:defRPr sz="2400">
                <a:solidFill>
                  <a:schemeClr val="accent4"/>
                </a:solidFill>
              </a:defRPr>
            </a:lvl3pPr>
            <a:lvl4pPr lvl="3" rtl="0">
              <a:spcBef>
                <a:spcPts val="0"/>
              </a:spcBef>
              <a:spcAft>
                <a:spcPts val="0"/>
              </a:spcAft>
              <a:buClr>
                <a:schemeClr val="accent4"/>
              </a:buClr>
              <a:buSzPts val="1800"/>
              <a:buNone/>
              <a:defRPr sz="2400">
                <a:solidFill>
                  <a:schemeClr val="accent4"/>
                </a:solidFill>
              </a:defRPr>
            </a:lvl4pPr>
            <a:lvl5pPr lvl="4" rtl="0">
              <a:spcBef>
                <a:spcPts val="0"/>
              </a:spcBef>
              <a:spcAft>
                <a:spcPts val="0"/>
              </a:spcAft>
              <a:buClr>
                <a:schemeClr val="accent4"/>
              </a:buClr>
              <a:buSzPts val="1800"/>
              <a:buNone/>
              <a:defRPr sz="2400">
                <a:solidFill>
                  <a:schemeClr val="accent4"/>
                </a:solidFill>
              </a:defRPr>
            </a:lvl5pPr>
            <a:lvl6pPr lvl="5" rtl="0">
              <a:spcBef>
                <a:spcPts val="0"/>
              </a:spcBef>
              <a:spcAft>
                <a:spcPts val="0"/>
              </a:spcAft>
              <a:buClr>
                <a:schemeClr val="accent4"/>
              </a:buClr>
              <a:buSzPts val="1800"/>
              <a:buNone/>
              <a:defRPr sz="2400">
                <a:solidFill>
                  <a:schemeClr val="accent4"/>
                </a:solidFill>
              </a:defRPr>
            </a:lvl6pPr>
            <a:lvl7pPr lvl="6" rtl="0">
              <a:spcBef>
                <a:spcPts val="0"/>
              </a:spcBef>
              <a:spcAft>
                <a:spcPts val="0"/>
              </a:spcAft>
              <a:buClr>
                <a:schemeClr val="accent4"/>
              </a:buClr>
              <a:buSzPts val="1800"/>
              <a:buNone/>
              <a:defRPr sz="2400">
                <a:solidFill>
                  <a:schemeClr val="accent4"/>
                </a:solidFill>
              </a:defRPr>
            </a:lvl7pPr>
            <a:lvl8pPr lvl="7" rtl="0">
              <a:spcBef>
                <a:spcPts val="0"/>
              </a:spcBef>
              <a:spcAft>
                <a:spcPts val="0"/>
              </a:spcAft>
              <a:buClr>
                <a:schemeClr val="accent4"/>
              </a:buClr>
              <a:buSzPts val="1800"/>
              <a:buNone/>
              <a:defRPr sz="2400">
                <a:solidFill>
                  <a:schemeClr val="accent4"/>
                </a:solidFill>
              </a:defRPr>
            </a:lvl8pPr>
            <a:lvl9pPr lvl="8" rtl="0">
              <a:spcBef>
                <a:spcPts val="0"/>
              </a:spcBef>
              <a:spcAft>
                <a:spcPts val="0"/>
              </a:spcAft>
              <a:buClr>
                <a:schemeClr val="accent4"/>
              </a:buClr>
              <a:buSzPts val="1800"/>
              <a:buNone/>
              <a:defRPr sz="2400">
                <a:solidFill>
                  <a:schemeClr val="accent4"/>
                </a:solidFill>
              </a:defRPr>
            </a:lvl9pPr>
          </a:lstStyle>
          <a:p>
            <a:r>
              <a:rPr lang="en-US" smtClean="0"/>
              <a:t>Click to edit Master subtitle style</a:t>
            </a:r>
            <a:endParaRPr/>
          </a:p>
        </p:txBody>
      </p:sp>
    </p:spTree>
    <p:extLst>
      <p:ext uri="{BB962C8B-B14F-4D97-AF65-F5344CB8AC3E}">
        <p14:creationId xmlns:p14="http://schemas.microsoft.com/office/powerpoint/2010/main" val="2968785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8" name="Google Shape;18;p4"/>
          <p:cNvSpPr/>
          <p:nvPr/>
        </p:nvSpPr>
        <p:spPr>
          <a:xfrm>
            <a:off x="56700" y="56700"/>
            <a:ext cx="2666800" cy="2666800"/>
          </a:xfrm>
          <a:prstGeom prst="ellipse">
            <a:avLst/>
          </a:prstGeom>
          <a:gradFill>
            <a:gsLst>
              <a:gs pos="0">
                <a:srgbClr val="00FFFF">
                  <a:alpha val="54117"/>
                </a:srgbClr>
              </a:gs>
              <a:gs pos="73000">
                <a:srgbClr val="00FFFF">
                  <a:alpha val="0"/>
                </a:srgbClr>
              </a:gs>
              <a:gs pos="100000">
                <a:srgbClr val="00FFFF">
                  <a:alpha val="0"/>
                </a:srgbClr>
              </a:gs>
            </a:gsLst>
            <a:path path="circle">
              <a:fillToRect l="50000" t="50000" r="50000" b="50000"/>
            </a:path>
            <a:tileRect/>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4"/>
          <p:cNvSpPr txBox="1">
            <a:spLocks noGrp="1"/>
          </p:cNvSpPr>
          <p:nvPr>
            <p:ph type="body" idx="1"/>
          </p:nvPr>
        </p:nvSpPr>
        <p:spPr>
          <a:xfrm>
            <a:off x="1791800" y="1155200"/>
            <a:ext cx="5580800" cy="4924800"/>
          </a:xfrm>
          <a:prstGeom prst="rect">
            <a:avLst/>
          </a:prstGeom>
        </p:spPr>
        <p:txBody>
          <a:bodyPr spcFirstLastPara="1" wrap="square" lIns="0" tIns="0" rIns="0" bIns="0" anchor="t" anchorCtr="0">
            <a:noAutofit/>
          </a:bodyPr>
          <a:lstStyle>
            <a:lvl1pPr marL="609585" lvl="0" indent="-558786" rtl="0">
              <a:spcBef>
                <a:spcPts val="800"/>
              </a:spcBef>
              <a:spcAft>
                <a:spcPts val="0"/>
              </a:spcAft>
              <a:buSzPts val="3000"/>
              <a:buFont typeface="Lexend Deca"/>
              <a:buChar char="⬡"/>
              <a:defRPr sz="4000">
                <a:latin typeface="Lexend Deca"/>
                <a:ea typeface="Lexend Deca"/>
                <a:cs typeface="Lexend Deca"/>
                <a:sym typeface="Lexend Deca"/>
              </a:defRPr>
            </a:lvl1pPr>
            <a:lvl2pPr marL="1219170" lvl="1" indent="-558786" rtl="0">
              <a:spcBef>
                <a:spcPts val="0"/>
              </a:spcBef>
              <a:spcAft>
                <a:spcPts val="0"/>
              </a:spcAft>
              <a:buSzPts val="3000"/>
              <a:buFont typeface="Lexend Deca"/>
              <a:buChar char="∙"/>
              <a:defRPr sz="4000">
                <a:latin typeface="Lexend Deca"/>
                <a:ea typeface="Lexend Deca"/>
                <a:cs typeface="Lexend Deca"/>
                <a:sym typeface="Lexend Deca"/>
              </a:defRPr>
            </a:lvl2pPr>
            <a:lvl3pPr marL="1828754" lvl="2" indent="-558786" rtl="0">
              <a:spcBef>
                <a:spcPts val="0"/>
              </a:spcBef>
              <a:spcAft>
                <a:spcPts val="0"/>
              </a:spcAft>
              <a:buSzPts val="3000"/>
              <a:buFont typeface="Lexend Deca"/>
              <a:buChar char="∙"/>
              <a:defRPr sz="4000">
                <a:latin typeface="Lexend Deca"/>
                <a:ea typeface="Lexend Deca"/>
                <a:cs typeface="Lexend Deca"/>
                <a:sym typeface="Lexend Deca"/>
              </a:defRPr>
            </a:lvl3pPr>
            <a:lvl4pPr marL="2438339" lvl="3" indent="-558786" rtl="0">
              <a:spcBef>
                <a:spcPts val="0"/>
              </a:spcBef>
              <a:spcAft>
                <a:spcPts val="0"/>
              </a:spcAft>
              <a:buSzPts val="3000"/>
              <a:buFont typeface="Lexend Deca"/>
              <a:buChar char="●"/>
              <a:defRPr sz="4000">
                <a:latin typeface="Lexend Deca"/>
                <a:ea typeface="Lexend Deca"/>
                <a:cs typeface="Lexend Deca"/>
                <a:sym typeface="Lexend Deca"/>
              </a:defRPr>
            </a:lvl4pPr>
            <a:lvl5pPr marL="3047924" lvl="4" indent="-558786" rtl="0">
              <a:spcBef>
                <a:spcPts val="0"/>
              </a:spcBef>
              <a:spcAft>
                <a:spcPts val="0"/>
              </a:spcAft>
              <a:buSzPts val="3000"/>
              <a:buFont typeface="Lexend Deca"/>
              <a:buChar char="○"/>
              <a:defRPr sz="4000">
                <a:latin typeface="Lexend Deca"/>
                <a:ea typeface="Lexend Deca"/>
                <a:cs typeface="Lexend Deca"/>
                <a:sym typeface="Lexend Deca"/>
              </a:defRPr>
            </a:lvl5pPr>
            <a:lvl6pPr marL="3657509" lvl="5" indent="-558786" rtl="0">
              <a:spcBef>
                <a:spcPts val="0"/>
              </a:spcBef>
              <a:spcAft>
                <a:spcPts val="0"/>
              </a:spcAft>
              <a:buSzPts val="3000"/>
              <a:buFont typeface="Lexend Deca"/>
              <a:buChar char="■"/>
              <a:defRPr sz="4000">
                <a:latin typeface="Lexend Deca"/>
                <a:ea typeface="Lexend Deca"/>
                <a:cs typeface="Lexend Deca"/>
                <a:sym typeface="Lexend Deca"/>
              </a:defRPr>
            </a:lvl6pPr>
            <a:lvl7pPr marL="4267093" lvl="6" indent="-558786" rtl="0">
              <a:spcBef>
                <a:spcPts val="0"/>
              </a:spcBef>
              <a:spcAft>
                <a:spcPts val="0"/>
              </a:spcAft>
              <a:buSzPts val="3000"/>
              <a:buFont typeface="Lexend Deca"/>
              <a:buChar char="●"/>
              <a:defRPr sz="4000">
                <a:latin typeface="Lexend Deca"/>
                <a:ea typeface="Lexend Deca"/>
                <a:cs typeface="Lexend Deca"/>
                <a:sym typeface="Lexend Deca"/>
              </a:defRPr>
            </a:lvl7pPr>
            <a:lvl8pPr marL="4876678" lvl="7" indent="-558786" rtl="0">
              <a:spcBef>
                <a:spcPts val="0"/>
              </a:spcBef>
              <a:spcAft>
                <a:spcPts val="0"/>
              </a:spcAft>
              <a:buSzPts val="3000"/>
              <a:buFont typeface="Lexend Deca"/>
              <a:buChar char="○"/>
              <a:defRPr sz="4000">
                <a:latin typeface="Lexend Deca"/>
                <a:ea typeface="Lexend Deca"/>
                <a:cs typeface="Lexend Deca"/>
                <a:sym typeface="Lexend Deca"/>
              </a:defRPr>
            </a:lvl8pPr>
            <a:lvl9pPr marL="5486263" lvl="8" indent="-558786">
              <a:spcBef>
                <a:spcPts val="0"/>
              </a:spcBef>
              <a:spcAft>
                <a:spcPts val="0"/>
              </a:spcAft>
              <a:buSzPts val="3000"/>
              <a:buFont typeface="Lexend Deca"/>
              <a:buChar char="■"/>
              <a:defRPr sz="4000">
                <a:latin typeface="Lexend Deca"/>
                <a:ea typeface="Lexend Deca"/>
                <a:cs typeface="Lexend Deca"/>
                <a:sym typeface="Lexend Deca"/>
              </a:defRPr>
            </a:lvl9pPr>
          </a:lstStyle>
          <a:p>
            <a:pPr lvl="0"/>
            <a:r>
              <a:rPr lang="en-US" smtClean="0"/>
              <a:t>Edit Master text styles</a:t>
            </a:r>
          </a:p>
        </p:txBody>
      </p:sp>
      <p:sp>
        <p:nvSpPr>
          <p:cNvPr id="20" name="Google Shape;20;p4"/>
          <p:cNvSpPr txBox="1"/>
          <p:nvPr/>
        </p:nvSpPr>
        <p:spPr>
          <a:xfrm>
            <a:off x="1101885" y="874823"/>
            <a:ext cx="818400" cy="87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600">
                <a:solidFill>
                  <a:schemeClr val="lt1"/>
                </a:solidFill>
                <a:latin typeface="Muli"/>
                <a:ea typeface="Muli"/>
                <a:cs typeface="Muli"/>
                <a:sym typeface="Muli"/>
              </a:rPr>
              <a:t>“</a:t>
            </a:r>
            <a:endParaRPr sz="9600">
              <a:solidFill>
                <a:schemeClr val="lt1"/>
              </a:solidFill>
              <a:latin typeface="Muli"/>
              <a:ea typeface="Muli"/>
              <a:cs typeface="Muli"/>
              <a:sym typeface="Muli"/>
            </a:endParaRPr>
          </a:p>
        </p:txBody>
      </p:sp>
      <p:sp>
        <p:nvSpPr>
          <p:cNvPr id="21" name="Google Shape;21;p4"/>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4220055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4" name="Google Shape;24;p5"/>
          <p:cNvSpPr txBox="1">
            <a:spLocks noGrp="1"/>
          </p:cNvSpPr>
          <p:nvPr>
            <p:ph type="title"/>
          </p:nvPr>
        </p:nvSpPr>
        <p:spPr>
          <a:xfrm>
            <a:off x="774067" y="274633"/>
            <a:ext cx="8019200" cy="11432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r>
              <a:rPr lang="en-US" smtClean="0"/>
              <a:t>Click to edit Master title style</a:t>
            </a:r>
            <a:endParaRPr/>
          </a:p>
        </p:txBody>
      </p:sp>
      <p:sp>
        <p:nvSpPr>
          <p:cNvPr id="25" name="Google Shape;25;p5"/>
          <p:cNvSpPr txBox="1">
            <a:spLocks noGrp="1"/>
          </p:cNvSpPr>
          <p:nvPr>
            <p:ph type="body" idx="1"/>
          </p:nvPr>
        </p:nvSpPr>
        <p:spPr>
          <a:xfrm>
            <a:off x="774067" y="1803400"/>
            <a:ext cx="8019200" cy="4215600"/>
          </a:xfrm>
          <a:prstGeom prst="rect">
            <a:avLst/>
          </a:prstGeom>
        </p:spPr>
        <p:txBody>
          <a:bodyPr spcFirstLastPara="1" wrap="square" lIns="0" tIns="0" rIns="0" bIns="0" anchor="t" anchorCtr="0">
            <a:noAutofit/>
          </a:bodyPr>
          <a:lstStyle>
            <a:lvl1pPr marL="609585" lvl="0" indent="-507987">
              <a:spcBef>
                <a:spcPts val="800"/>
              </a:spcBef>
              <a:spcAft>
                <a:spcPts val="0"/>
              </a:spcAft>
              <a:buSzPts val="24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507987">
              <a:spcBef>
                <a:spcPts val="0"/>
              </a:spcBef>
              <a:spcAft>
                <a:spcPts val="0"/>
              </a:spcAft>
              <a:buSzPts val="2400"/>
              <a:buChar char="●"/>
              <a:defRPr/>
            </a:lvl4pPr>
            <a:lvl5pPr marL="3047924" lvl="4" indent="-507987">
              <a:spcBef>
                <a:spcPts val="0"/>
              </a:spcBef>
              <a:spcAft>
                <a:spcPts val="0"/>
              </a:spcAft>
              <a:buSzPts val="2400"/>
              <a:buChar char="○"/>
              <a:defRPr/>
            </a:lvl5pPr>
            <a:lvl6pPr marL="3657509" lvl="5" indent="-507987">
              <a:spcBef>
                <a:spcPts val="0"/>
              </a:spcBef>
              <a:spcAft>
                <a:spcPts val="0"/>
              </a:spcAft>
              <a:buSzPts val="2400"/>
              <a:buChar char="■"/>
              <a:defRPr/>
            </a:lvl6pPr>
            <a:lvl7pPr marL="4267093" lvl="6" indent="-507987">
              <a:spcBef>
                <a:spcPts val="0"/>
              </a:spcBef>
              <a:spcAft>
                <a:spcPts val="0"/>
              </a:spcAft>
              <a:buSzPts val="2400"/>
              <a:buChar char="●"/>
              <a:defRPr/>
            </a:lvl7pPr>
            <a:lvl8pPr marL="4876678" lvl="7" indent="-507987">
              <a:spcBef>
                <a:spcPts val="0"/>
              </a:spcBef>
              <a:spcAft>
                <a:spcPts val="0"/>
              </a:spcAft>
              <a:buSzPts val="2400"/>
              <a:buChar char="○"/>
              <a:defRPr/>
            </a:lvl8pPr>
            <a:lvl9pPr marL="5486263" lvl="8" indent="-507987">
              <a:spcBef>
                <a:spcPts val="0"/>
              </a:spcBef>
              <a:spcAft>
                <a:spcPts val="0"/>
              </a:spcAft>
              <a:buSzPts val="2400"/>
              <a:buChar char="■"/>
              <a:defRPr/>
            </a:lvl9pPr>
          </a:lstStyle>
          <a:p>
            <a:pPr lvl="0"/>
            <a:r>
              <a:rPr lang="en-US" smtClean="0"/>
              <a:t>Edit Master text styles</a:t>
            </a:r>
          </a:p>
        </p:txBody>
      </p:sp>
      <p:sp>
        <p:nvSpPr>
          <p:cNvPr id="26" name="Google Shape;26;p5"/>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285291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9" name="Google Shape;29;p6"/>
          <p:cNvSpPr txBox="1">
            <a:spLocks noGrp="1"/>
          </p:cNvSpPr>
          <p:nvPr>
            <p:ph type="title"/>
          </p:nvPr>
        </p:nvSpPr>
        <p:spPr>
          <a:xfrm>
            <a:off x="774067" y="274633"/>
            <a:ext cx="8019200" cy="11432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r>
              <a:rPr lang="en-US" smtClean="0"/>
              <a:t>Click to edit Master title style</a:t>
            </a:r>
            <a:endParaRPr/>
          </a:p>
        </p:txBody>
      </p:sp>
      <p:sp>
        <p:nvSpPr>
          <p:cNvPr id="30" name="Google Shape;30;p6"/>
          <p:cNvSpPr txBox="1">
            <a:spLocks noGrp="1"/>
          </p:cNvSpPr>
          <p:nvPr>
            <p:ph type="body" idx="1"/>
          </p:nvPr>
        </p:nvSpPr>
        <p:spPr>
          <a:xfrm>
            <a:off x="774067" y="1803400"/>
            <a:ext cx="3788000" cy="4206800"/>
          </a:xfrm>
          <a:prstGeom prst="rect">
            <a:avLst/>
          </a:prstGeom>
        </p:spPr>
        <p:txBody>
          <a:bodyPr spcFirstLastPara="1" wrap="square" lIns="0" tIns="0" rIns="0" bIns="0" anchor="t" anchorCtr="0">
            <a:noAutofit/>
          </a:bodyPr>
          <a:lstStyle>
            <a:lvl1pPr marL="609585" lvl="0" indent="-474121">
              <a:spcBef>
                <a:spcPts val="800"/>
              </a:spcBef>
              <a:spcAft>
                <a:spcPts val="0"/>
              </a:spcAft>
              <a:buSzPts val="2000"/>
              <a:buChar char="⬡"/>
              <a:defRPr sz="2667"/>
            </a:lvl1pPr>
            <a:lvl2pPr marL="1219170" lvl="1" indent="-474121">
              <a:spcBef>
                <a:spcPts val="0"/>
              </a:spcBef>
              <a:spcAft>
                <a:spcPts val="0"/>
              </a:spcAft>
              <a:buSzPts val="2000"/>
              <a:buChar char="∙"/>
              <a:defRPr sz="2667"/>
            </a:lvl2pPr>
            <a:lvl3pPr marL="1828754" lvl="2" indent="-474121">
              <a:spcBef>
                <a:spcPts val="0"/>
              </a:spcBef>
              <a:spcAft>
                <a:spcPts val="0"/>
              </a:spcAft>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pPr lvl="0"/>
            <a:r>
              <a:rPr lang="en-US" smtClean="0"/>
              <a:t>Edit Master text styles</a:t>
            </a:r>
          </a:p>
        </p:txBody>
      </p:sp>
      <p:sp>
        <p:nvSpPr>
          <p:cNvPr id="31" name="Google Shape;31;p6"/>
          <p:cNvSpPr txBox="1">
            <a:spLocks noGrp="1"/>
          </p:cNvSpPr>
          <p:nvPr>
            <p:ph type="body" idx="2"/>
          </p:nvPr>
        </p:nvSpPr>
        <p:spPr>
          <a:xfrm>
            <a:off x="5005257" y="1803400"/>
            <a:ext cx="3788000" cy="4206800"/>
          </a:xfrm>
          <a:prstGeom prst="rect">
            <a:avLst/>
          </a:prstGeom>
        </p:spPr>
        <p:txBody>
          <a:bodyPr spcFirstLastPara="1" wrap="square" lIns="0" tIns="0" rIns="0" bIns="0" anchor="t" anchorCtr="0">
            <a:noAutofit/>
          </a:bodyPr>
          <a:lstStyle>
            <a:lvl1pPr marL="609585" lvl="0" indent="-474121">
              <a:spcBef>
                <a:spcPts val="800"/>
              </a:spcBef>
              <a:spcAft>
                <a:spcPts val="0"/>
              </a:spcAft>
              <a:buSzPts val="2000"/>
              <a:buChar char="⬡"/>
              <a:defRPr sz="2667"/>
            </a:lvl1pPr>
            <a:lvl2pPr marL="1219170" lvl="1" indent="-474121">
              <a:spcBef>
                <a:spcPts val="0"/>
              </a:spcBef>
              <a:spcAft>
                <a:spcPts val="0"/>
              </a:spcAft>
              <a:buSzPts val="2000"/>
              <a:buChar char="∙"/>
              <a:defRPr sz="2667"/>
            </a:lvl2pPr>
            <a:lvl3pPr marL="1828754" lvl="2" indent="-474121">
              <a:spcBef>
                <a:spcPts val="0"/>
              </a:spcBef>
              <a:spcAft>
                <a:spcPts val="0"/>
              </a:spcAft>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pPr lvl="0"/>
            <a:r>
              <a:rPr lang="en-US" smtClean="0"/>
              <a:t>Edit Master text styles</a:t>
            </a:r>
          </a:p>
        </p:txBody>
      </p:sp>
      <p:sp>
        <p:nvSpPr>
          <p:cNvPr id="32" name="Google Shape;32;p6"/>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336819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12192000" cy="6858000"/>
          </a:xfrm>
          <a:prstGeom prst="rect">
            <a:avLst/>
          </a:prstGeom>
          <a:noFill/>
          <a:ln>
            <a:noFill/>
          </a:ln>
        </p:spPr>
      </p:pic>
      <p:sp>
        <p:nvSpPr>
          <p:cNvPr id="35" name="Google Shape;35;p7"/>
          <p:cNvSpPr txBox="1">
            <a:spLocks noGrp="1"/>
          </p:cNvSpPr>
          <p:nvPr>
            <p:ph type="title"/>
          </p:nvPr>
        </p:nvSpPr>
        <p:spPr>
          <a:xfrm>
            <a:off x="774067" y="274633"/>
            <a:ext cx="8540800" cy="1143200"/>
          </a:xfrm>
          <a:prstGeom prst="rect">
            <a:avLst/>
          </a:prstGeom>
        </p:spPr>
        <p:txBody>
          <a:bodyPr spcFirstLastPara="1" wrap="square" lIns="0" tIns="0" rIns="0" bIns="0"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r>
              <a:rPr lang="en-US" smtClean="0"/>
              <a:t>Click to edit Master title style</a:t>
            </a:r>
            <a:endParaRPr/>
          </a:p>
        </p:txBody>
      </p:sp>
      <p:sp>
        <p:nvSpPr>
          <p:cNvPr id="36" name="Google Shape;36;p7"/>
          <p:cNvSpPr txBox="1">
            <a:spLocks noGrp="1"/>
          </p:cNvSpPr>
          <p:nvPr>
            <p:ph type="body" idx="1"/>
          </p:nvPr>
        </p:nvSpPr>
        <p:spPr>
          <a:xfrm>
            <a:off x="774067" y="1803400"/>
            <a:ext cx="2674400" cy="42696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0"/>
              </a:spcBef>
              <a:spcAft>
                <a:spcPts val="0"/>
              </a:spcAft>
              <a:buSzPts val="1600"/>
              <a:buChar char="∙"/>
              <a:defRPr sz="2133"/>
            </a:lvl2pPr>
            <a:lvl3pPr marL="1828754" lvl="2" indent="-440256" rtl="0">
              <a:spcBef>
                <a:spcPts val="0"/>
              </a:spcBef>
              <a:spcAft>
                <a:spcPts val="0"/>
              </a:spcAft>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pPr lvl="0"/>
            <a:r>
              <a:rPr lang="en-US" smtClean="0"/>
              <a:t>Edit Master text styles</a:t>
            </a:r>
          </a:p>
        </p:txBody>
      </p:sp>
      <p:sp>
        <p:nvSpPr>
          <p:cNvPr id="37" name="Google Shape;37;p7"/>
          <p:cNvSpPr txBox="1">
            <a:spLocks noGrp="1"/>
          </p:cNvSpPr>
          <p:nvPr>
            <p:ph type="body" idx="2"/>
          </p:nvPr>
        </p:nvSpPr>
        <p:spPr>
          <a:xfrm>
            <a:off x="3707263" y="1803400"/>
            <a:ext cx="2674400" cy="42696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0"/>
              </a:spcBef>
              <a:spcAft>
                <a:spcPts val="0"/>
              </a:spcAft>
              <a:buSzPts val="1600"/>
              <a:buChar char="∙"/>
              <a:defRPr sz="2133"/>
            </a:lvl2pPr>
            <a:lvl3pPr marL="1828754" lvl="2" indent="-440256" rtl="0">
              <a:spcBef>
                <a:spcPts val="0"/>
              </a:spcBef>
              <a:spcAft>
                <a:spcPts val="0"/>
              </a:spcAft>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pPr lvl="0"/>
            <a:r>
              <a:rPr lang="en-US" smtClean="0"/>
              <a:t>Edit Master text styles</a:t>
            </a:r>
          </a:p>
        </p:txBody>
      </p:sp>
      <p:sp>
        <p:nvSpPr>
          <p:cNvPr id="38" name="Google Shape;38;p7"/>
          <p:cNvSpPr txBox="1">
            <a:spLocks noGrp="1"/>
          </p:cNvSpPr>
          <p:nvPr>
            <p:ph type="body" idx="3"/>
          </p:nvPr>
        </p:nvSpPr>
        <p:spPr>
          <a:xfrm>
            <a:off x="6640459" y="1803400"/>
            <a:ext cx="2674400" cy="42696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0"/>
              </a:spcBef>
              <a:spcAft>
                <a:spcPts val="0"/>
              </a:spcAft>
              <a:buSzPts val="1600"/>
              <a:buChar char="∙"/>
              <a:defRPr sz="2133"/>
            </a:lvl2pPr>
            <a:lvl3pPr marL="1828754" lvl="2" indent="-440256" rtl="0">
              <a:spcBef>
                <a:spcPts val="0"/>
              </a:spcBef>
              <a:spcAft>
                <a:spcPts val="0"/>
              </a:spcAft>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pPr lvl="0"/>
            <a:r>
              <a:rPr lang="en-US" smtClean="0"/>
              <a:t>Edit Master text styles</a:t>
            </a:r>
          </a:p>
        </p:txBody>
      </p:sp>
      <p:sp>
        <p:nvSpPr>
          <p:cNvPr id="39" name="Google Shape;39;p7"/>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873674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0" y="0"/>
            <a:ext cx="12192000" cy="6858000"/>
          </a:xfrm>
          <a:prstGeom prst="rect">
            <a:avLst/>
          </a:prstGeom>
          <a:noFill/>
          <a:ln>
            <a:noFill/>
          </a:ln>
        </p:spPr>
      </p:pic>
      <p:sp>
        <p:nvSpPr>
          <p:cNvPr id="42" name="Google Shape;42;p8"/>
          <p:cNvSpPr txBox="1">
            <a:spLocks noGrp="1"/>
          </p:cNvSpPr>
          <p:nvPr>
            <p:ph type="title"/>
          </p:nvPr>
        </p:nvSpPr>
        <p:spPr>
          <a:xfrm>
            <a:off x="774067" y="274633"/>
            <a:ext cx="8019200" cy="11432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r>
              <a:rPr lang="en-US" smtClean="0"/>
              <a:t>Click to edit Master title style</a:t>
            </a:r>
            <a:endParaRPr/>
          </a:p>
        </p:txBody>
      </p:sp>
      <p:sp>
        <p:nvSpPr>
          <p:cNvPr id="43" name="Google Shape;43;p8"/>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3745251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4"/>
        <p:cNvGrpSpPr/>
        <p:nvPr/>
      </p:nvGrpSpPr>
      <p:grpSpPr>
        <a:xfrm>
          <a:off x="0" y="0"/>
          <a:ext cx="0" cy="0"/>
          <a:chOff x="0" y="0"/>
          <a:chExt cx="0" cy="0"/>
        </a:xfrm>
      </p:grpSpPr>
      <p:pic>
        <p:nvPicPr>
          <p:cNvPr id="45" name="Google Shape;45;p9"/>
          <p:cNvPicPr preferRelativeResize="0"/>
          <p:nvPr/>
        </p:nvPicPr>
        <p:blipFill>
          <a:blip r:embed="rId2">
            <a:alphaModFix/>
          </a:blip>
          <a:stretch>
            <a:fillRect/>
          </a:stretch>
        </p:blipFill>
        <p:spPr>
          <a:xfrm>
            <a:off x="0" y="0"/>
            <a:ext cx="12192000" cy="6858000"/>
          </a:xfrm>
          <a:prstGeom prst="rect">
            <a:avLst/>
          </a:prstGeom>
          <a:noFill/>
          <a:ln>
            <a:noFill/>
          </a:ln>
        </p:spPr>
      </p:pic>
      <p:sp>
        <p:nvSpPr>
          <p:cNvPr id="46" name="Google Shape;46;p9"/>
          <p:cNvSpPr txBox="1">
            <a:spLocks noGrp="1"/>
          </p:cNvSpPr>
          <p:nvPr>
            <p:ph type="body" idx="1"/>
          </p:nvPr>
        </p:nvSpPr>
        <p:spPr>
          <a:xfrm>
            <a:off x="774067" y="5875067"/>
            <a:ext cx="81812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400"/>
              <a:buNone/>
              <a:defRPr sz="1867"/>
            </a:lvl1pPr>
          </a:lstStyle>
          <a:p>
            <a:pPr lvl="0"/>
            <a:r>
              <a:rPr lang="en-US" smtClean="0"/>
              <a:t>Edit Master text styles</a:t>
            </a:r>
          </a:p>
        </p:txBody>
      </p:sp>
      <p:sp>
        <p:nvSpPr>
          <p:cNvPr id="47" name="Google Shape;47;p9"/>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315637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 Small circuit" type="blank">
  <p:cSld name="Blank · Small circuit">
    <p:spTree>
      <p:nvGrpSpPr>
        <p:cNvPr id="1" name="Shape 48"/>
        <p:cNvGrpSpPr/>
        <p:nvPr/>
      </p:nvGrpSpPr>
      <p:grpSpPr>
        <a:xfrm>
          <a:off x="0" y="0"/>
          <a:ext cx="0" cy="0"/>
          <a:chOff x="0" y="0"/>
          <a:chExt cx="0" cy="0"/>
        </a:xfrm>
      </p:grpSpPr>
      <p:pic>
        <p:nvPicPr>
          <p:cNvPr id="49" name="Google Shape;49;p10"/>
          <p:cNvPicPr preferRelativeResize="0"/>
          <p:nvPr/>
        </p:nvPicPr>
        <p:blipFill>
          <a:blip r:embed="rId2">
            <a:alphaModFix/>
          </a:blip>
          <a:stretch>
            <a:fillRect/>
          </a:stretch>
        </p:blipFill>
        <p:spPr>
          <a:xfrm>
            <a:off x="0" y="0"/>
            <a:ext cx="12192000" cy="6858000"/>
          </a:xfrm>
          <a:prstGeom prst="rect">
            <a:avLst/>
          </a:prstGeom>
          <a:noFill/>
          <a:ln>
            <a:noFill/>
          </a:ln>
        </p:spPr>
      </p:pic>
      <p:sp>
        <p:nvSpPr>
          <p:cNvPr id="50" name="Google Shape;50;p10"/>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3749024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12192000" cy="6858000"/>
          </a:xfrm>
          <a:prstGeom prst="rect">
            <a:avLst/>
          </a:prstGeom>
          <a:noFill/>
          <a:ln>
            <a:noFill/>
          </a:ln>
        </p:spPr>
      </p:pic>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1932878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1389649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A458FF"/>
            </a:gs>
            <a:gs pos="39000">
              <a:srgbClr val="3544FF"/>
            </a:gs>
            <a:gs pos="100000">
              <a:srgbClr val="0A2F9E"/>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74067" y="274633"/>
            <a:ext cx="8019200" cy="11432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9pPr>
          </a:lstStyle>
          <a:p>
            <a:endParaRPr/>
          </a:p>
        </p:txBody>
      </p:sp>
      <p:sp>
        <p:nvSpPr>
          <p:cNvPr id="7" name="Google Shape;7;p1"/>
          <p:cNvSpPr txBox="1">
            <a:spLocks noGrp="1"/>
          </p:cNvSpPr>
          <p:nvPr>
            <p:ph type="body" idx="1"/>
          </p:nvPr>
        </p:nvSpPr>
        <p:spPr>
          <a:xfrm>
            <a:off x="774067" y="1803400"/>
            <a:ext cx="8019200" cy="42156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600"/>
              </a:spcBef>
              <a:spcAft>
                <a:spcPts val="0"/>
              </a:spcAft>
              <a:buClr>
                <a:schemeClr val="accent5"/>
              </a:buClr>
              <a:buSzPts val="1800"/>
              <a:buFont typeface="Muli"/>
              <a:buChar char="⬡"/>
              <a:defRPr sz="2400">
                <a:solidFill>
                  <a:schemeClr val="lt1"/>
                </a:solidFill>
                <a:latin typeface="Muli"/>
                <a:ea typeface="Muli"/>
                <a:cs typeface="Muli"/>
                <a:sym typeface="Muli"/>
              </a:defRPr>
            </a:lvl1pPr>
            <a:lvl2pPr marL="914400" lvl="1"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2pPr>
            <a:lvl3pPr marL="1371600" lvl="2"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3pPr>
            <a:lvl4pPr marL="1828800" lvl="3"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4pPr>
            <a:lvl5pPr marL="2286000" lvl="4"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5pPr>
            <a:lvl6pPr marL="2743200" lvl="5"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6pPr>
            <a:lvl7pPr marL="3200400" lvl="6"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7pPr>
            <a:lvl8pPr marL="3657600" lvl="7"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8pPr>
            <a:lvl9pPr marL="4114800" lvl="8"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11307445" y="6333135"/>
            <a:ext cx="731600" cy="524800"/>
          </a:xfrm>
          <a:prstGeom prst="rect">
            <a:avLst/>
          </a:prstGeom>
          <a:noFill/>
          <a:ln>
            <a:noFill/>
          </a:ln>
        </p:spPr>
        <p:txBody>
          <a:bodyPr spcFirstLastPara="1" wrap="square" lIns="0" tIns="0" rIns="0" bIns="0" anchor="ctr" anchorCtr="0">
            <a:noAutofit/>
          </a:bodyPr>
          <a:lstStyle>
            <a:lvl1pPr lvl="0" algn="r">
              <a:buNone/>
              <a:defRPr sz="1733">
                <a:solidFill>
                  <a:schemeClr val="lt1"/>
                </a:solidFill>
                <a:latin typeface="Lexend Deca"/>
                <a:ea typeface="Lexend Deca"/>
                <a:cs typeface="Lexend Deca"/>
                <a:sym typeface="Lexend Deca"/>
              </a:defRPr>
            </a:lvl1pPr>
            <a:lvl2pPr lvl="1" algn="r">
              <a:buNone/>
              <a:defRPr sz="1733">
                <a:solidFill>
                  <a:schemeClr val="lt1"/>
                </a:solidFill>
                <a:latin typeface="Lexend Deca"/>
                <a:ea typeface="Lexend Deca"/>
                <a:cs typeface="Lexend Deca"/>
                <a:sym typeface="Lexend Deca"/>
              </a:defRPr>
            </a:lvl2pPr>
            <a:lvl3pPr lvl="2" algn="r">
              <a:buNone/>
              <a:defRPr sz="1733">
                <a:solidFill>
                  <a:schemeClr val="lt1"/>
                </a:solidFill>
                <a:latin typeface="Lexend Deca"/>
                <a:ea typeface="Lexend Deca"/>
                <a:cs typeface="Lexend Deca"/>
                <a:sym typeface="Lexend Deca"/>
              </a:defRPr>
            </a:lvl3pPr>
            <a:lvl4pPr lvl="3" algn="r">
              <a:buNone/>
              <a:defRPr sz="1733">
                <a:solidFill>
                  <a:schemeClr val="lt1"/>
                </a:solidFill>
                <a:latin typeface="Lexend Deca"/>
                <a:ea typeface="Lexend Deca"/>
                <a:cs typeface="Lexend Deca"/>
                <a:sym typeface="Lexend Deca"/>
              </a:defRPr>
            </a:lvl4pPr>
            <a:lvl5pPr lvl="4" algn="r">
              <a:buNone/>
              <a:defRPr sz="1733">
                <a:solidFill>
                  <a:schemeClr val="lt1"/>
                </a:solidFill>
                <a:latin typeface="Lexend Deca"/>
                <a:ea typeface="Lexend Deca"/>
                <a:cs typeface="Lexend Deca"/>
                <a:sym typeface="Lexend Deca"/>
              </a:defRPr>
            </a:lvl5pPr>
            <a:lvl6pPr lvl="5" algn="r">
              <a:buNone/>
              <a:defRPr sz="1733">
                <a:solidFill>
                  <a:schemeClr val="lt1"/>
                </a:solidFill>
                <a:latin typeface="Lexend Deca"/>
                <a:ea typeface="Lexend Deca"/>
                <a:cs typeface="Lexend Deca"/>
                <a:sym typeface="Lexend Deca"/>
              </a:defRPr>
            </a:lvl6pPr>
            <a:lvl7pPr lvl="6" algn="r">
              <a:buNone/>
              <a:defRPr sz="1733">
                <a:solidFill>
                  <a:schemeClr val="lt1"/>
                </a:solidFill>
                <a:latin typeface="Lexend Deca"/>
                <a:ea typeface="Lexend Deca"/>
                <a:cs typeface="Lexend Deca"/>
                <a:sym typeface="Lexend Deca"/>
              </a:defRPr>
            </a:lvl7pPr>
            <a:lvl8pPr lvl="7" algn="r">
              <a:buNone/>
              <a:defRPr sz="1733">
                <a:solidFill>
                  <a:schemeClr val="lt1"/>
                </a:solidFill>
                <a:latin typeface="Lexend Deca"/>
                <a:ea typeface="Lexend Deca"/>
                <a:cs typeface="Lexend Deca"/>
                <a:sym typeface="Lexend Deca"/>
              </a:defRPr>
            </a:lvl8pPr>
            <a:lvl9pPr lvl="8" algn="r">
              <a:buNone/>
              <a:defRPr sz="1733">
                <a:solidFill>
                  <a:schemeClr val="lt1"/>
                </a:solidFill>
                <a:latin typeface="Lexend Deca"/>
                <a:ea typeface="Lexend Deca"/>
                <a:cs typeface="Lexend Deca"/>
                <a:sym typeface="Lexend Deca"/>
              </a:defRPr>
            </a:lvl9pPr>
          </a:lstStyle>
          <a:p>
            <a:fld id="{AF59F1A6-141B-413E-B9B6-24BF7F81725E}" type="slidenum">
              <a:rPr lang="en-US" smtClean="0"/>
              <a:t>‹#›</a:t>
            </a:fld>
            <a:endParaRPr lang="en-US"/>
          </a:p>
        </p:txBody>
      </p:sp>
    </p:spTree>
    <p:extLst>
      <p:ext uri="{BB962C8B-B14F-4D97-AF65-F5344CB8AC3E}">
        <p14:creationId xmlns:p14="http://schemas.microsoft.com/office/powerpoint/2010/main" val="269992470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thruBlk="1"/>
  </p:transition>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n w="10160">
                  <a:solidFill>
                    <a:schemeClr val="accent2">
                      <a:lumMod val="50000"/>
                    </a:schemeClr>
                  </a:solidFill>
                  <a:prstDash val="solid"/>
                </a:ln>
                <a:solidFill>
                  <a:srgbClr val="FFFFFF"/>
                </a:solidFill>
                <a:effectLst>
                  <a:glow rad="139700">
                    <a:schemeClr val="accent3">
                      <a:satMod val="175000"/>
                      <a:alpha val="40000"/>
                    </a:schemeClr>
                  </a:glow>
                  <a:outerShdw blurRad="50800" dist="38100" dir="2700000" algn="tl" rotWithShape="0">
                    <a:prstClr val="black">
                      <a:alpha val="40000"/>
                    </a:prstClr>
                  </a:outerShdw>
                </a:effectLst>
              </a:rPr>
              <a:t>Advancements in AI, circuits, and robotics: shaping the future of technology</a:t>
            </a:r>
            <a:endParaRPr lang="en-US" dirty="0">
              <a:ln w="10160">
                <a:solidFill>
                  <a:schemeClr val="accent2">
                    <a:lumMod val="50000"/>
                  </a:schemeClr>
                </a:solidFill>
                <a:prstDash val="solid"/>
              </a:ln>
              <a:solidFill>
                <a:srgbClr val="FFFFFF"/>
              </a:solidFill>
              <a:effectLst>
                <a:glow rad="139700">
                  <a:schemeClr val="accent3">
                    <a:satMod val="175000"/>
                    <a:alpha val="40000"/>
                  </a:schemeClr>
                </a:glow>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100520158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entagon 2"/>
          <p:cNvSpPr/>
          <p:nvPr/>
        </p:nvSpPr>
        <p:spPr>
          <a:xfrm>
            <a:off x="139959" y="139959"/>
            <a:ext cx="5924939" cy="1418253"/>
          </a:xfrm>
          <a:prstGeom prst="homePlat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4000" dirty="0" smtClean="0">
                <a:ln w="0"/>
                <a:solidFill>
                  <a:schemeClr val="accent1"/>
                </a:solidFill>
                <a:effectLst>
                  <a:outerShdw blurRad="38100" dist="25400" dir="5400000" algn="ctr" rotWithShape="0">
                    <a:srgbClr val="6E747A">
                      <a:alpha val="43000"/>
                    </a:srgbClr>
                  </a:outerShdw>
                </a:effectLst>
              </a:rPr>
              <a:t>TABLE OF CONTENTS</a:t>
            </a:r>
            <a:endParaRPr lang="en-US" sz="4000" dirty="0">
              <a:ln w="0"/>
              <a:solidFill>
                <a:schemeClr val="accent1"/>
              </a:solidFill>
              <a:effectLst>
                <a:outerShdw blurRad="38100" dist="25400" dir="5400000" algn="ctr" rotWithShape="0">
                  <a:srgbClr val="6E747A">
                    <a:alpha val="43000"/>
                  </a:srgbClr>
                </a:outerShdw>
              </a:effectLst>
            </a:endParaRPr>
          </a:p>
        </p:txBody>
      </p:sp>
      <p:sp>
        <p:nvSpPr>
          <p:cNvPr id="4" name="Bevel 3"/>
          <p:cNvSpPr/>
          <p:nvPr/>
        </p:nvSpPr>
        <p:spPr>
          <a:xfrm>
            <a:off x="942392" y="2161591"/>
            <a:ext cx="2034073" cy="1651518"/>
          </a:xfrm>
          <a:prstGeom prst="bevel">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Introduction to AI, Circuits, and Robotics</a:t>
            </a:r>
            <a:endParaRPr lang="en-US"/>
          </a:p>
        </p:txBody>
      </p:sp>
      <p:sp>
        <p:nvSpPr>
          <p:cNvPr id="5" name="Bevel 4"/>
          <p:cNvSpPr/>
          <p:nvPr/>
        </p:nvSpPr>
        <p:spPr>
          <a:xfrm>
            <a:off x="6153537" y="4761722"/>
            <a:ext cx="2034073" cy="1651518"/>
          </a:xfrm>
          <a:prstGeom prst="bevel">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mtClean="0"/>
              <a:t>Conclusion</a:t>
            </a:r>
            <a:endParaRPr lang="en-US"/>
          </a:p>
        </p:txBody>
      </p:sp>
      <p:sp>
        <p:nvSpPr>
          <p:cNvPr id="7" name="Bevel 6"/>
          <p:cNvSpPr/>
          <p:nvPr/>
        </p:nvSpPr>
        <p:spPr>
          <a:xfrm>
            <a:off x="4119464" y="2161591"/>
            <a:ext cx="2034073" cy="1651518"/>
          </a:xfrm>
          <a:prstGeom prst="bevel">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Key Technologies and Applications</a:t>
            </a:r>
            <a:endParaRPr lang="en-US" dirty="0"/>
          </a:p>
        </p:txBody>
      </p:sp>
      <p:sp>
        <p:nvSpPr>
          <p:cNvPr id="8" name="Bevel 7"/>
          <p:cNvSpPr/>
          <p:nvPr/>
        </p:nvSpPr>
        <p:spPr>
          <a:xfrm>
            <a:off x="3102427" y="4761722"/>
            <a:ext cx="2034073" cy="1651518"/>
          </a:xfrm>
          <a:prstGeom prst="bevel">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Societal Impact and Industry Influence</a:t>
            </a:r>
            <a:endParaRPr lang="en-US" dirty="0"/>
          </a:p>
        </p:txBody>
      </p:sp>
    </p:spTree>
    <p:extLst>
      <p:ext uri="{BB962C8B-B14F-4D97-AF65-F5344CB8AC3E}">
        <p14:creationId xmlns:p14="http://schemas.microsoft.com/office/powerpoint/2010/main" val="4034018088"/>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975" y="697831"/>
            <a:ext cx="7210426" cy="1200329"/>
          </a:xfrm>
          <a:prstGeom prst="rect">
            <a:avLst/>
          </a:prstGeom>
        </p:spPr>
        <p:txBody>
          <a:bodyPr wrap="square">
            <a:spAutoFit/>
          </a:bodyPr>
          <a:lstStyle/>
          <a:p>
            <a:r>
              <a:rPr lang="en-US" sz="3600" b="1"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INTRODUCTION TO AI, CIRCUITS, AND ROBOTICS</a:t>
            </a:r>
            <a:endParaRPr lang="en-US" sz="3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5" name="Rectangle 4"/>
          <p:cNvSpPr/>
          <p:nvPr/>
        </p:nvSpPr>
        <p:spPr>
          <a:xfrm>
            <a:off x="114300" y="1720840"/>
            <a:ext cx="7829550" cy="4893647"/>
          </a:xfrm>
          <a:prstGeom prst="rect">
            <a:avLst/>
          </a:prstGeom>
        </p:spPr>
        <p:txBody>
          <a:bodyPr wrap="square">
            <a:spAutoFit/>
          </a:bodyPr>
          <a:lstStyle/>
          <a:p>
            <a:endParaRPr lang="en-US" dirty="0" smtClean="0"/>
          </a:p>
          <a:p>
            <a:endParaRPr lang="en-US" dirty="0"/>
          </a:p>
          <a:p>
            <a:endParaRPr lang="en-US" dirty="0" smtClean="0"/>
          </a:p>
          <a:p>
            <a:endParaRPr lang="en-US" dirty="0"/>
          </a:p>
          <a:p>
            <a:pPr algn="just"/>
            <a:r>
              <a:rPr lang="en-US" sz="20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panose="020B0604020202020204" pitchFamily="34" charset="0"/>
                <a:cs typeface="Arial" panose="020B0604020202020204" pitchFamily="34" charset="0"/>
              </a:rPr>
              <a:t>Advancements in artificial intelligence, circuits, and robotics are reshaping the way we live, work, and interact with technology. AI empowers machines to learn and make intelligent decisions, while innovations in circuits provide the essential control and power that enable complex robotic actions. Together, AI and robotics, powered by advanced circuitry, are driving rapid progress in fields like healthcare, manufacturing, and everyday life. This convergence of technologies not only enhances efficiency and precision but also opens up new possibilities for the future, making it essential to explore both their potential and their impact on society.</a:t>
            </a:r>
            <a:endPar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0390808"/>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5750" y="390526"/>
            <a:ext cx="7505700" cy="1200329"/>
          </a:xfrm>
          <a:prstGeom prst="rect">
            <a:avLst/>
          </a:prstGeom>
        </p:spPr>
        <p:txBody>
          <a:bodyPr wrap="square">
            <a:spAutoFit/>
          </a:bodyPr>
          <a:lstStyle/>
          <a:p>
            <a:r>
              <a:rPr lang="en-US" sz="3600" b="1"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KEY TECHNOLOGIES AND APPLICATIONS</a:t>
            </a:r>
            <a:endParaRPr lang="en-US" sz="3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5" name="Rectangle 4"/>
          <p:cNvSpPr/>
          <p:nvPr/>
        </p:nvSpPr>
        <p:spPr>
          <a:xfrm>
            <a:off x="133351" y="2419350"/>
            <a:ext cx="7981949" cy="4093428"/>
          </a:xfrm>
          <a:prstGeom prst="rect">
            <a:avLst/>
          </a:prstGeom>
        </p:spPr>
        <p:txBody>
          <a:bodyPr wrap="square">
            <a:spAutoFit/>
          </a:bodyPr>
          <a:lstStyle/>
          <a:p>
            <a:r>
              <a:rPr lang="en-US" sz="20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Key technologies in artificial intelligence and robotics are enabling new levels of functionality and adaptability across various applications. AI technologies like machine learning, computer vision, and natural language processing allow robots to perceive their environments, make informed decisions, and interact more naturally with humans. Meanwhile, innovations in circuits—such as advanced microprocessors, sensors, and power management systems—are fundamental to controlling these robotic functions with precision and efficiency. Together, these advancements are transforming industries, from medical robots that assist in surgeries to autonomous vehicles and smart home assistants, each example illustrating the vast impact of integrating AI with advanced circuitry in robotics.</a:t>
            </a:r>
            <a:endPar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1697959330"/>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651" y="666750"/>
            <a:ext cx="7572374" cy="1200329"/>
          </a:xfrm>
          <a:prstGeom prst="rect">
            <a:avLst/>
          </a:prstGeom>
        </p:spPr>
        <p:txBody>
          <a:bodyPr wrap="square">
            <a:spAutoFit/>
          </a:bodyPr>
          <a:lstStyle/>
          <a:p>
            <a:r>
              <a:rPr lang="en-US" sz="3600" b="1" dirty="0"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SOCIETAL IMPACT AND INDUSTRY INFLUENCE</a:t>
            </a:r>
            <a:endParaRPr lang="en-US" sz="3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
        <p:nvSpPr>
          <p:cNvPr id="3" name="Rectangle 2"/>
          <p:cNvSpPr/>
          <p:nvPr/>
        </p:nvSpPr>
        <p:spPr>
          <a:xfrm>
            <a:off x="247651" y="2487216"/>
            <a:ext cx="7191374" cy="4093428"/>
          </a:xfrm>
          <a:prstGeom prst="rect">
            <a:avLst/>
          </a:prstGeom>
        </p:spPr>
        <p:txBody>
          <a:bodyPr wrap="square">
            <a:spAutoFit/>
          </a:bodyPr>
          <a:lstStyle/>
          <a:p>
            <a:pPr algn="just"/>
            <a:r>
              <a:rPr lang="en-US" sz="2000" b="1" dirty="0" smtClean="0">
                <a:ln w="10160">
                  <a:solidFill>
                    <a:schemeClr val="accent2">
                      <a:lumMod val="50000"/>
                    </a:schemeClr>
                  </a:solidFill>
                  <a:prstDash val="solid"/>
                </a:ln>
                <a:solidFill>
                  <a:srgbClr val="FFFFFF"/>
                </a:solidFill>
                <a:effectLst>
                  <a:outerShdw blurRad="38100" dist="22860" dir="5400000" algn="tl" rotWithShape="0">
                    <a:srgbClr val="000000">
                      <a:alpha val="30000"/>
                    </a:srgbClr>
                  </a:outerShdw>
                </a:effectLst>
              </a:rPr>
              <a:t>The integration of AI, circuits, and robotics is having a profound impact on society and various industries. In healthcare, robots assist with surgeries and patient care, improving precision and outcomes. In manufacturing, AI-powered robots streamline production processes, ensuring quality control and efficiency. In everyday life, smart home devices and personal robots enhance convenience and safety. However, as these technologies become more ingrained in daily life, ethical considerations around privacy, security, and job displacement arise. Addressing these challenges is essential to ensure that AI and robotics are developed and used responsibly for the benefit of all.</a:t>
            </a:r>
            <a:endParaRPr lang="en-US" sz="2000" b="1" dirty="0">
              <a:ln w="10160">
                <a:solidFill>
                  <a:schemeClr val="accent2">
                    <a:lumMod val="50000"/>
                  </a:schemeClr>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2907628367"/>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520889" y="886409"/>
            <a:ext cx="6512767" cy="3387012"/>
          </a:xfrm>
        </p:spPr>
        <p:txBody>
          <a:bodyPr/>
          <a:lstStyle/>
          <a:p>
            <a:pPr marL="660384" lvl="1" indent="0">
              <a:buNone/>
            </a:pPr>
            <a:r>
              <a:rPr lang="en-US" b="1" dirty="0" smtClean="0">
                <a:ln w="12700">
                  <a:solidFill>
                    <a:schemeClr val="accent5"/>
                  </a:solidFill>
                  <a:prstDash val="solid"/>
                </a:ln>
                <a:pattFill prst="ltDnDiag">
                  <a:fgClr>
                    <a:schemeClr val="accent5">
                      <a:lumMod val="60000"/>
                      <a:lumOff val="40000"/>
                    </a:schemeClr>
                  </a:fgClr>
                  <a:bgClr>
                    <a:schemeClr val="bg1"/>
                  </a:bgClr>
                </a:pattFill>
              </a:rPr>
              <a:t>The </a:t>
            </a:r>
            <a:r>
              <a:rPr lang="en-US" b="1" dirty="0">
                <a:ln w="12700">
                  <a:solidFill>
                    <a:schemeClr val="accent5"/>
                  </a:solidFill>
                  <a:prstDash val="solid"/>
                </a:ln>
                <a:pattFill prst="ltDnDiag">
                  <a:fgClr>
                    <a:schemeClr val="accent5">
                      <a:lumMod val="60000"/>
                      <a:lumOff val="40000"/>
                    </a:schemeClr>
                  </a:fgClr>
                  <a:bgClr>
                    <a:schemeClr val="bg1"/>
                  </a:bgClr>
                </a:pattFill>
              </a:rPr>
              <a:t>intersection of AI, circuits, and robotics is not just about creating tools but about reshaping how we think, work, and interact with the world</a:t>
            </a:r>
            <a:r>
              <a:rPr lang="en-US" b="1" dirty="0" smtClean="0">
                <a:ln w="12700">
                  <a:solidFill>
                    <a:schemeClr val="accent5"/>
                  </a:solidFill>
                  <a:prstDash val="solid"/>
                </a:ln>
                <a:pattFill prst="ltDnDiag">
                  <a:fgClr>
                    <a:schemeClr val="accent5">
                      <a:lumMod val="60000"/>
                      <a:lumOff val="40000"/>
                    </a:schemeClr>
                  </a:fgClr>
                  <a:bgClr>
                    <a:schemeClr val="bg1"/>
                  </a:bgClr>
                </a:pattFill>
              </a:rPr>
              <a:t>.</a:t>
            </a:r>
            <a:r>
              <a:rPr lang="en-US" b="1" dirty="0">
                <a:ln w="12700">
                  <a:solidFill>
                    <a:schemeClr val="accent5"/>
                  </a:solidFill>
                  <a:prstDash val="solid"/>
                </a:ln>
                <a:pattFill prst="ltDnDiag">
                  <a:fgClr>
                    <a:schemeClr val="accent5">
                      <a:lumMod val="60000"/>
                      <a:lumOff val="40000"/>
                    </a:schemeClr>
                  </a:fgClr>
                  <a:bgClr>
                    <a:schemeClr val="bg1"/>
                  </a:bgClr>
                </a:pattFill>
              </a:rPr>
              <a:t/>
            </a:r>
            <a:br>
              <a:rPr lang="en-US" b="1" dirty="0">
                <a:ln w="12700">
                  <a:solidFill>
                    <a:schemeClr val="accent5"/>
                  </a:solidFill>
                  <a:prstDash val="solid"/>
                </a:ln>
                <a:pattFill prst="ltDnDiag">
                  <a:fgClr>
                    <a:schemeClr val="accent5">
                      <a:lumMod val="60000"/>
                      <a:lumOff val="40000"/>
                    </a:schemeClr>
                  </a:fgClr>
                  <a:bgClr>
                    <a:schemeClr val="bg1"/>
                  </a:bgClr>
                </a:pattFill>
              </a:rPr>
            </a:br>
            <a:r>
              <a:rPr lang="en-US" b="1" dirty="0">
                <a:ln w="12700">
                  <a:solidFill>
                    <a:schemeClr val="accent5"/>
                  </a:solidFill>
                  <a:prstDash val="solid"/>
                </a:ln>
                <a:pattFill prst="ltDnDiag">
                  <a:fgClr>
                    <a:schemeClr val="accent5">
                      <a:lumMod val="60000"/>
                      <a:lumOff val="40000"/>
                    </a:schemeClr>
                  </a:fgClr>
                  <a:bgClr>
                    <a:schemeClr val="bg1"/>
                  </a:bgClr>
                </a:pattFill>
              </a:rPr>
              <a:t>— </a:t>
            </a:r>
            <a:r>
              <a:rPr lang="en-US" b="1" i="1" dirty="0">
                <a:ln w="12700">
                  <a:solidFill>
                    <a:schemeClr val="accent5"/>
                  </a:solidFill>
                  <a:prstDash val="solid"/>
                </a:ln>
                <a:pattFill prst="ltDnDiag">
                  <a:fgClr>
                    <a:schemeClr val="accent5">
                      <a:lumMod val="60000"/>
                      <a:lumOff val="40000"/>
                    </a:schemeClr>
                  </a:fgClr>
                  <a:bgClr>
                    <a:schemeClr val="bg1"/>
                  </a:bgClr>
                </a:pattFill>
              </a:rPr>
              <a:t>Andrew Ng</a:t>
            </a:r>
            <a:endParaRPr lang="en-US" b="1" dirty="0">
              <a:ln w="12700">
                <a:solidFill>
                  <a:schemeClr val="accent5"/>
                </a:solidFill>
                <a:prstDash val="solid"/>
              </a:ln>
              <a:pattFill prst="ltDnDiag">
                <a:fgClr>
                  <a:schemeClr val="accent5">
                    <a:lumMod val="60000"/>
                    <a:lumOff val="40000"/>
                  </a:schemeClr>
                </a:fgClr>
                <a:bgClr>
                  <a:schemeClr val="bg1"/>
                </a:bgClr>
              </a:pattFill>
            </a:endParaRPr>
          </a:p>
        </p:txBody>
      </p:sp>
    </p:spTree>
    <p:extLst>
      <p:ext uri="{BB962C8B-B14F-4D97-AF65-F5344CB8AC3E}">
        <p14:creationId xmlns:p14="http://schemas.microsoft.com/office/powerpoint/2010/main" val="4198093343"/>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5900" y="837037"/>
            <a:ext cx="5962262" cy="646331"/>
          </a:xfrm>
          <a:prstGeom prst="rect">
            <a:avLst/>
          </a:prstGeom>
        </p:spPr>
        <p:txBody>
          <a:bodyPr wrap="square">
            <a:spAutoFit/>
            <a:scene3d>
              <a:camera prst="orthographicFront"/>
              <a:lightRig rig="soft" dir="t">
                <a:rot lat="0" lon="0" rev="15600000"/>
              </a:lightRig>
            </a:scene3d>
            <a:sp3d extrusionH="57150" prstMaterial="softEdge">
              <a:bevelT w="25400" h="38100"/>
            </a:sp3d>
          </a:bodyPr>
          <a:lstStyle/>
          <a:p>
            <a:pPr algn="just"/>
            <a:r>
              <a:rPr lang="en-US" sz="3600" b="1" dirty="0" smtClean="0">
                <a:ln/>
                <a:solidFill>
                  <a:schemeClr val="accent4"/>
                </a:solidFill>
              </a:rPr>
              <a:t>CONCLUSION</a:t>
            </a:r>
            <a:endParaRPr lang="en-US" sz="3600" b="1" dirty="0">
              <a:ln/>
              <a:solidFill>
                <a:schemeClr val="accent4"/>
              </a:solidFill>
            </a:endParaRPr>
          </a:p>
        </p:txBody>
      </p:sp>
      <p:sp>
        <p:nvSpPr>
          <p:cNvPr id="3" name="Rectangle 2"/>
          <p:cNvSpPr/>
          <p:nvPr/>
        </p:nvSpPr>
        <p:spPr>
          <a:xfrm>
            <a:off x="130626" y="2603041"/>
            <a:ext cx="8509521" cy="3477875"/>
          </a:xfrm>
          <a:prstGeom prst="rect">
            <a:avLst/>
          </a:prstGeom>
        </p:spPr>
        <p:txBody>
          <a:bodyPr wrap="square">
            <a:spAutoFit/>
          </a:bodyPr>
          <a:lstStyle/>
          <a:p>
            <a:pPr algn="just"/>
            <a:r>
              <a:rPr lang="en-US" sz="20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In conclusion, the fusion of artificial intelligence, circuits, and robotics is transforming the landscape of technology, with applications that extend from industrial automation to personal assistance in our daily lives. These advancements are not only driving innovation but also reshaping industries, enhancing productivity, and improving quality of life. However, as we move forward, it is crucial to address the ethical and societal implications of these technologies, ensuring that they are developed responsibly. By fostering a balanced approach, we can harness the potential of AI, circuits, and robotics to build a more efficient, inclusive, and technologically advanced future.</a:t>
            </a:r>
            <a:endPar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1643782218"/>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926" y="2572529"/>
            <a:ext cx="7921690" cy="1323439"/>
          </a:xfrm>
          <a:prstGeom prst="rect">
            <a:avLst/>
          </a:prstGeom>
        </p:spPr>
        <p:txBody>
          <a:bodyPr wrap="square">
            <a:spAutoFit/>
          </a:bodyPr>
          <a:lstStyle/>
          <a:p>
            <a:pPr algn="just"/>
            <a:r>
              <a:rPr lang="en-US" sz="4000" b="1" dirty="0" smtClean="0">
                <a:ln w="12700">
                  <a:solidFill>
                    <a:schemeClr val="accent5"/>
                  </a:solidFill>
                  <a:prstDash val="solid"/>
                </a:ln>
                <a:pattFill prst="ltDnDiag">
                  <a:fgClr>
                    <a:schemeClr val="accent5">
                      <a:lumMod val="60000"/>
                      <a:lumOff val="40000"/>
                    </a:schemeClr>
                  </a:fgClr>
                  <a:bgClr>
                    <a:schemeClr val="bg1"/>
                  </a:bgClr>
                </a:pattFill>
              </a:rPr>
              <a:t>Thank you for your time and attention.</a:t>
            </a:r>
            <a:endParaRPr lang="en-US" sz="4000" b="1" dirty="0">
              <a:ln w="12700">
                <a:solidFill>
                  <a:schemeClr val="accent5"/>
                </a:solidFill>
                <a:prstDash val="solid"/>
              </a:ln>
              <a:pattFill prst="ltDnDiag">
                <a:fgClr>
                  <a:schemeClr val="accent5">
                    <a:lumMod val="60000"/>
                    <a:lumOff val="40000"/>
                  </a:schemeClr>
                </a:fgClr>
                <a:bgClr>
                  <a:schemeClr val="bg1"/>
                </a:bgClr>
              </a:pattFill>
            </a:endParaRPr>
          </a:p>
        </p:txBody>
      </p:sp>
    </p:spTree>
    <p:extLst>
      <p:ext uri="{BB962C8B-B14F-4D97-AF65-F5344CB8AC3E}">
        <p14:creationId xmlns:p14="http://schemas.microsoft.com/office/powerpoint/2010/main" val="41373698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theme/theme1.xml><?xml version="1.0" encoding="utf-8"?>
<a:theme xmlns:a="http://schemas.openxmlformats.org/drawingml/2006/main"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Aliena · SlidesCarnival</Template>
  <TotalTime>77</TotalTime>
  <Words>541</Words>
  <Application>Microsoft Office PowerPoint</Application>
  <PresentationFormat>Widescreen</PresentationFormat>
  <Paragraphs>20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Lexend Deca</vt:lpstr>
      <vt:lpstr>Muli</vt:lpstr>
      <vt:lpstr>Aliena template</vt:lpstr>
      <vt:lpstr>Advancements in AI, circuits, and robotics: shaping the future of technology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Advancements in AI, Circuits, and Robotics: Shaping the Future of Technology</dc:title>
  <dc:creator>hp</dc:creator>
  <cp:lastModifiedBy>hp</cp:lastModifiedBy>
  <cp:revision>9</cp:revision>
  <dcterms:created xsi:type="dcterms:W3CDTF">2024-11-13T08:21:50Z</dcterms:created>
  <dcterms:modified xsi:type="dcterms:W3CDTF">2024-11-13T09:38:53Z</dcterms:modified>
</cp:coreProperties>
</file>